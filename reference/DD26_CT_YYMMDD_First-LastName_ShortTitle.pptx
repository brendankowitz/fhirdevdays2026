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9" r:id="rId2"/>
    <p:sldId id="270" r:id="rId3"/>
    <p:sldId id="275" r:id="rId4"/>
    <p:sldId id="274" r:id="rId5"/>
    <p:sldId id="273" r:id="rId6"/>
    <p:sldId id="272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960"/>
    <a:srgbClr val="FCE32D"/>
    <a:srgbClr val="A72931"/>
    <a:srgbClr val="B6B6B6"/>
    <a:srgbClr val="0091B9"/>
    <a:srgbClr val="F8E12B"/>
    <a:srgbClr val="0092B9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91"/>
    <p:restoredTop sz="95000"/>
  </p:normalViewPr>
  <p:slideViewPr>
    <p:cSldViewPr snapToGrid="0" snapToObjects="1" showGuides="1">
      <p:cViewPr varScale="1">
        <p:scale>
          <a:sx n="98" d="100"/>
          <a:sy n="98" d="100"/>
        </p:scale>
        <p:origin x="144" y="1026"/>
      </p:cViewPr>
      <p:guideLst>
        <p:guide orient="horz" pos="2160"/>
        <p:guide pos="3840"/>
      </p:guideLst>
    </p:cSldViewPr>
  </p:slideViewPr>
  <p:notesTextViewPr>
    <p:cViewPr>
      <p:scale>
        <a:sx n="85" d="100"/>
        <a:sy n="85" d="100"/>
      </p:scale>
      <p:origin x="0" y="0"/>
    </p:cViewPr>
  </p:notesTextViewPr>
  <p:notesViewPr>
    <p:cSldViewPr snapToGrid="0" snapToObjects="1" showGuides="1">
      <p:cViewPr varScale="1">
        <p:scale>
          <a:sx n="159" d="100"/>
          <a:sy n="159" d="100"/>
        </p:scale>
        <p:origin x="2624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b="1" dirty="0">
              <a:latin typeface="Open Sans Semibold" panose="020B0606030504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2FAFB1-094A-5D42-8886-B282110F4595}" type="datetimeFigureOut">
              <a:rPr lang="en-US" b="1" smtClean="0">
                <a:latin typeface="Open Sans Semibold" panose="020B0606030504020204" pitchFamily="34" charset="0"/>
              </a:rPr>
              <a:t>4/21/2026</a:t>
            </a:fld>
            <a:endParaRPr lang="en-US" b="1" dirty="0">
              <a:latin typeface="Open Sans Semibold" panose="020B0606030504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b="1" dirty="0">
              <a:latin typeface="Open Sans Semibold" panose="020B0606030504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E82984-3105-B544-B3D7-84F0E25761C1}" type="slidenum">
              <a:rPr lang="en-US" b="1" smtClean="0">
                <a:latin typeface="Open Sans Semibold" panose="020B0606030504020204" pitchFamily="34" charset="0"/>
              </a:rPr>
              <a:t>‹nr.›</a:t>
            </a:fld>
            <a:endParaRPr lang="en-US" b="1" dirty="0">
              <a:latin typeface="Open Sans Semibold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62991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1" i="0">
                <a:latin typeface="Open Sans Semibold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1" i="0">
                <a:latin typeface="Open Sans Semibold" panose="020B0606030504020204" pitchFamily="34" charset="0"/>
              </a:defRPr>
            </a:lvl1pPr>
          </a:lstStyle>
          <a:p>
            <a:fld id="{E128261A-6A60-FE4F-8563-E0524938461B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1" i="0">
                <a:latin typeface="Open Sans Semibold" panose="020B060603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1" i="0">
                <a:latin typeface="Open Sans Semibold" panose="020B0606030504020204" pitchFamily="34" charset="0"/>
              </a:defRPr>
            </a:lvl1pPr>
          </a:lstStyle>
          <a:p>
            <a:fld id="{A69C946F-C9B2-9B49-8DCA-D38D97C43A2F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02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1" i="0" kern="1200">
        <a:solidFill>
          <a:schemeClr val="tx1"/>
        </a:solidFill>
        <a:latin typeface="Open Sans Semibold" panose="020B0606030504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1" i="0" kern="1200">
        <a:solidFill>
          <a:schemeClr val="tx1"/>
        </a:solidFill>
        <a:latin typeface="Open Sans Semibold" panose="020B0606030504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1" i="0" kern="1200">
        <a:solidFill>
          <a:schemeClr val="tx1"/>
        </a:solidFill>
        <a:latin typeface="Open Sans Semibold" panose="020B06060305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1" i="0" kern="1200">
        <a:solidFill>
          <a:schemeClr val="tx1"/>
        </a:solidFill>
        <a:latin typeface="Open Sans Semibold" panose="020B06060305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1" i="0" kern="1200">
        <a:solidFill>
          <a:schemeClr val="tx1"/>
        </a:solidFill>
        <a:latin typeface="Open Sans Semibold" panose="020B06060305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35EDDA-3C0D-1241-AC8F-D017C7E79D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2338987"/>
            <a:ext cx="12191999" cy="41909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AD37FFF-18DE-4F4D-B77B-22BABB2CEC3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846315" y="280459"/>
            <a:ext cx="4198193" cy="65895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938C624-0D8D-7E41-BEF0-C701F9C77C76}"/>
              </a:ext>
            </a:extLst>
          </p:cNvPr>
          <p:cNvSpPr/>
          <p:nvPr userDrawn="1"/>
        </p:nvSpPr>
        <p:spPr>
          <a:xfrm>
            <a:off x="0" y="5309666"/>
            <a:ext cx="12192000" cy="157371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i="0" dirty="0">
              <a:latin typeface="Open Sans Semibold" panose="020B0606030504020204" pitchFamily="34" charset="0"/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C2AE1739-E845-8A25-C071-BFCF66D89432}"/>
              </a:ext>
            </a:extLst>
          </p:cNvPr>
          <p:cNvSpPr txBox="1">
            <a:spLocks/>
          </p:cNvSpPr>
          <p:nvPr userDrawn="1"/>
        </p:nvSpPr>
        <p:spPr>
          <a:xfrm>
            <a:off x="1253486" y="2867666"/>
            <a:ext cx="10515600" cy="784225"/>
          </a:xfrm>
          <a:prstGeom prst="rect">
            <a:avLst/>
          </a:prstGeom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b="1" i="0" dirty="0">
                <a:solidFill>
                  <a:srgbClr val="FFD82D"/>
                </a:solidFill>
                <a:effectLst/>
                <a:latin typeface="Roboto" panose="02000000000000000000" pitchFamily="2" charset="0"/>
              </a:rPr>
              <a:t>HL7 FHIR </a:t>
            </a:r>
            <a:r>
              <a:rPr lang="en-GB" b="1" i="0" dirty="0" err="1">
                <a:solidFill>
                  <a:srgbClr val="FFD82D"/>
                </a:solidFill>
                <a:effectLst/>
                <a:latin typeface="Roboto" panose="02000000000000000000" pitchFamily="2" charset="0"/>
              </a:rPr>
              <a:t>DevDays</a:t>
            </a:r>
            <a:br>
              <a:rPr lang="en-GB" b="1" i="0" dirty="0">
                <a:solidFill>
                  <a:srgbClr val="FFD82D"/>
                </a:solidFill>
                <a:effectLst/>
                <a:latin typeface="Roboto" panose="02000000000000000000" pitchFamily="2" charset="0"/>
              </a:rPr>
            </a:br>
            <a:endParaRPr lang="en-GB" b="1" i="0" dirty="0">
              <a:solidFill>
                <a:srgbClr val="FFD82D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29CB3B69-12B6-1B0A-646D-2C474C59C4A1}"/>
              </a:ext>
            </a:extLst>
          </p:cNvPr>
          <p:cNvSpPr txBox="1">
            <a:spLocks/>
          </p:cNvSpPr>
          <p:nvPr userDrawn="1"/>
        </p:nvSpPr>
        <p:spPr>
          <a:xfrm>
            <a:off x="1253486" y="3324866"/>
            <a:ext cx="10515600" cy="784225"/>
          </a:xfrm>
          <a:prstGeom prst="rect">
            <a:avLst/>
          </a:prstGeom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2400" b="1" i="0" baseline="0" dirty="0">
                <a:solidFill>
                  <a:srgbClr val="FFD82D"/>
                </a:solidFill>
                <a:effectLst/>
                <a:latin typeface="Roboto" panose="02000000000000000000" pitchFamily="2" charset="0"/>
              </a:rPr>
              <a:t>The largest FHIR-only</a:t>
            </a:r>
            <a:br>
              <a:rPr lang="en-GB" sz="2400" b="1" i="0" baseline="0" dirty="0">
                <a:solidFill>
                  <a:srgbClr val="FFD82D"/>
                </a:solidFill>
                <a:effectLst/>
                <a:latin typeface="Roboto" panose="02000000000000000000" pitchFamily="2" charset="0"/>
              </a:rPr>
            </a:br>
            <a:r>
              <a:rPr lang="en-GB" sz="2400" b="1" i="0" baseline="0" dirty="0">
                <a:solidFill>
                  <a:srgbClr val="FFD82D"/>
                </a:solidFill>
                <a:effectLst/>
                <a:latin typeface="Roboto" panose="02000000000000000000" pitchFamily="2" charset="0"/>
              </a:rPr>
              <a:t>event in the world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7C5BFA46-7080-1DEA-3859-6133A3941FDC}"/>
              </a:ext>
            </a:extLst>
          </p:cNvPr>
          <p:cNvSpPr txBox="1">
            <a:spLocks/>
          </p:cNvSpPr>
          <p:nvPr userDrawn="1"/>
        </p:nvSpPr>
        <p:spPr>
          <a:xfrm>
            <a:off x="1253486" y="4317266"/>
            <a:ext cx="10515600" cy="784225"/>
          </a:xfrm>
          <a:prstGeom prst="rect">
            <a:avLst/>
          </a:prstGeom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kern="1200"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sz="1600" b="1" i="0" baseline="0" dirty="0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Minneapolis, MN</a:t>
            </a:r>
          </a:p>
          <a:p>
            <a:pPr algn="l"/>
            <a:r>
              <a:rPr lang="en-GB" sz="1600" b="1" i="0" baseline="0" dirty="0" err="1">
                <a:solidFill>
                  <a:schemeClr val="bg1"/>
                </a:solidFill>
                <a:effectLst/>
                <a:latin typeface="Roboto" panose="02000000000000000000" pitchFamily="2" charset="0"/>
              </a:rPr>
              <a:t>www.devdays.com</a:t>
            </a:r>
            <a:endParaRPr lang="en-GB" sz="1600" b="1" i="0" baseline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  <a:p>
            <a:pPr algn="l"/>
            <a:endParaRPr lang="en-GB" sz="1600" b="1" i="0" baseline="0" dirty="0">
              <a:solidFill>
                <a:schemeClr val="bg1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13B5BC-5A3A-5E7B-D634-363F86ED6400}"/>
              </a:ext>
            </a:extLst>
          </p:cNvPr>
          <p:cNvSpPr/>
          <p:nvPr userDrawn="1"/>
        </p:nvSpPr>
        <p:spPr>
          <a:xfrm>
            <a:off x="0" y="1189104"/>
            <a:ext cx="12192000" cy="1245362"/>
          </a:xfrm>
          <a:prstGeom prst="rect">
            <a:avLst/>
          </a:prstGeom>
          <a:solidFill>
            <a:srgbClr val="FCE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F419FCED-BCF4-C294-3CAC-6C7CD9BF8B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213327"/>
            <a:ext cx="10515600" cy="94215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lnSpc>
                <a:spcPct val="100000"/>
              </a:lnSpc>
              <a:buNone/>
              <a:defRPr sz="28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pPr lvl="0"/>
            <a:r>
              <a:rPr lang="en-US" dirty="0"/>
              <a:t>Title of presentation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A626BFC-6193-4960-BEFB-D9E780D5811F}"/>
              </a:ext>
            </a:extLst>
          </p:cNvPr>
          <p:cNvSpPr/>
          <p:nvPr userDrawn="1"/>
        </p:nvSpPr>
        <p:spPr>
          <a:xfrm>
            <a:off x="0" y="1957609"/>
            <a:ext cx="12192000" cy="524296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B0831A5-20BF-2D6A-9E54-D1EA71399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958943"/>
            <a:ext cx="10515600" cy="441529"/>
          </a:xfrm>
          <a:prstGeom prst="rect">
            <a:avLst/>
          </a:prstGeom>
        </p:spPr>
        <p:txBody>
          <a:bodyPr tIns="54000" anchor="ctr" anchorCtr="0"/>
          <a:lstStyle>
            <a:lvl1pPr>
              <a:defRPr sz="22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Speaker Name and Company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D6F7A54-E6A3-4D0E-841C-58885BF71A68}"/>
              </a:ext>
            </a:extLst>
          </p:cNvPr>
          <p:cNvSpPr/>
          <p:nvPr userDrawn="1"/>
        </p:nvSpPr>
        <p:spPr>
          <a:xfrm>
            <a:off x="0" y="1182730"/>
            <a:ext cx="12192000" cy="125999"/>
          </a:xfrm>
          <a:prstGeom prst="rect">
            <a:avLst/>
          </a:prstGeom>
          <a:solidFill>
            <a:srgbClr val="B6B6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97682B1-9E20-27B0-3334-3126914A2BC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526104" y="66501"/>
            <a:ext cx="1523597" cy="52451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329A9AC-BDE6-650D-878E-FF451464206F}"/>
              </a:ext>
            </a:extLst>
          </p:cNvPr>
          <p:cNvSpPr txBox="1"/>
          <p:nvPr userDrawn="1"/>
        </p:nvSpPr>
        <p:spPr>
          <a:xfrm>
            <a:off x="0" y="6581436"/>
            <a:ext cx="12191999" cy="246221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kern="1200" dirty="0">
                <a:solidFill>
                  <a:schemeClr val="bg2">
                    <a:lumMod val="50000"/>
                  </a:schemeClr>
                </a:solidFill>
                <a:effectLst/>
                <a:latin typeface="Calibri" charset="0"/>
                <a:ea typeface="Calibri" charset="0"/>
                <a:cs typeface="Calibri" charset="0"/>
              </a:rPr>
              <a:t>HL7®, FHIR® and the flame Design mark are the registered trademarks of Health Level Seven International and are used with permission.</a:t>
            </a:r>
            <a:endParaRPr lang="en-US" sz="1000" b="0" i="0" dirty="0">
              <a:solidFill>
                <a:schemeClr val="bg2">
                  <a:lumMod val="50000"/>
                </a:schemeClr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F0B8E78-F0FA-1A3A-7572-7E734F03781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/>
          <a:stretch/>
        </p:blipFill>
        <p:spPr>
          <a:xfrm>
            <a:off x="4592706" y="5822612"/>
            <a:ext cx="3175825" cy="711384"/>
          </a:xfrm>
          <a:prstGeom prst="rect">
            <a:avLst/>
          </a:prstGeom>
        </p:spPr>
      </p:pic>
      <p:sp>
        <p:nvSpPr>
          <p:cNvPr id="21" name="Tekstvak 1">
            <a:extLst>
              <a:ext uri="{FF2B5EF4-FFF2-40B4-BE49-F238E27FC236}">
                <a16:creationId xmlns:a16="http://schemas.microsoft.com/office/drawing/2014/main" id="{AFDAE317-0BEB-F21D-A488-DBC5AA7E361D}"/>
              </a:ext>
            </a:extLst>
          </p:cNvPr>
          <p:cNvSpPr txBox="1"/>
          <p:nvPr userDrawn="1"/>
        </p:nvSpPr>
        <p:spPr>
          <a:xfrm>
            <a:off x="1399062" y="5401066"/>
            <a:ext cx="9817578" cy="276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12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HL7 FHIR </a:t>
            </a:r>
            <a:r>
              <a:rPr lang="nl-NL" sz="1200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DevDays</a:t>
            </a:r>
            <a:r>
              <a:rPr lang="nl-NL" sz="12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2026  |  Minneapolis, MN </a:t>
            </a:r>
            <a:r>
              <a:rPr lang="nl-NL" sz="1200" b="0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|  </a:t>
            </a:r>
            <a:r>
              <a:rPr lang="nl-NL" sz="1200" b="0" baseline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June</a:t>
            </a:r>
            <a:r>
              <a:rPr lang="nl-NL" sz="1200" b="0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15-18, 2026  |  @</a:t>
            </a:r>
            <a:r>
              <a:rPr lang="nl-NL" sz="1200" b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HL7</a:t>
            </a:r>
            <a:r>
              <a:rPr lang="nl-NL" sz="1200" b="0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|  </a:t>
            </a:r>
            <a:r>
              <a:rPr lang="nl-NL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@</a:t>
            </a:r>
            <a:r>
              <a:rPr lang="nl-NL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FirelyTeam</a:t>
            </a:r>
            <a:r>
              <a:rPr lang="nl-NL" sz="1200" b="0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|  </a:t>
            </a:r>
            <a:r>
              <a:rPr lang="nl-NL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#</a:t>
            </a:r>
            <a:r>
              <a:rPr lang="nl-NL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fhirdevdays</a:t>
            </a:r>
            <a:r>
              <a:rPr lang="nl-NL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|  </a:t>
            </a:r>
            <a:r>
              <a:rPr lang="nl-NL" sz="1200" b="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www.devdays.com</a:t>
            </a:r>
            <a:r>
              <a:rPr lang="nl-NL" sz="1200" b="0" baseline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nl-NL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C2F4CE1-E321-1F28-7B27-B44F0E5EE1A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/>
          <a:stretch/>
        </p:blipFill>
        <p:spPr>
          <a:xfrm>
            <a:off x="5932923" y="2670499"/>
            <a:ext cx="4294442" cy="2638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712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BFF715-DBF2-E645-B559-0085F351CB07}"/>
              </a:ext>
            </a:extLst>
          </p:cNvPr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54B8974-C8AF-6B44-8952-DFDAB3AF4E05}"/>
              </a:ext>
            </a:extLst>
          </p:cNvPr>
          <p:cNvSpPr txBox="1">
            <a:spLocks/>
          </p:cNvSpPr>
          <p:nvPr userDrawn="1"/>
        </p:nvSpPr>
        <p:spPr>
          <a:xfrm>
            <a:off x="9140951" y="4802521"/>
            <a:ext cx="3323192" cy="638422"/>
          </a:xfrm>
          <a:prstGeom prst="rect">
            <a:avLst/>
          </a:prstGeom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000" kern="1200" baseline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0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Virtual Edition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FBB214-C2A2-7641-AE6E-2E5B971EA3CE}"/>
              </a:ext>
            </a:extLst>
          </p:cNvPr>
          <p:cNvSpPr/>
          <p:nvPr userDrawn="1"/>
        </p:nvSpPr>
        <p:spPr>
          <a:xfrm>
            <a:off x="0" y="591018"/>
            <a:ext cx="12192000" cy="626698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F21769-7EBA-03AE-D43C-3F05485EE5D7}"/>
              </a:ext>
            </a:extLst>
          </p:cNvPr>
          <p:cNvSpPr/>
          <p:nvPr userDrawn="1"/>
        </p:nvSpPr>
        <p:spPr>
          <a:xfrm>
            <a:off x="0" y="6490276"/>
            <a:ext cx="12192000" cy="216000"/>
          </a:xfrm>
          <a:prstGeom prst="rect">
            <a:avLst/>
          </a:prstGeom>
          <a:solidFill>
            <a:srgbClr val="FCE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A49B3CA-8180-BFEB-4A85-03AB957B8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3753"/>
            <a:ext cx="10515600" cy="886732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rgbClr val="0091B9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07B795F-28F6-A753-5499-3725E1154B1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997236"/>
            <a:ext cx="5464629" cy="42251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CBFF9F7D-FA7B-6608-810C-30B43C2521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78588" y="1997075"/>
            <a:ext cx="4875212" cy="4225925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8AA2F9-B0A6-2E87-161D-34625E875C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8198" y="83274"/>
            <a:ext cx="2774403" cy="435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F6A02E-5A10-9A79-1C53-14963C2BD546}"/>
              </a:ext>
            </a:extLst>
          </p:cNvPr>
          <p:cNvSpPr txBox="1"/>
          <p:nvPr userDrawn="1"/>
        </p:nvSpPr>
        <p:spPr>
          <a:xfrm>
            <a:off x="11513256" y="6492128"/>
            <a:ext cx="409503" cy="214147"/>
          </a:xfrm>
          <a:prstGeom prst="rect">
            <a:avLst/>
          </a:prstGeom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DE63DE5B-D6E9-7B40-84C0-058E84E3C55A}" type="slidenum">
              <a:rPr lang="en-US" sz="1200" b="0" cap="none" spc="0" baseline="0" smtClean="0">
                <a:ln w="0"/>
                <a:solidFill>
                  <a:schemeClr val="bg1"/>
                </a:solidFill>
                <a:effectLst/>
              </a:rPr>
              <a:pPr algn="r"/>
              <a:t>‹nr.›</a:t>
            </a:fld>
            <a:r>
              <a:rPr lang="en-US" sz="1300" b="0" cap="none" spc="0" baseline="0" dirty="0">
                <a:ln w="0"/>
                <a:solidFill>
                  <a:schemeClr val="bg1"/>
                </a:solidFill>
                <a:effectLst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9EE912B-46AA-E548-E5A3-EFF80CFC7A1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26104" y="66501"/>
            <a:ext cx="1523597" cy="524517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pening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BFF715-DBF2-E645-B559-0085F351CB07}"/>
              </a:ext>
            </a:extLst>
          </p:cNvPr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54B8974-C8AF-6B44-8952-DFDAB3AF4E05}"/>
              </a:ext>
            </a:extLst>
          </p:cNvPr>
          <p:cNvSpPr txBox="1">
            <a:spLocks/>
          </p:cNvSpPr>
          <p:nvPr userDrawn="1"/>
        </p:nvSpPr>
        <p:spPr>
          <a:xfrm>
            <a:off x="9140951" y="4802521"/>
            <a:ext cx="3323192" cy="638422"/>
          </a:xfrm>
          <a:prstGeom prst="rect">
            <a:avLst/>
          </a:prstGeom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000" kern="1200" baseline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0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Virtual Edition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DFC2A5-549C-6529-C346-087B457EF727}"/>
              </a:ext>
            </a:extLst>
          </p:cNvPr>
          <p:cNvSpPr/>
          <p:nvPr userDrawn="1"/>
        </p:nvSpPr>
        <p:spPr>
          <a:xfrm>
            <a:off x="0" y="6357257"/>
            <a:ext cx="12192000" cy="50074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5F49E0-5585-8AFA-C6B1-717C0403E394}"/>
              </a:ext>
            </a:extLst>
          </p:cNvPr>
          <p:cNvSpPr/>
          <p:nvPr userDrawn="1"/>
        </p:nvSpPr>
        <p:spPr>
          <a:xfrm>
            <a:off x="0" y="591018"/>
            <a:ext cx="12192000" cy="6020722"/>
          </a:xfrm>
          <a:prstGeom prst="rect">
            <a:avLst/>
          </a:prstGeom>
          <a:solidFill>
            <a:srgbClr val="009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7FDD8AE-FA25-A668-9A1E-0B9079599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3753"/>
            <a:ext cx="10515600" cy="886732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08E6911-6621-D8EB-BFD9-4E06B28965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997236"/>
            <a:ext cx="5464629" cy="42251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ED969B-58C4-BC43-E46E-4704E7A6DD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8198" y="83274"/>
            <a:ext cx="2774403" cy="43547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39EBDE0-AF7D-701F-436A-53DC92CACC55}"/>
              </a:ext>
            </a:extLst>
          </p:cNvPr>
          <p:cNvSpPr/>
          <p:nvPr userDrawn="1"/>
        </p:nvSpPr>
        <p:spPr>
          <a:xfrm>
            <a:off x="0" y="6490276"/>
            <a:ext cx="12192000" cy="216000"/>
          </a:xfrm>
          <a:prstGeom prst="rect">
            <a:avLst/>
          </a:prstGeom>
          <a:solidFill>
            <a:srgbClr val="FCE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3ADB96-BBC5-AE1A-BF37-422A9AADD0E4}"/>
              </a:ext>
            </a:extLst>
          </p:cNvPr>
          <p:cNvSpPr txBox="1"/>
          <p:nvPr userDrawn="1"/>
        </p:nvSpPr>
        <p:spPr>
          <a:xfrm>
            <a:off x="11513256" y="6492128"/>
            <a:ext cx="409503" cy="214147"/>
          </a:xfrm>
          <a:prstGeom prst="rect">
            <a:avLst/>
          </a:prstGeom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DE63DE5B-D6E9-7B40-84C0-058E84E3C55A}" type="slidenum">
              <a:rPr lang="en-US" sz="1200" b="0" cap="none" spc="0" baseline="0" smtClean="0">
                <a:ln w="0"/>
                <a:solidFill>
                  <a:schemeClr val="bg1"/>
                </a:solidFill>
                <a:effectLst/>
              </a:rPr>
              <a:pPr algn="r"/>
              <a:t>‹nr.›</a:t>
            </a:fld>
            <a:r>
              <a:rPr lang="en-US" sz="1300" b="0" cap="none" spc="0" baseline="0" dirty="0">
                <a:ln w="0"/>
                <a:solidFill>
                  <a:schemeClr val="bg1"/>
                </a:solidFill>
                <a:effectLst/>
              </a:rPr>
              <a:t> 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BD073C91-7DFD-C016-C70D-F54BD7C1B23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478588" y="1997075"/>
            <a:ext cx="4875212" cy="4225925"/>
          </a:xfrm>
          <a:prstGeom prst="rect">
            <a:avLst/>
          </a:prstGeo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17CA3FF-8A92-3CBA-B049-08973DD1FB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26104" y="66501"/>
            <a:ext cx="1523597" cy="52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117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pening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BFF715-DBF2-E645-B559-0085F351CB07}"/>
              </a:ext>
            </a:extLst>
          </p:cNvPr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5E36E0A-7CE4-2C29-FD0C-99C5F3D29A94}"/>
              </a:ext>
            </a:extLst>
          </p:cNvPr>
          <p:cNvSpPr txBox="1">
            <a:spLocks/>
          </p:cNvSpPr>
          <p:nvPr userDrawn="1"/>
        </p:nvSpPr>
        <p:spPr>
          <a:xfrm>
            <a:off x="9140951" y="4802521"/>
            <a:ext cx="3323192" cy="638422"/>
          </a:xfrm>
          <a:prstGeom prst="rect">
            <a:avLst/>
          </a:prstGeom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000" kern="1200" baseline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0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Virtual Edition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31A63BA-96AA-95A2-6BEA-1D267E6682D8}"/>
              </a:ext>
            </a:extLst>
          </p:cNvPr>
          <p:cNvSpPr/>
          <p:nvPr userDrawn="1"/>
        </p:nvSpPr>
        <p:spPr>
          <a:xfrm>
            <a:off x="0" y="6357257"/>
            <a:ext cx="12192000" cy="50074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7F4A87-FEAD-8913-FDFE-E3B2D7761837}"/>
              </a:ext>
            </a:extLst>
          </p:cNvPr>
          <p:cNvSpPr/>
          <p:nvPr userDrawn="1"/>
        </p:nvSpPr>
        <p:spPr>
          <a:xfrm>
            <a:off x="0" y="591018"/>
            <a:ext cx="12192000" cy="6020722"/>
          </a:xfrm>
          <a:prstGeom prst="rect">
            <a:avLst/>
          </a:prstGeom>
          <a:solidFill>
            <a:srgbClr val="0092B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B6AEEBF-F2CE-8A22-701A-07BD4AB4F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3753"/>
            <a:ext cx="10515600" cy="886732"/>
          </a:xfrm>
          <a:prstGeom prst="rect">
            <a:avLst/>
          </a:prstGeom>
        </p:spPr>
        <p:txBody>
          <a:bodyPr/>
          <a:lstStyle>
            <a:lvl1pPr algn="l">
              <a:defRPr sz="360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C69FD6D5-1630-A8D0-1EB3-CEF908F41C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997236"/>
            <a:ext cx="10515600" cy="422514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A456878-A438-1B5E-9F39-FF5F0C7477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8198" y="83274"/>
            <a:ext cx="2774403" cy="43547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B3FF62D-9A17-3B3D-CF3D-2DFB2BACF05C}"/>
              </a:ext>
            </a:extLst>
          </p:cNvPr>
          <p:cNvSpPr/>
          <p:nvPr userDrawn="1"/>
        </p:nvSpPr>
        <p:spPr>
          <a:xfrm>
            <a:off x="0" y="6490276"/>
            <a:ext cx="12192000" cy="216000"/>
          </a:xfrm>
          <a:prstGeom prst="rect">
            <a:avLst/>
          </a:prstGeom>
          <a:solidFill>
            <a:srgbClr val="FCE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F97CCD-3ED8-82F2-78C1-44930238F0A9}"/>
              </a:ext>
            </a:extLst>
          </p:cNvPr>
          <p:cNvSpPr txBox="1"/>
          <p:nvPr userDrawn="1"/>
        </p:nvSpPr>
        <p:spPr>
          <a:xfrm>
            <a:off x="11513256" y="6492128"/>
            <a:ext cx="409503" cy="214147"/>
          </a:xfrm>
          <a:prstGeom prst="rect">
            <a:avLst/>
          </a:prstGeom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DE63DE5B-D6E9-7B40-84C0-058E84E3C55A}" type="slidenum">
              <a:rPr lang="en-US" sz="1200" b="0" cap="none" spc="0" baseline="0" smtClean="0">
                <a:ln w="0"/>
                <a:solidFill>
                  <a:schemeClr val="bg1"/>
                </a:solidFill>
                <a:effectLst/>
              </a:rPr>
              <a:pPr algn="r"/>
              <a:t>‹nr.›</a:t>
            </a:fld>
            <a:r>
              <a:rPr lang="en-US" sz="1300" b="0" cap="none" spc="0" baseline="0" dirty="0">
                <a:ln w="0"/>
                <a:solidFill>
                  <a:schemeClr val="bg1"/>
                </a:solidFill>
                <a:effectLst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370ABC6-4C42-ECC4-BD89-9E45C5E5AB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26104" y="66501"/>
            <a:ext cx="1523597" cy="52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156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pening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BFF715-DBF2-E645-B559-0085F351CB07}"/>
              </a:ext>
            </a:extLst>
          </p:cNvPr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54B8974-C8AF-6B44-8952-DFDAB3AF4E05}"/>
              </a:ext>
            </a:extLst>
          </p:cNvPr>
          <p:cNvSpPr txBox="1">
            <a:spLocks/>
          </p:cNvSpPr>
          <p:nvPr userDrawn="1"/>
        </p:nvSpPr>
        <p:spPr>
          <a:xfrm>
            <a:off x="9140951" y="4802521"/>
            <a:ext cx="3323192" cy="638422"/>
          </a:xfrm>
          <a:prstGeom prst="rect">
            <a:avLst/>
          </a:prstGeom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000" kern="1200" baseline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0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Virtual Edition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F21769-7EBA-03AE-D43C-3F05485EE5D7}"/>
              </a:ext>
            </a:extLst>
          </p:cNvPr>
          <p:cNvSpPr/>
          <p:nvPr userDrawn="1"/>
        </p:nvSpPr>
        <p:spPr>
          <a:xfrm>
            <a:off x="0" y="6490276"/>
            <a:ext cx="12192000" cy="216000"/>
          </a:xfrm>
          <a:prstGeom prst="rect">
            <a:avLst/>
          </a:prstGeom>
          <a:solidFill>
            <a:srgbClr val="FCE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8AA2F9-B0A6-2E87-161D-34625E875C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8198" y="83274"/>
            <a:ext cx="2774403" cy="435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F6A02E-5A10-9A79-1C53-14963C2BD546}"/>
              </a:ext>
            </a:extLst>
          </p:cNvPr>
          <p:cNvSpPr txBox="1"/>
          <p:nvPr userDrawn="1"/>
        </p:nvSpPr>
        <p:spPr>
          <a:xfrm>
            <a:off x="11513256" y="6492128"/>
            <a:ext cx="409503" cy="214147"/>
          </a:xfrm>
          <a:prstGeom prst="rect">
            <a:avLst/>
          </a:prstGeom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DE63DE5B-D6E9-7B40-84C0-058E84E3C55A}" type="slidenum">
              <a:rPr lang="en-US" sz="1200" b="0" cap="none" spc="0" baseline="0" smtClean="0">
                <a:ln w="0"/>
                <a:solidFill>
                  <a:schemeClr val="bg1"/>
                </a:solidFill>
                <a:effectLst/>
              </a:rPr>
              <a:pPr algn="r"/>
              <a:t>‹nr.›</a:t>
            </a:fld>
            <a:r>
              <a:rPr lang="en-US" sz="1300" b="0" cap="none" spc="0" baseline="0" dirty="0">
                <a:ln w="0"/>
                <a:solidFill>
                  <a:schemeClr val="bg1"/>
                </a:solidFill>
                <a:effectLst/>
              </a:rPr>
              <a:t>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1D9488-ADE3-D885-CDD2-3798BEAE7C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612601" y="2908940"/>
            <a:ext cx="4643392" cy="104011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70F6C9C-2808-9A59-B3CE-BDEDE4F8D76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526104" y="66501"/>
            <a:ext cx="1523597" cy="52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51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Opening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BFF715-DBF2-E645-B559-0085F351CB07}"/>
              </a:ext>
            </a:extLst>
          </p:cNvPr>
          <p:cNvSpPr txBox="1"/>
          <p:nvPr userDrawn="1"/>
        </p:nvSpPr>
        <p:spPr>
          <a:xfrm>
            <a:off x="-787078" y="2581154"/>
            <a:ext cx="184731" cy="553998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b="1" i="0" dirty="0">
              <a:latin typeface="Open Sans Semibold" panose="020B0606030504020204" pitchFamily="34" charset="0"/>
            </a:endParaRP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754B8974-C8AF-6B44-8952-DFDAB3AF4E05}"/>
              </a:ext>
            </a:extLst>
          </p:cNvPr>
          <p:cNvSpPr txBox="1">
            <a:spLocks/>
          </p:cNvSpPr>
          <p:nvPr userDrawn="1"/>
        </p:nvSpPr>
        <p:spPr>
          <a:xfrm>
            <a:off x="9140951" y="4802521"/>
            <a:ext cx="3323192" cy="638422"/>
          </a:xfrm>
          <a:prstGeom prst="rect">
            <a:avLst/>
          </a:prstGeom>
        </p:spPr>
        <p:txBody>
          <a:bodyPr anchor="ctr" anchorCtr="0"/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000" kern="1200" baseline="0">
                <a:solidFill>
                  <a:schemeClr val="bg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0" dirty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Virtual Edition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F21769-7EBA-03AE-D43C-3F05485EE5D7}"/>
              </a:ext>
            </a:extLst>
          </p:cNvPr>
          <p:cNvSpPr/>
          <p:nvPr userDrawn="1"/>
        </p:nvSpPr>
        <p:spPr>
          <a:xfrm>
            <a:off x="0" y="6490276"/>
            <a:ext cx="12192000" cy="216000"/>
          </a:xfrm>
          <a:prstGeom prst="rect">
            <a:avLst/>
          </a:prstGeom>
          <a:solidFill>
            <a:srgbClr val="FCE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8AA2F9-B0A6-2E87-161D-34625E875C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8198" y="83274"/>
            <a:ext cx="2774403" cy="435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F6A02E-5A10-9A79-1C53-14963C2BD546}"/>
              </a:ext>
            </a:extLst>
          </p:cNvPr>
          <p:cNvSpPr txBox="1"/>
          <p:nvPr userDrawn="1"/>
        </p:nvSpPr>
        <p:spPr>
          <a:xfrm>
            <a:off x="11513256" y="6492128"/>
            <a:ext cx="409503" cy="214147"/>
          </a:xfrm>
          <a:prstGeom prst="rect">
            <a:avLst/>
          </a:prstGeom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fld id="{DE63DE5B-D6E9-7B40-84C0-058E84E3C55A}" type="slidenum">
              <a:rPr lang="en-US" sz="1200" b="0" cap="none" spc="0" baseline="0" smtClean="0">
                <a:ln w="0"/>
                <a:solidFill>
                  <a:schemeClr val="bg1"/>
                </a:solidFill>
                <a:effectLst/>
              </a:rPr>
              <a:pPr algn="r"/>
              <a:t>‹nr.›</a:t>
            </a:fld>
            <a:r>
              <a:rPr lang="en-US" sz="1300" b="0" cap="none" spc="0" baseline="0" dirty="0">
                <a:ln w="0"/>
                <a:solidFill>
                  <a:schemeClr val="bg1"/>
                </a:solidFill>
                <a:effectLst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D4B5E0-A57F-F038-1862-4E7381A05A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526104" y="66501"/>
            <a:ext cx="1523597" cy="52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5091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801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6" r:id="rId2"/>
    <p:sldLayoutId id="2147483659" r:id="rId3"/>
    <p:sldLayoutId id="2147483660" r:id="rId4"/>
    <p:sldLayoutId id="2147483661" r:id="rId5"/>
    <p:sldLayoutId id="2147483662" r:id="rId6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Open Sans" charset="0"/>
          <a:ea typeface="Open Sans" charset="0"/>
          <a:cs typeface="Open Sans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devdays.com/feedback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E96588F-E356-15BC-F4EC-039964E9AF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301C68-73F3-5DE9-B720-FFD53931A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0502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15430-5185-BD8E-9E91-9A36C6F2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31C22-AF4D-A00D-32C4-8149E6DBFC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997236"/>
            <a:ext cx="11106151" cy="4225143"/>
          </a:xfrm>
        </p:spPr>
        <p:txBody>
          <a:bodyPr/>
          <a:lstStyle/>
          <a:p>
            <a:r>
              <a:rPr lang="en-US" dirty="0"/>
              <a:t>Name</a:t>
            </a:r>
          </a:p>
          <a:p>
            <a:r>
              <a:rPr lang="en-US" dirty="0"/>
              <a:t>Job title &amp; Company Name</a:t>
            </a:r>
          </a:p>
          <a:p>
            <a:r>
              <a:rPr lang="en-US" dirty="0"/>
              <a:t>&lt;add photo&gt;</a:t>
            </a:r>
          </a:p>
        </p:txBody>
      </p:sp>
    </p:spTree>
    <p:extLst>
      <p:ext uri="{BB962C8B-B14F-4D97-AF65-F5344CB8AC3E}">
        <p14:creationId xmlns:p14="http://schemas.microsoft.com/office/powerpoint/2010/main" val="3886474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DD1FB-7741-46F1-A24A-DC9FA908E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B1D7B-F7FB-8D8C-5EBD-F577DFDC4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8882C-7FA8-DA86-0DFA-48642E8A0F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997236"/>
            <a:ext cx="11106151" cy="4225143"/>
          </a:xfrm>
        </p:spPr>
        <p:txBody>
          <a:bodyPr/>
          <a:lstStyle/>
          <a:p>
            <a:r>
              <a:rPr lang="en-US" dirty="0"/>
              <a:t>Text to add to slide</a:t>
            </a:r>
          </a:p>
          <a:p>
            <a:pPr lvl="1"/>
            <a:r>
              <a:rPr lang="en-US" dirty="0"/>
              <a:t>Indent item</a:t>
            </a:r>
          </a:p>
          <a:p>
            <a:r>
              <a:rPr lang="en-US" dirty="0"/>
              <a:t>Another item</a:t>
            </a:r>
          </a:p>
        </p:txBody>
      </p:sp>
    </p:spTree>
    <p:extLst>
      <p:ext uri="{BB962C8B-B14F-4D97-AF65-F5344CB8AC3E}">
        <p14:creationId xmlns:p14="http://schemas.microsoft.com/office/powerpoint/2010/main" val="2761314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9A665-51A1-A2C9-DA2F-2A90DB7DE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1CC80-D2E3-E6FD-F283-7940E4495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Contact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9E4E2D-E8AE-5105-CA4D-38B426E91A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997236"/>
            <a:ext cx="11106151" cy="4225143"/>
          </a:xfrm>
        </p:spPr>
        <p:txBody>
          <a:bodyPr/>
          <a:lstStyle/>
          <a:p>
            <a:r>
              <a:rPr lang="en-GB" dirty="0"/>
              <a:t>You can find / reach me here:</a:t>
            </a:r>
          </a:p>
          <a:p>
            <a:pPr lvl="1"/>
            <a:r>
              <a:rPr lang="en-GB" dirty="0"/>
              <a:t>..</a:t>
            </a:r>
          </a:p>
          <a:p>
            <a:pPr lvl="1"/>
            <a:r>
              <a:rPr lang="en-GB" dirty="0"/>
              <a:t>..</a:t>
            </a:r>
          </a:p>
          <a:p>
            <a:pPr lvl="1"/>
            <a:r>
              <a:rPr lang="en-GB" dirty="0"/>
              <a:t>..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705447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406A7-423D-897B-9C01-5B9B07CB8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E3342-DCF0-4B89-A727-A52A53BED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DCD59B-DB00-D6F4-ADF7-D046A34F2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997236"/>
            <a:ext cx="11020426" cy="4225143"/>
          </a:xfrm>
        </p:spPr>
        <p:txBody>
          <a:bodyPr/>
          <a:lstStyle/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53333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80914-D3A0-C488-B986-BC1E8D95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FD873-805E-0520-5D5B-98A361E08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5B61A-DD9A-93C6-67EB-5421DB8A382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997236"/>
            <a:ext cx="6515101" cy="4225143"/>
          </a:xfrm>
        </p:spPr>
        <p:txBody>
          <a:bodyPr/>
          <a:lstStyle/>
          <a:p>
            <a:r>
              <a:rPr lang="en-US" dirty="0"/>
              <a:t>Include link and/or QR code to </a:t>
            </a:r>
            <a:br>
              <a:rPr lang="en-US" dirty="0"/>
            </a:br>
            <a:r>
              <a:rPr lang="en-US" dirty="0"/>
              <a:t>collect feedback on your talk </a:t>
            </a:r>
            <a:br>
              <a:rPr lang="en-US" dirty="0"/>
            </a:br>
            <a:r>
              <a:rPr lang="en-US" dirty="0"/>
              <a:t>and DevDays</a:t>
            </a:r>
          </a:p>
          <a:p>
            <a:r>
              <a:rPr lang="nl-NL" dirty="0">
                <a:hlinkClick r:id="rId2"/>
              </a:rPr>
              <a:t>https://www.devdays.com/feedback/</a:t>
            </a:r>
            <a:endParaRPr lang="nl-NL" sz="2400" dirty="0"/>
          </a:p>
          <a:p>
            <a:endParaRPr lang="en-NL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F0A7CE0-A52B-A41A-FD5C-ABB2F7373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9651" y="1022040"/>
            <a:ext cx="4304149" cy="5200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427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8123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>
          <a:defRPr sz="3000" b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16934</TotalTime>
  <Words>67</Words>
  <Application>Microsoft Office PowerPoint</Application>
  <PresentationFormat>Breedbeeld</PresentationFormat>
  <Paragraphs>17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3" baseType="lpstr">
      <vt:lpstr>Arial</vt:lpstr>
      <vt:lpstr>Calibri</vt:lpstr>
      <vt:lpstr>Open Sans</vt:lpstr>
      <vt:lpstr>Open Sans Semibold</vt:lpstr>
      <vt:lpstr>Roboto</vt:lpstr>
      <vt:lpstr>Office Theme</vt:lpstr>
      <vt:lpstr>PowerPoint-presentatie</vt:lpstr>
      <vt:lpstr>Who am I?</vt:lpstr>
      <vt:lpstr>Presentation</vt:lpstr>
      <vt:lpstr>Contact</vt:lpstr>
      <vt:lpstr>Q&amp;A</vt:lpstr>
      <vt:lpstr>Feedback</vt:lpstr>
      <vt:lpstr>PowerPoint-presentatie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Marita</dc:creator>
  <cp:keywords/>
  <dc:description/>
  <cp:lastModifiedBy>Marita Mantle-Kloosterboer</cp:lastModifiedBy>
  <cp:revision>274</cp:revision>
  <dcterms:created xsi:type="dcterms:W3CDTF">2017-07-13T07:33:22Z</dcterms:created>
  <dcterms:modified xsi:type="dcterms:W3CDTF">2026-04-21T09:54:32Z</dcterms:modified>
  <cp:category/>
</cp:coreProperties>
</file>