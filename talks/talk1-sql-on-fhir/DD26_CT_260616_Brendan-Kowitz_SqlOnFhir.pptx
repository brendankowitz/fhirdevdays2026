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core0.xml" ContentType="application/vnd.openxmlformats-package.core-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metadata/core-properties" Target="docProps/core0.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3"/>
  </p:notesMasterIdLst>
  <p:sldIdLst>
    <p:sldId id="256" r:id="rId2"/>
    <p:sldId id="257" r:id="rId3"/>
    <p:sldId id="258" r:id="rId4"/>
    <p:sldId id="347" r:id="rId5"/>
    <p:sldId id="348" r:id="rId6"/>
    <p:sldId id="367" r:id="rId7"/>
    <p:sldId id="264" r:id="rId8"/>
    <p:sldId id="266" r:id="rId9"/>
    <p:sldId id="267" r:id="rId10"/>
    <p:sldId id="268" r:id="rId11"/>
    <p:sldId id="269" r:id="rId12"/>
    <p:sldId id="270" r:id="rId13"/>
    <p:sldId id="271" r:id="rId14"/>
    <p:sldId id="272" r:id="rId15"/>
    <p:sldId id="273" r:id="rId16"/>
    <p:sldId id="356" r:id="rId17"/>
    <p:sldId id="276" r:id="rId18"/>
    <p:sldId id="360" r:id="rId19"/>
    <p:sldId id="278" r:id="rId20"/>
    <p:sldId id="279" r:id="rId21"/>
    <p:sldId id="280"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A14C66F-5D38-4A44-BB9B-7D5119B7BF86}" v="5" dt="2026-06-14T02:10:12.04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8" d="100"/>
          <a:sy n="108" d="100"/>
        </p:scale>
        <p:origin x="816"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rendan Kowitz" userId="78f460ffbb23f3a5" providerId="LiveId" clId="{9B7601C6-B36E-4F0B-A9E1-9E7E69A268BF}"/>
    <pc:docChg chg="undo custSel addSld delSld modSld">
      <pc:chgData name="Brendan Kowitz" userId="78f460ffbb23f3a5" providerId="LiveId" clId="{9B7601C6-B36E-4F0B-A9E1-9E7E69A268BF}" dt="2026-06-14T23:29:51.309" v="759" actId="20577"/>
      <pc:docMkLst>
        <pc:docMk/>
      </pc:docMkLst>
      <pc:sldChg chg="modSp mod">
        <pc:chgData name="Brendan Kowitz" userId="78f460ffbb23f3a5" providerId="LiveId" clId="{9B7601C6-B36E-4F0B-A9E1-9E7E69A268BF}" dt="2026-06-14T00:13:37.411" v="69" actId="27636"/>
        <pc:sldMkLst>
          <pc:docMk/>
          <pc:sldMk cId="0" sldId="256"/>
        </pc:sldMkLst>
        <pc:spChg chg="mod">
          <ac:chgData name="Brendan Kowitz" userId="78f460ffbb23f3a5" providerId="LiveId" clId="{9B7601C6-B36E-4F0B-A9E1-9E7E69A268BF}" dt="2026-06-14T00:13:37.411" v="69" actId="27636"/>
          <ac:spMkLst>
            <pc:docMk/>
            <pc:sldMk cId="0" sldId="256"/>
            <ac:spMk id="2" creationId="{00000000-0000-0000-0000-000000000000}"/>
          </ac:spMkLst>
        </pc:spChg>
        <pc:spChg chg="mod">
          <ac:chgData name="Brendan Kowitz" userId="78f460ffbb23f3a5" providerId="LiveId" clId="{9B7601C6-B36E-4F0B-A9E1-9E7E69A268BF}" dt="2026-06-14T00:03:45.946" v="10" actId="20577"/>
          <ac:spMkLst>
            <pc:docMk/>
            <pc:sldMk cId="0" sldId="256"/>
            <ac:spMk id="3" creationId="{00000000-0000-0000-0000-000000000000}"/>
          </ac:spMkLst>
        </pc:spChg>
      </pc:sldChg>
      <pc:sldChg chg="modSp mod">
        <pc:chgData name="Brendan Kowitz" userId="78f460ffbb23f3a5" providerId="LiveId" clId="{9B7601C6-B36E-4F0B-A9E1-9E7E69A268BF}" dt="2026-06-14T00:05:31.179" v="22" actId="1076"/>
        <pc:sldMkLst>
          <pc:docMk/>
          <pc:sldMk cId="0" sldId="257"/>
        </pc:sldMkLst>
        <pc:spChg chg="mod">
          <ac:chgData name="Brendan Kowitz" userId="78f460ffbb23f3a5" providerId="LiveId" clId="{9B7601C6-B36E-4F0B-A9E1-9E7E69A268BF}" dt="2026-06-14T00:05:31.179" v="22" actId="1076"/>
          <ac:spMkLst>
            <pc:docMk/>
            <pc:sldMk cId="0" sldId="257"/>
            <ac:spMk id="82" creationId="{00000000-0000-0000-0000-000000000000}"/>
          </ac:spMkLst>
        </pc:spChg>
        <pc:spChg chg="mod">
          <ac:chgData name="Brendan Kowitz" userId="78f460ffbb23f3a5" providerId="LiveId" clId="{9B7601C6-B36E-4F0B-A9E1-9E7E69A268BF}" dt="2026-06-14T00:04:26.142" v="15" actId="1076"/>
          <ac:spMkLst>
            <pc:docMk/>
            <pc:sldMk cId="0" sldId="257"/>
            <ac:spMk id="83" creationId="{00000000-0000-0000-0000-000000000000}"/>
          </ac:spMkLst>
        </pc:spChg>
        <pc:spChg chg="mod">
          <ac:chgData name="Brendan Kowitz" userId="78f460ffbb23f3a5" providerId="LiveId" clId="{9B7601C6-B36E-4F0B-A9E1-9E7E69A268BF}" dt="2026-06-14T00:04:27.939" v="16" actId="14100"/>
          <ac:spMkLst>
            <pc:docMk/>
            <pc:sldMk cId="0" sldId="257"/>
            <ac:spMk id="86" creationId="{00000000-0000-0000-0000-000000000000}"/>
          </ac:spMkLst>
        </pc:spChg>
      </pc:sldChg>
      <pc:sldChg chg="delSp mod">
        <pc:chgData name="Brendan Kowitz" userId="78f460ffbb23f3a5" providerId="LiveId" clId="{9B7601C6-B36E-4F0B-A9E1-9E7E69A268BF}" dt="2026-06-14T00:06:00.391" v="24" actId="478"/>
        <pc:sldMkLst>
          <pc:docMk/>
          <pc:sldMk cId="0" sldId="258"/>
        </pc:sldMkLst>
        <pc:spChg chg="del">
          <ac:chgData name="Brendan Kowitz" userId="78f460ffbb23f3a5" providerId="LiveId" clId="{9B7601C6-B36E-4F0B-A9E1-9E7E69A268BF}" dt="2026-06-14T00:06:00.391" v="24" actId="478"/>
          <ac:spMkLst>
            <pc:docMk/>
            <pc:sldMk cId="0" sldId="258"/>
            <ac:spMk id="111" creationId="{00000000-0000-0000-0000-000000000000}"/>
          </ac:spMkLst>
        </pc:spChg>
        <pc:spChg chg="del">
          <ac:chgData name="Brendan Kowitz" userId="78f460ffbb23f3a5" providerId="LiveId" clId="{9B7601C6-B36E-4F0B-A9E1-9E7E69A268BF}" dt="2026-06-14T00:05:57.270" v="23" actId="478"/>
          <ac:spMkLst>
            <pc:docMk/>
            <pc:sldMk cId="0" sldId="258"/>
            <ac:spMk id="112" creationId="{00000000-0000-0000-0000-000000000000}"/>
          </ac:spMkLst>
        </pc:spChg>
      </pc:sldChg>
      <pc:sldChg chg="addSp delSp modSp del mod">
        <pc:chgData name="Brendan Kowitz" userId="78f460ffbb23f3a5" providerId="LiveId" clId="{9B7601C6-B36E-4F0B-A9E1-9E7E69A268BF}" dt="2026-06-14T00:20:47.696" v="108"/>
        <pc:sldMkLst>
          <pc:docMk/>
          <pc:sldMk cId="0" sldId="259"/>
        </pc:sldMkLst>
        <pc:spChg chg="add mod">
          <ac:chgData name="Brendan Kowitz" userId="78f460ffbb23f3a5" providerId="LiveId" clId="{9B7601C6-B36E-4F0B-A9E1-9E7E69A268BF}" dt="2026-06-14T00:20:28.096" v="99"/>
          <ac:spMkLst>
            <pc:docMk/>
            <pc:sldMk cId="0" sldId="259"/>
            <ac:spMk id="2" creationId="{6E9FF0D1-6931-4B52-B95F-8735E237D03F}"/>
          </ac:spMkLst>
        </pc:spChg>
        <pc:spChg chg="add mod">
          <ac:chgData name="Brendan Kowitz" userId="78f460ffbb23f3a5" providerId="LiveId" clId="{9B7601C6-B36E-4F0B-A9E1-9E7E69A268BF}" dt="2026-06-14T00:20:28.106" v="106"/>
          <ac:spMkLst>
            <pc:docMk/>
            <pc:sldMk cId="0" sldId="259"/>
            <ac:spMk id="3" creationId="{72F8D2A1-F218-4340-A485-0CDC62F5EECA}"/>
          </ac:spMkLst>
        </pc:spChg>
        <pc:spChg chg="mod">
          <ac:chgData name="Brendan Kowitz" userId="78f460ffbb23f3a5" providerId="LiveId" clId="{9B7601C6-B36E-4F0B-A9E1-9E7E69A268BF}" dt="2026-06-14T00:20:28.095" v="95"/>
          <ac:spMkLst>
            <pc:docMk/>
            <pc:sldMk cId="0" sldId="259"/>
            <ac:spMk id="113" creationId="{00000000-0000-0000-0000-000000000000}"/>
          </ac:spMkLst>
        </pc:spChg>
        <pc:spChg chg="mod">
          <ac:chgData name="Brendan Kowitz" userId="78f460ffbb23f3a5" providerId="LiveId" clId="{9B7601C6-B36E-4F0B-A9E1-9E7E69A268BF}" dt="2026-06-14T00:20:28.095" v="91"/>
          <ac:spMkLst>
            <pc:docMk/>
            <pc:sldMk cId="0" sldId="259"/>
            <ac:spMk id="114" creationId="{00000000-0000-0000-0000-000000000000}"/>
          </ac:spMkLst>
        </pc:spChg>
        <pc:spChg chg="del">
          <ac:chgData name="Brendan Kowitz" userId="78f460ffbb23f3a5" providerId="LiveId" clId="{9B7601C6-B36E-4F0B-A9E1-9E7E69A268BF}" dt="2026-06-14T00:20:28.079" v="70"/>
          <ac:spMkLst>
            <pc:docMk/>
            <pc:sldMk cId="0" sldId="259"/>
            <ac:spMk id="115" creationId="{00000000-0000-0000-0000-000000000000}"/>
          </ac:spMkLst>
        </pc:spChg>
        <pc:spChg chg="del">
          <ac:chgData name="Brendan Kowitz" userId="78f460ffbb23f3a5" providerId="LiveId" clId="{9B7601C6-B36E-4F0B-A9E1-9E7E69A268BF}" dt="2026-06-14T00:20:28.079" v="71"/>
          <ac:spMkLst>
            <pc:docMk/>
            <pc:sldMk cId="0" sldId="259"/>
            <ac:spMk id="116" creationId="{00000000-0000-0000-0000-000000000000}"/>
          </ac:spMkLst>
        </pc:spChg>
        <pc:spChg chg="del">
          <ac:chgData name="Brendan Kowitz" userId="78f460ffbb23f3a5" providerId="LiveId" clId="{9B7601C6-B36E-4F0B-A9E1-9E7E69A268BF}" dt="2026-06-14T00:20:28.080" v="73"/>
          <ac:spMkLst>
            <pc:docMk/>
            <pc:sldMk cId="0" sldId="259"/>
            <ac:spMk id="118" creationId="{00000000-0000-0000-0000-000000000000}"/>
          </ac:spMkLst>
        </pc:spChg>
        <pc:spChg chg="del mod">
          <ac:chgData name="Brendan Kowitz" userId="78f460ffbb23f3a5" providerId="LiveId" clId="{9B7601C6-B36E-4F0B-A9E1-9E7E69A268BF}" dt="2026-06-14T00:20:28.080" v="74"/>
          <ac:spMkLst>
            <pc:docMk/>
            <pc:sldMk cId="0" sldId="259"/>
            <ac:spMk id="119" creationId="{00000000-0000-0000-0000-000000000000}"/>
          </ac:spMkLst>
        </pc:spChg>
        <pc:spChg chg="del mod">
          <ac:chgData name="Brendan Kowitz" userId="78f460ffbb23f3a5" providerId="LiveId" clId="{9B7601C6-B36E-4F0B-A9E1-9E7E69A268BF}" dt="2026-06-14T00:20:28.080" v="75"/>
          <ac:spMkLst>
            <pc:docMk/>
            <pc:sldMk cId="0" sldId="259"/>
            <ac:spMk id="120" creationId="{00000000-0000-0000-0000-000000000000}"/>
          </ac:spMkLst>
        </pc:spChg>
        <pc:spChg chg="del">
          <ac:chgData name="Brendan Kowitz" userId="78f460ffbb23f3a5" providerId="LiveId" clId="{9B7601C6-B36E-4F0B-A9E1-9E7E69A268BF}" dt="2026-06-14T00:20:28.081" v="76"/>
          <ac:spMkLst>
            <pc:docMk/>
            <pc:sldMk cId="0" sldId="259"/>
            <ac:spMk id="121" creationId="{00000000-0000-0000-0000-000000000000}"/>
          </ac:spMkLst>
        </pc:spChg>
        <pc:spChg chg="del">
          <ac:chgData name="Brendan Kowitz" userId="78f460ffbb23f3a5" providerId="LiveId" clId="{9B7601C6-B36E-4F0B-A9E1-9E7E69A268BF}" dt="2026-06-14T00:20:28.081" v="77"/>
          <ac:spMkLst>
            <pc:docMk/>
            <pc:sldMk cId="0" sldId="259"/>
            <ac:spMk id="122" creationId="{00000000-0000-0000-0000-000000000000}"/>
          </ac:spMkLst>
        </pc:spChg>
        <pc:spChg chg="del">
          <ac:chgData name="Brendan Kowitz" userId="78f460ffbb23f3a5" providerId="LiveId" clId="{9B7601C6-B36E-4F0B-A9E1-9E7E69A268BF}" dt="2026-06-14T00:20:28.081" v="79"/>
          <ac:spMkLst>
            <pc:docMk/>
            <pc:sldMk cId="0" sldId="259"/>
            <ac:spMk id="124" creationId="{00000000-0000-0000-0000-000000000000}"/>
          </ac:spMkLst>
        </pc:spChg>
        <pc:spChg chg="del">
          <ac:chgData name="Brendan Kowitz" userId="78f460ffbb23f3a5" providerId="LiveId" clId="{9B7601C6-B36E-4F0B-A9E1-9E7E69A268BF}" dt="2026-06-14T00:20:28.082" v="80"/>
          <ac:spMkLst>
            <pc:docMk/>
            <pc:sldMk cId="0" sldId="259"/>
            <ac:spMk id="125" creationId="{00000000-0000-0000-0000-000000000000}"/>
          </ac:spMkLst>
        </pc:spChg>
        <pc:spChg chg="del">
          <ac:chgData name="Brendan Kowitz" userId="78f460ffbb23f3a5" providerId="LiveId" clId="{9B7601C6-B36E-4F0B-A9E1-9E7E69A268BF}" dt="2026-06-14T00:20:28.082" v="81"/>
          <ac:spMkLst>
            <pc:docMk/>
            <pc:sldMk cId="0" sldId="259"/>
            <ac:spMk id="126" creationId="{00000000-0000-0000-0000-000000000000}"/>
          </ac:spMkLst>
        </pc:spChg>
        <pc:spChg chg="del">
          <ac:chgData name="Brendan Kowitz" userId="78f460ffbb23f3a5" providerId="LiveId" clId="{9B7601C6-B36E-4F0B-A9E1-9E7E69A268BF}" dt="2026-06-14T00:20:28.082" v="82"/>
          <ac:spMkLst>
            <pc:docMk/>
            <pc:sldMk cId="0" sldId="259"/>
            <ac:spMk id="127" creationId="{00000000-0000-0000-0000-000000000000}"/>
          </ac:spMkLst>
        </pc:spChg>
        <pc:spChg chg="del">
          <ac:chgData name="Brendan Kowitz" userId="78f460ffbb23f3a5" providerId="LiveId" clId="{9B7601C6-B36E-4F0B-A9E1-9E7E69A268BF}" dt="2026-06-14T00:20:28.082" v="83"/>
          <ac:spMkLst>
            <pc:docMk/>
            <pc:sldMk cId="0" sldId="259"/>
            <ac:spMk id="128" creationId="{00000000-0000-0000-0000-000000000000}"/>
          </ac:spMkLst>
        </pc:spChg>
        <pc:spChg chg="del">
          <ac:chgData name="Brendan Kowitz" userId="78f460ffbb23f3a5" providerId="LiveId" clId="{9B7601C6-B36E-4F0B-A9E1-9E7E69A268BF}" dt="2026-06-14T00:20:28.083" v="85"/>
          <ac:spMkLst>
            <pc:docMk/>
            <pc:sldMk cId="0" sldId="259"/>
            <ac:spMk id="130" creationId="{00000000-0000-0000-0000-000000000000}"/>
          </ac:spMkLst>
        </pc:spChg>
        <pc:spChg chg="del">
          <ac:chgData name="Brendan Kowitz" userId="78f460ffbb23f3a5" providerId="LiveId" clId="{9B7601C6-B36E-4F0B-A9E1-9E7E69A268BF}" dt="2026-06-14T00:20:28.083" v="86"/>
          <ac:spMkLst>
            <pc:docMk/>
            <pc:sldMk cId="0" sldId="259"/>
            <ac:spMk id="131" creationId="{00000000-0000-0000-0000-000000000000}"/>
          </ac:spMkLst>
        </pc:spChg>
        <pc:spChg chg="del">
          <ac:chgData name="Brendan Kowitz" userId="78f460ffbb23f3a5" providerId="LiveId" clId="{9B7601C6-B36E-4F0B-A9E1-9E7E69A268BF}" dt="2026-06-14T00:20:28.083" v="87"/>
          <ac:spMkLst>
            <pc:docMk/>
            <pc:sldMk cId="0" sldId="259"/>
            <ac:spMk id="132" creationId="{00000000-0000-0000-0000-000000000000}"/>
          </ac:spMkLst>
        </pc:spChg>
        <pc:picChg chg="del">
          <ac:chgData name="Brendan Kowitz" userId="78f460ffbb23f3a5" providerId="LiveId" clId="{9B7601C6-B36E-4F0B-A9E1-9E7E69A268BF}" dt="2026-06-14T00:20:28.080" v="72"/>
          <ac:picMkLst>
            <pc:docMk/>
            <pc:sldMk cId="0" sldId="259"/>
            <ac:picMk id="117" creationId="{00000000-0000-0000-0000-000000000000}"/>
          </ac:picMkLst>
        </pc:picChg>
        <pc:picChg chg="del">
          <ac:chgData name="Brendan Kowitz" userId="78f460ffbb23f3a5" providerId="LiveId" clId="{9B7601C6-B36E-4F0B-A9E1-9E7E69A268BF}" dt="2026-06-14T00:20:28.081" v="78"/>
          <ac:picMkLst>
            <pc:docMk/>
            <pc:sldMk cId="0" sldId="259"/>
            <ac:picMk id="123" creationId="{00000000-0000-0000-0000-000000000000}"/>
          </ac:picMkLst>
        </pc:picChg>
        <pc:picChg chg="del">
          <ac:chgData name="Brendan Kowitz" userId="78f460ffbb23f3a5" providerId="LiveId" clId="{9B7601C6-B36E-4F0B-A9E1-9E7E69A268BF}" dt="2026-06-14T00:20:28.082" v="84"/>
          <ac:picMkLst>
            <pc:docMk/>
            <pc:sldMk cId="0" sldId="259"/>
            <ac:picMk id="129" creationId="{00000000-0000-0000-0000-000000000000}"/>
          </ac:picMkLst>
        </pc:picChg>
      </pc:sldChg>
      <pc:sldChg chg="addSp modSp del mod">
        <pc:chgData name="Brendan Kowitz" userId="78f460ffbb23f3a5" providerId="LiveId" clId="{9B7601C6-B36E-4F0B-A9E1-9E7E69A268BF}" dt="2026-06-14T00:47:03.531" v="358"/>
        <pc:sldMkLst>
          <pc:docMk/>
          <pc:sldMk cId="0" sldId="261"/>
        </pc:sldMkLst>
        <pc:spChg chg="add mod">
          <ac:chgData name="Brendan Kowitz" userId="78f460ffbb23f3a5" providerId="LiveId" clId="{9B7601C6-B36E-4F0B-A9E1-9E7E69A268BF}" dt="2026-06-14T00:46:38.851" v="336"/>
          <ac:spMkLst>
            <pc:docMk/>
            <pc:sldMk cId="0" sldId="261"/>
            <ac:spMk id="2" creationId="{3BFAB7BF-7E9B-4D92-B185-87C1B2ABDE94}"/>
          </ac:spMkLst>
        </pc:spChg>
        <pc:spChg chg="add mod">
          <ac:chgData name="Brendan Kowitz" userId="78f460ffbb23f3a5" providerId="LiveId" clId="{9B7601C6-B36E-4F0B-A9E1-9E7E69A268BF}" dt="2026-06-14T00:46:38.852" v="340"/>
          <ac:spMkLst>
            <pc:docMk/>
            <pc:sldMk cId="0" sldId="261"/>
            <ac:spMk id="3" creationId="{AC1D054E-B067-4967-9F9E-71FB089E95CA}"/>
          </ac:spMkLst>
        </pc:spChg>
        <pc:spChg chg="add mod">
          <ac:chgData name="Brendan Kowitz" userId="78f460ffbb23f3a5" providerId="LiveId" clId="{9B7601C6-B36E-4F0B-A9E1-9E7E69A268BF}" dt="2026-06-14T00:46:38.853" v="348"/>
          <ac:spMkLst>
            <pc:docMk/>
            <pc:sldMk cId="0" sldId="261"/>
            <ac:spMk id="4" creationId="{2F6704CD-3A04-4FDB-BE7A-4797508B48F5}"/>
          </ac:spMkLst>
        </pc:spChg>
        <pc:spChg chg="add mod">
          <ac:chgData name="Brendan Kowitz" userId="78f460ffbb23f3a5" providerId="LiveId" clId="{9B7601C6-B36E-4F0B-A9E1-9E7E69A268BF}" dt="2026-06-14T00:46:38.855" v="356"/>
          <ac:spMkLst>
            <pc:docMk/>
            <pc:sldMk cId="0" sldId="261"/>
            <ac:spMk id="5" creationId="{B9A51D7A-19FB-4A58-848E-F11CF0BC58D7}"/>
          </ac:spMkLst>
        </pc:spChg>
        <pc:spChg chg="mod">
          <ac:chgData name="Brendan Kowitz" userId="78f460ffbb23f3a5" providerId="LiveId" clId="{9B7601C6-B36E-4F0B-A9E1-9E7E69A268BF}" dt="2026-06-14T00:46:38.836" v="313"/>
          <ac:spMkLst>
            <pc:docMk/>
            <pc:sldMk cId="0" sldId="261"/>
            <ac:spMk id="138" creationId="{00000000-0000-0000-0000-000000000000}"/>
          </ac:spMkLst>
        </pc:spChg>
        <pc:spChg chg="mod">
          <ac:chgData name="Brendan Kowitz" userId="78f460ffbb23f3a5" providerId="LiveId" clId="{9B7601C6-B36E-4F0B-A9E1-9E7E69A268BF}" dt="2026-06-14T00:46:38.836" v="315"/>
          <ac:spMkLst>
            <pc:docMk/>
            <pc:sldMk cId="0" sldId="261"/>
            <ac:spMk id="139" creationId="{00000000-0000-0000-0000-000000000000}"/>
          </ac:spMkLst>
        </pc:spChg>
        <pc:spChg chg="mod">
          <ac:chgData name="Brendan Kowitz" userId="78f460ffbb23f3a5" providerId="LiveId" clId="{9B7601C6-B36E-4F0B-A9E1-9E7E69A268BF}" dt="2026-06-14T00:46:38.836" v="317"/>
          <ac:spMkLst>
            <pc:docMk/>
            <pc:sldMk cId="0" sldId="261"/>
            <ac:spMk id="141" creationId="{00000000-0000-0000-0000-000000000000}"/>
          </ac:spMkLst>
        </pc:spChg>
        <pc:spChg chg="mod">
          <ac:chgData name="Brendan Kowitz" userId="78f460ffbb23f3a5" providerId="LiveId" clId="{9B7601C6-B36E-4F0B-A9E1-9E7E69A268BF}" dt="2026-06-14T00:46:38.838" v="318"/>
          <ac:spMkLst>
            <pc:docMk/>
            <pc:sldMk cId="0" sldId="261"/>
            <ac:spMk id="142" creationId="{00000000-0000-0000-0000-000000000000}"/>
          </ac:spMkLst>
        </pc:spChg>
        <pc:spChg chg="mod">
          <ac:chgData name="Brendan Kowitz" userId="78f460ffbb23f3a5" providerId="LiveId" clId="{9B7601C6-B36E-4F0B-A9E1-9E7E69A268BF}" dt="2026-06-14T00:46:38.838" v="320"/>
          <ac:spMkLst>
            <pc:docMk/>
            <pc:sldMk cId="0" sldId="261"/>
            <ac:spMk id="143" creationId="{00000000-0000-0000-0000-000000000000}"/>
          </ac:spMkLst>
        </pc:spChg>
        <pc:spChg chg="mod">
          <ac:chgData name="Brendan Kowitz" userId="78f460ffbb23f3a5" providerId="LiveId" clId="{9B7601C6-B36E-4F0B-A9E1-9E7E69A268BF}" dt="2026-06-14T00:46:38.838" v="322"/>
          <ac:spMkLst>
            <pc:docMk/>
            <pc:sldMk cId="0" sldId="261"/>
            <ac:spMk id="144" creationId="{00000000-0000-0000-0000-000000000000}"/>
          </ac:spMkLst>
        </pc:spChg>
        <pc:spChg chg="mod">
          <ac:chgData name="Brendan Kowitz" userId="78f460ffbb23f3a5" providerId="LiveId" clId="{9B7601C6-B36E-4F0B-A9E1-9E7E69A268BF}" dt="2026-06-14T00:46:38.839" v="324"/>
          <ac:spMkLst>
            <pc:docMk/>
            <pc:sldMk cId="0" sldId="261"/>
            <ac:spMk id="146" creationId="{00000000-0000-0000-0000-000000000000}"/>
          </ac:spMkLst>
        </pc:spChg>
        <pc:spChg chg="mod">
          <ac:chgData name="Brendan Kowitz" userId="78f460ffbb23f3a5" providerId="LiveId" clId="{9B7601C6-B36E-4F0B-A9E1-9E7E69A268BF}" dt="2026-06-14T00:46:38.839" v="325"/>
          <ac:spMkLst>
            <pc:docMk/>
            <pc:sldMk cId="0" sldId="261"/>
            <ac:spMk id="147" creationId="{00000000-0000-0000-0000-000000000000}"/>
          </ac:spMkLst>
        </pc:spChg>
        <pc:spChg chg="mod">
          <ac:chgData name="Brendan Kowitz" userId="78f460ffbb23f3a5" providerId="LiveId" clId="{9B7601C6-B36E-4F0B-A9E1-9E7E69A268BF}" dt="2026-06-14T00:46:38.839" v="327"/>
          <ac:spMkLst>
            <pc:docMk/>
            <pc:sldMk cId="0" sldId="261"/>
            <ac:spMk id="148" creationId="{00000000-0000-0000-0000-000000000000}"/>
          </ac:spMkLst>
        </pc:spChg>
        <pc:spChg chg="mod">
          <ac:chgData name="Brendan Kowitz" userId="78f460ffbb23f3a5" providerId="LiveId" clId="{9B7601C6-B36E-4F0B-A9E1-9E7E69A268BF}" dt="2026-06-14T00:46:38.839" v="329"/>
          <ac:spMkLst>
            <pc:docMk/>
            <pc:sldMk cId="0" sldId="261"/>
            <ac:spMk id="149" creationId="{00000000-0000-0000-0000-000000000000}"/>
          </ac:spMkLst>
        </pc:spChg>
        <pc:spChg chg="mod">
          <ac:chgData name="Brendan Kowitz" userId="78f460ffbb23f3a5" providerId="LiveId" clId="{9B7601C6-B36E-4F0B-A9E1-9E7E69A268BF}" dt="2026-06-14T00:46:38.840" v="331"/>
          <ac:spMkLst>
            <pc:docMk/>
            <pc:sldMk cId="0" sldId="261"/>
            <ac:spMk id="151" creationId="{00000000-0000-0000-0000-000000000000}"/>
          </ac:spMkLst>
        </pc:spChg>
        <pc:spChg chg="mod">
          <ac:chgData name="Brendan Kowitz" userId="78f460ffbb23f3a5" providerId="LiveId" clId="{9B7601C6-B36E-4F0B-A9E1-9E7E69A268BF}" dt="2026-06-14T00:46:38.840" v="332"/>
          <ac:spMkLst>
            <pc:docMk/>
            <pc:sldMk cId="0" sldId="261"/>
            <ac:spMk id="152" creationId="{00000000-0000-0000-0000-000000000000}"/>
          </ac:spMkLst>
        </pc:spChg>
        <pc:picChg chg="mod">
          <ac:chgData name="Brendan Kowitz" userId="78f460ffbb23f3a5" providerId="LiveId" clId="{9B7601C6-B36E-4F0B-A9E1-9E7E69A268BF}" dt="2026-06-14T00:46:38.836" v="316"/>
          <ac:picMkLst>
            <pc:docMk/>
            <pc:sldMk cId="0" sldId="261"/>
            <ac:picMk id="140" creationId="{00000000-0000-0000-0000-000000000000}"/>
          </ac:picMkLst>
        </pc:picChg>
        <pc:picChg chg="mod">
          <ac:chgData name="Brendan Kowitz" userId="78f460ffbb23f3a5" providerId="LiveId" clId="{9B7601C6-B36E-4F0B-A9E1-9E7E69A268BF}" dt="2026-06-14T00:46:38.838" v="323"/>
          <ac:picMkLst>
            <pc:docMk/>
            <pc:sldMk cId="0" sldId="261"/>
            <ac:picMk id="145" creationId="{00000000-0000-0000-0000-000000000000}"/>
          </ac:picMkLst>
        </pc:picChg>
        <pc:picChg chg="mod">
          <ac:chgData name="Brendan Kowitz" userId="78f460ffbb23f3a5" providerId="LiveId" clId="{9B7601C6-B36E-4F0B-A9E1-9E7E69A268BF}" dt="2026-06-14T00:46:38.839" v="330"/>
          <ac:picMkLst>
            <pc:docMk/>
            <pc:sldMk cId="0" sldId="261"/>
            <ac:picMk id="150" creationId="{00000000-0000-0000-0000-000000000000}"/>
          </ac:picMkLst>
        </pc:picChg>
      </pc:sldChg>
      <pc:sldChg chg="addSp delSp modSp del mod">
        <pc:chgData name="Brendan Kowitz" userId="78f460ffbb23f3a5" providerId="LiveId" clId="{9B7601C6-B36E-4F0B-A9E1-9E7E69A268BF}" dt="2026-06-14T00:47:12.149" v="359"/>
        <pc:sldMkLst>
          <pc:docMk/>
          <pc:sldMk cId="0" sldId="262"/>
        </pc:sldMkLst>
        <pc:spChg chg="del">
          <ac:chgData name="Brendan Kowitz" userId="78f460ffbb23f3a5" providerId="LiveId" clId="{9B7601C6-B36E-4F0B-A9E1-9E7E69A268BF}" dt="2026-06-14T00:08:03.310" v="66" actId="478"/>
          <ac:spMkLst>
            <pc:docMk/>
            <pc:sldMk cId="0" sldId="262"/>
            <ac:spMk id="161" creationId="{00000000-0000-0000-0000-000000000000}"/>
          </ac:spMkLst>
        </pc:spChg>
        <pc:spChg chg="mod">
          <ac:chgData name="Brendan Kowitz" userId="78f460ffbb23f3a5" providerId="LiveId" clId="{9B7601C6-B36E-4F0B-A9E1-9E7E69A268BF}" dt="2026-06-14T00:31:00.262" v="267" actId="1076"/>
          <ac:spMkLst>
            <pc:docMk/>
            <pc:sldMk cId="0" sldId="262"/>
            <ac:spMk id="162" creationId="{00000000-0000-0000-0000-000000000000}"/>
          </ac:spMkLst>
        </pc:spChg>
        <pc:spChg chg="del">
          <ac:chgData name="Brendan Kowitz" userId="78f460ffbb23f3a5" providerId="LiveId" clId="{9B7601C6-B36E-4F0B-A9E1-9E7E69A268BF}" dt="2026-06-14T00:30:55.348" v="266" actId="478"/>
          <ac:spMkLst>
            <pc:docMk/>
            <pc:sldMk cId="0" sldId="262"/>
            <ac:spMk id="173" creationId="{00000000-0000-0000-0000-000000000000}"/>
          </ac:spMkLst>
        </pc:spChg>
        <pc:picChg chg="add mod">
          <ac:chgData name="Brendan Kowitz" userId="78f460ffbb23f3a5" providerId="LiveId" clId="{9B7601C6-B36E-4F0B-A9E1-9E7E69A268BF}" dt="2026-06-14T00:30:26.377" v="265" actId="1076"/>
          <ac:picMkLst>
            <pc:docMk/>
            <pc:sldMk cId="0" sldId="262"/>
            <ac:picMk id="3" creationId="{B3C5D058-C02B-F392-6A31-CFC2C45EF847}"/>
          </ac:picMkLst>
        </pc:picChg>
      </pc:sldChg>
      <pc:sldChg chg="addSp delSp modSp del mod">
        <pc:chgData name="Brendan Kowitz" userId="78f460ffbb23f3a5" providerId="LiveId" clId="{9B7601C6-B36E-4F0B-A9E1-9E7E69A268BF}" dt="2026-06-14T01:14:48.384" v="519"/>
        <pc:sldMkLst>
          <pc:docMk/>
          <pc:sldMk cId="0" sldId="263"/>
        </pc:sldMkLst>
        <pc:spChg chg="add mod">
          <ac:chgData name="Brendan Kowitz" userId="78f460ffbb23f3a5" providerId="LiveId" clId="{9B7601C6-B36E-4F0B-A9E1-9E7E69A268BF}" dt="2026-06-14T01:08:45.117" v="478"/>
          <ac:spMkLst>
            <pc:docMk/>
            <pc:sldMk cId="0" sldId="263"/>
            <ac:spMk id="2" creationId="{AEE49EE8-1885-4B50-AC6C-38A6D5ADC30A}"/>
          </ac:spMkLst>
        </pc:spChg>
        <pc:spChg chg="add mod">
          <ac:chgData name="Brendan Kowitz" userId="78f460ffbb23f3a5" providerId="LiveId" clId="{9B7601C6-B36E-4F0B-A9E1-9E7E69A268BF}" dt="2026-06-14T01:10:14.918" v="517" actId="1076"/>
          <ac:spMkLst>
            <pc:docMk/>
            <pc:sldMk cId="0" sldId="263"/>
            <ac:spMk id="3" creationId="{AD02B9C9-D20C-41A4-B250-473EECB908A4}"/>
          </ac:spMkLst>
        </pc:spChg>
        <pc:spChg chg="add mod">
          <ac:chgData name="Brendan Kowitz" userId="78f460ffbb23f3a5" providerId="LiveId" clId="{9B7601C6-B36E-4F0B-A9E1-9E7E69A268BF}" dt="2026-06-14T00:58:20.321" v="393"/>
          <ac:spMkLst>
            <pc:docMk/>
            <pc:sldMk cId="0" sldId="263"/>
            <ac:spMk id="4" creationId="{FC2AB505-1597-4874-82CA-2B438129ED7B}"/>
          </ac:spMkLst>
        </pc:spChg>
        <pc:spChg chg="add mod">
          <ac:chgData name="Brendan Kowitz" userId="78f460ffbb23f3a5" providerId="LiveId" clId="{9B7601C6-B36E-4F0B-A9E1-9E7E69A268BF}" dt="2026-06-14T00:58:20.322" v="397"/>
          <ac:spMkLst>
            <pc:docMk/>
            <pc:sldMk cId="0" sldId="263"/>
            <ac:spMk id="5" creationId="{5DD8F997-BA67-48A7-B83E-0A3F924BD407}"/>
          </ac:spMkLst>
        </pc:spChg>
        <pc:spChg chg="add mod">
          <ac:chgData name="Brendan Kowitz" userId="78f460ffbb23f3a5" providerId="LiveId" clId="{9B7601C6-B36E-4F0B-A9E1-9E7E69A268BF}" dt="2026-06-14T00:58:20.325" v="405"/>
          <ac:spMkLst>
            <pc:docMk/>
            <pc:sldMk cId="0" sldId="263"/>
            <ac:spMk id="6" creationId="{E3B4DDFA-AAF8-4513-BACE-902F0A019BBE}"/>
          </ac:spMkLst>
        </pc:spChg>
        <pc:spChg chg="add mod">
          <ac:chgData name="Brendan Kowitz" userId="78f460ffbb23f3a5" providerId="LiveId" clId="{9B7601C6-B36E-4F0B-A9E1-9E7E69A268BF}" dt="2026-06-14T00:58:20.328" v="413"/>
          <ac:spMkLst>
            <pc:docMk/>
            <pc:sldMk cId="0" sldId="263"/>
            <ac:spMk id="7" creationId="{AE4D13ED-5125-4378-88F3-BFEBEA7F20D1}"/>
          </ac:spMkLst>
        </pc:spChg>
        <pc:spChg chg="add mod">
          <ac:chgData name="Brendan Kowitz" userId="78f460ffbb23f3a5" providerId="LiveId" clId="{9B7601C6-B36E-4F0B-A9E1-9E7E69A268BF}" dt="2026-06-14T00:58:20.328" v="419"/>
          <ac:spMkLst>
            <pc:docMk/>
            <pc:sldMk cId="0" sldId="263"/>
            <ac:spMk id="8" creationId="{A8A65F3A-0A58-4462-A813-A1929B48ED0D}"/>
          </ac:spMkLst>
        </pc:spChg>
        <pc:spChg chg="add mod">
          <ac:chgData name="Brendan Kowitz" userId="78f460ffbb23f3a5" providerId="LiveId" clId="{9B7601C6-B36E-4F0B-A9E1-9E7E69A268BF}" dt="2026-06-14T00:58:20.329" v="423"/>
          <ac:spMkLst>
            <pc:docMk/>
            <pc:sldMk cId="0" sldId="263"/>
            <ac:spMk id="9" creationId="{1C016856-2F65-4AC2-B390-D75D6A473646}"/>
          </ac:spMkLst>
        </pc:spChg>
        <pc:spChg chg="add mod">
          <ac:chgData name="Brendan Kowitz" userId="78f460ffbb23f3a5" providerId="LiveId" clId="{9B7601C6-B36E-4F0B-A9E1-9E7E69A268BF}" dt="2026-06-14T00:58:20.331" v="431"/>
          <ac:spMkLst>
            <pc:docMk/>
            <pc:sldMk cId="0" sldId="263"/>
            <ac:spMk id="10" creationId="{FDD41CA1-7F41-4D67-8D9A-2E688B544ED0}"/>
          </ac:spMkLst>
        </pc:spChg>
        <pc:spChg chg="add mod">
          <ac:chgData name="Brendan Kowitz" userId="78f460ffbb23f3a5" providerId="LiveId" clId="{9B7601C6-B36E-4F0B-A9E1-9E7E69A268BF}" dt="2026-06-14T00:58:20.334" v="439"/>
          <ac:spMkLst>
            <pc:docMk/>
            <pc:sldMk cId="0" sldId="263"/>
            <ac:spMk id="11" creationId="{15F8CA50-BAA5-4527-833D-DD106CD63F2D}"/>
          </ac:spMkLst>
        </pc:spChg>
        <pc:spChg chg="add mod">
          <ac:chgData name="Brendan Kowitz" userId="78f460ffbb23f3a5" providerId="LiveId" clId="{9B7601C6-B36E-4F0B-A9E1-9E7E69A268BF}" dt="2026-06-14T01:08:45.118" v="490"/>
          <ac:spMkLst>
            <pc:docMk/>
            <pc:sldMk cId="0" sldId="263"/>
            <ac:spMk id="12" creationId="{F0B96C32-CB55-4957-9473-0EFA089F207C}"/>
          </ac:spMkLst>
        </pc:spChg>
        <pc:spChg chg="mod">
          <ac:chgData name="Brendan Kowitz" userId="78f460ffbb23f3a5" providerId="LiveId" clId="{9B7601C6-B36E-4F0B-A9E1-9E7E69A268BF}" dt="2026-06-14T01:00:42.025" v="463" actId="20577"/>
          <ac:spMkLst>
            <pc:docMk/>
            <pc:sldMk cId="0" sldId="263"/>
            <ac:spMk id="175" creationId="{00000000-0000-0000-0000-000000000000}"/>
          </ac:spMkLst>
        </pc:spChg>
        <pc:spChg chg="mod">
          <ac:chgData name="Brendan Kowitz" userId="78f460ffbb23f3a5" providerId="LiveId" clId="{9B7601C6-B36E-4F0B-A9E1-9E7E69A268BF}" dt="2026-06-14T01:09:43.781" v="510" actId="20577"/>
          <ac:spMkLst>
            <pc:docMk/>
            <pc:sldMk cId="0" sldId="263"/>
            <ac:spMk id="176" creationId="{00000000-0000-0000-0000-000000000000}"/>
          </ac:spMkLst>
        </pc:spChg>
        <pc:spChg chg="del">
          <ac:chgData name="Brendan Kowitz" userId="78f460ffbb23f3a5" providerId="LiveId" clId="{9B7601C6-B36E-4F0B-A9E1-9E7E69A268BF}" dt="2026-06-14T00:57:50.161" v="361"/>
          <ac:spMkLst>
            <pc:docMk/>
            <pc:sldMk cId="0" sldId="263"/>
            <ac:spMk id="178" creationId="{00000000-0000-0000-0000-000000000000}"/>
          </ac:spMkLst>
        </pc:spChg>
        <pc:spChg chg="mod">
          <ac:chgData name="Brendan Kowitz" userId="78f460ffbb23f3a5" providerId="LiveId" clId="{9B7601C6-B36E-4F0B-A9E1-9E7E69A268BF}" dt="2026-06-14T01:08:45.119" v="491"/>
          <ac:spMkLst>
            <pc:docMk/>
            <pc:sldMk cId="0" sldId="263"/>
            <ac:spMk id="179" creationId="{00000000-0000-0000-0000-000000000000}"/>
          </ac:spMkLst>
        </pc:spChg>
        <pc:spChg chg="mod">
          <ac:chgData name="Brendan Kowitz" userId="78f460ffbb23f3a5" providerId="LiveId" clId="{9B7601C6-B36E-4F0B-A9E1-9E7E69A268BF}" dt="2026-06-14T01:10:02.738" v="512"/>
          <ac:spMkLst>
            <pc:docMk/>
            <pc:sldMk cId="0" sldId="263"/>
            <ac:spMk id="180" creationId="{00000000-0000-0000-0000-000000000000}"/>
          </ac:spMkLst>
        </pc:spChg>
        <pc:spChg chg="mod">
          <ac:chgData name="Brendan Kowitz" userId="78f460ffbb23f3a5" providerId="LiveId" clId="{9B7601C6-B36E-4F0B-A9E1-9E7E69A268BF}" dt="2026-06-14T01:10:02.738" v="514"/>
          <ac:spMkLst>
            <pc:docMk/>
            <pc:sldMk cId="0" sldId="263"/>
            <ac:spMk id="181" creationId="{00000000-0000-0000-0000-000000000000}"/>
          </ac:spMkLst>
        </pc:spChg>
        <pc:spChg chg="mod">
          <ac:chgData name="Brendan Kowitz" userId="78f460ffbb23f3a5" providerId="LiveId" clId="{9B7601C6-B36E-4F0B-A9E1-9E7E69A268BF}" dt="2026-06-14T01:10:02.738" v="516"/>
          <ac:spMkLst>
            <pc:docMk/>
            <pc:sldMk cId="0" sldId="263"/>
            <ac:spMk id="182" creationId="{00000000-0000-0000-0000-000000000000}"/>
          </ac:spMkLst>
        </pc:spChg>
        <pc:graphicFrameChg chg="del">
          <ac:chgData name="Brendan Kowitz" userId="78f460ffbb23f3a5" providerId="LiveId" clId="{9B7601C6-B36E-4F0B-A9E1-9E7E69A268BF}" dt="2026-06-14T00:57:50.161" v="360"/>
          <ac:graphicFrameMkLst>
            <pc:docMk/>
            <pc:sldMk cId="0" sldId="263"/>
            <ac:graphicFrameMk id="177" creationId="{00000000-0000-0000-0000-000000000000}"/>
          </ac:graphicFrameMkLst>
        </pc:graphicFrameChg>
      </pc:sldChg>
      <pc:sldChg chg="del">
        <pc:chgData name="Brendan Kowitz" userId="78f460ffbb23f3a5" providerId="LiveId" clId="{9B7601C6-B36E-4F0B-A9E1-9E7E69A268BF}" dt="2026-06-14T01:07:47.703" v="474" actId="47"/>
        <pc:sldMkLst>
          <pc:docMk/>
          <pc:sldMk cId="0" sldId="265"/>
        </pc:sldMkLst>
      </pc:sldChg>
      <pc:sldChg chg="modSp mod">
        <pc:chgData name="Brendan Kowitz" userId="78f460ffbb23f3a5" providerId="LiveId" clId="{9B7601C6-B36E-4F0B-A9E1-9E7E69A268BF}" dt="2026-06-14T01:25:16.491" v="526" actId="20577"/>
        <pc:sldMkLst>
          <pc:docMk/>
          <pc:sldMk cId="0" sldId="268"/>
        </pc:sldMkLst>
        <pc:spChg chg="mod">
          <ac:chgData name="Brendan Kowitz" userId="78f460ffbb23f3a5" providerId="LiveId" clId="{9B7601C6-B36E-4F0B-A9E1-9E7E69A268BF}" dt="2026-06-14T01:25:16.491" v="526" actId="20577"/>
          <ac:spMkLst>
            <pc:docMk/>
            <pc:sldMk cId="0" sldId="268"/>
            <ac:spMk id="247" creationId="{00000000-0000-0000-0000-000000000000}"/>
          </ac:spMkLst>
        </pc:spChg>
      </pc:sldChg>
      <pc:sldChg chg="modSp mod">
        <pc:chgData name="Brendan Kowitz" userId="78f460ffbb23f3a5" providerId="LiveId" clId="{9B7601C6-B36E-4F0B-A9E1-9E7E69A268BF}" dt="2026-06-14T01:26:11.845" v="533" actId="20577"/>
        <pc:sldMkLst>
          <pc:docMk/>
          <pc:sldMk cId="0" sldId="270"/>
        </pc:sldMkLst>
        <pc:spChg chg="mod">
          <ac:chgData name="Brendan Kowitz" userId="78f460ffbb23f3a5" providerId="LiveId" clId="{9B7601C6-B36E-4F0B-A9E1-9E7E69A268BF}" dt="2026-06-14T01:26:11.845" v="533" actId="20577"/>
          <ac:spMkLst>
            <pc:docMk/>
            <pc:sldMk cId="0" sldId="270"/>
            <ac:spMk id="268" creationId="{00000000-0000-0000-0000-000000000000}"/>
          </ac:spMkLst>
        </pc:spChg>
      </pc:sldChg>
      <pc:sldChg chg="del">
        <pc:chgData name="Brendan Kowitz" userId="78f460ffbb23f3a5" providerId="LiveId" clId="{9B7601C6-B36E-4F0B-A9E1-9E7E69A268BF}" dt="2026-06-14T01:09:01.628" v="495" actId="47"/>
        <pc:sldMkLst>
          <pc:docMk/>
          <pc:sldMk cId="0" sldId="274"/>
        </pc:sldMkLst>
      </pc:sldChg>
      <pc:sldChg chg="modSp del mod">
        <pc:chgData name="Brendan Kowitz" userId="78f460ffbb23f3a5" providerId="LiveId" clId="{9B7601C6-B36E-4F0B-A9E1-9E7E69A268BF}" dt="2026-06-14T01:34:46.144" v="541"/>
        <pc:sldMkLst>
          <pc:docMk/>
          <pc:sldMk cId="0" sldId="275"/>
        </pc:sldMkLst>
        <pc:spChg chg="mod">
          <ac:chgData name="Brendan Kowitz" userId="78f460ffbb23f3a5" providerId="LiveId" clId="{9B7601C6-B36E-4F0B-A9E1-9E7E69A268BF}" dt="2026-06-14T01:34:03.055" v="539"/>
          <ac:spMkLst>
            <pc:docMk/>
            <pc:sldMk cId="0" sldId="275"/>
            <ac:spMk id="335" creationId="{00000000-0000-0000-0000-000000000000}"/>
          </ac:spMkLst>
        </pc:spChg>
      </pc:sldChg>
      <pc:sldChg chg="delSp modSp mod">
        <pc:chgData name="Brendan Kowitz" userId="78f460ffbb23f3a5" providerId="LiveId" clId="{9B7601C6-B36E-4F0B-A9E1-9E7E69A268BF}" dt="2026-06-14T01:37:00.264" v="560" actId="1076"/>
        <pc:sldMkLst>
          <pc:docMk/>
          <pc:sldMk cId="0" sldId="276"/>
        </pc:sldMkLst>
        <pc:spChg chg="mod">
          <ac:chgData name="Brendan Kowitz" userId="78f460ffbb23f3a5" providerId="LiveId" clId="{9B7601C6-B36E-4F0B-A9E1-9E7E69A268BF}" dt="2026-06-14T01:37:00.264" v="560" actId="1076"/>
          <ac:spMkLst>
            <pc:docMk/>
            <pc:sldMk cId="0" sldId="276"/>
            <ac:spMk id="358" creationId="{00000000-0000-0000-0000-000000000000}"/>
          </ac:spMkLst>
        </pc:spChg>
        <pc:spChg chg="del">
          <ac:chgData name="Brendan Kowitz" userId="78f460ffbb23f3a5" providerId="LiveId" clId="{9B7601C6-B36E-4F0B-A9E1-9E7E69A268BF}" dt="2026-06-14T01:36:56.683" v="559" actId="478"/>
          <ac:spMkLst>
            <pc:docMk/>
            <pc:sldMk cId="0" sldId="276"/>
            <ac:spMk id="359" creationId="{00000000-0000-0000-0000-000000000000}"/>
          </ac:spMkLst>
        </pc:spChg>
      </pc:sldChg>
      <pc:sldChg chg="addSp delSp modSp del mod">
        <pc:chgData name="Brendan Kowitz" userId="78f460ffbb23f3a5" providerId="LiveId" clId="{9B7601C6-B36E-4F0B-A9E1-9E7E69A268BF}" dt="2026-06-14T01:58:45.468" v="645"/>
        <pc:sldMkLst>
          <pc:docMk/>
          <pc:sldMk cId="0" sldId="277"/>
        </pc:sldMkLst>
        <pc:spChg chg="add mod">
          <ac:chgData name="Brendan Kowitz" userId="78f460ffbb23f3a5" providerId="LiveId" clId="{9B7601C6-B36E-4F0B-A9E1-9E7E69A268BF}" dt="2026-06-14T01:57:56.913" v="623"/>
          <ac:spMkLst>
            <pc:docMk/>
            <pc:sldMk cId="0" sldId="277"/>
            <ac:spMk id="2" creationId="{22E56561-D19E-41F2-85F2-57FD3E5AB692}"/>
          </ac:spMkLst>
        </pc:spChg>
        <pc:spChg chg="add mod">
          <ac:chgData name="Brendan Kowitz" userId="78f460ffbb23f3a5" providerId="LiveId" clId="{9B7601C6-B36E-4F0B-A9E1-9E7E69A268BF}" dt="2026-06-14T01:57:56.914" v="627"/>
          <ac:spMkLst>
            <pc:docMk/>
            <pc:sldMk cId="0" sldId="277"/>
            <ac:spMk id="3" creationId="{CB7A5CE6-4F88-4D22-8C1C-E50EE4066356}"/>
          </ac:spMkLst>
        </pc:spChg>
        <pc:spChg chg="add mod">
          <ac:chgData name="Brendan Kowitz" userId="78f460ffbb23f3a5" providerId="LiveId" clId="{9B7601C6-B36E-4F0B-A9E1-9E7E69A268BF}" dt="2026-06-14T01:57:56.917" v="635"/>
          <ac:spMkLst>
            <pc:docMk/>
            <pc:sldMk cId="0" sldId="277"/>
            <ac:spMk id="4" creationId="{55AFFABA-9B2A-4A85-B447-032AC349B4D2}"/>
          </ac:spMkLst>
        </pc:spChg>
        <pc:spChg chg="add mod">
          <ac:chgData name="Brendan Kowitz" userId="78f460ffbb23f3a5" providerId="LiveId" clId="{9B7601C6-B36E-4F0B-A9E1-9E7E69A268BF}" dt="2026-06-14T01:57:56.919" v="643"/>
          <ac:spMkLst>
            <pc:docMk/>
            <pc:sldMk cId="0" sldId="277"/>
            <ac:spMk id="5" creationId="{833894D4-8644-4FCE-A73C-29DF4C2127DD}"/>
          </ac:spMkLst>
        </pc:spChg>
        <pc:spChg chg="mod">
          <ac:chgData name="Brendan Kowitz" userId="78f460ffbb23f3a5" providerId="LiveId" clId="{9B7601C6-B36E-4F0B-A9E1-9E7E69A268BF}" dt="2026-06-14T01:57:56.869" v="581"/>
          <ac:spMkLst>
            <pc:docMk/>
            <pc:sldMk cId="0" sldId="277"/>
            <ac:spMk id="362" creationId="{00000000-0000-0000-0000-000000000000}"/>
          </ac:spMkLst>
        </pc:spChg>
        <pc:spChg chg="mod">
          <ac:chgData name="Brendan Kowitz" userId="78f460ffbb23f3a5" providerId="LiveId" clId="{9B7601C6-B36E-4F0B-A9E1-9E7E69A268BF}" dt="2026-06-14T01:57:56.870" v="582"/>
          <ac:spMkLst>
            <pc:docMk/>
            <pc:sldMk cId="0" sldId="277"/>
            <ac:spMk id="363" creationId="{00000000-0000-0000-0000-000000000000}"/>
          </ac:spMkLst>
        </pc:spChg>
        <pc:spChg chg="mod">
          <ac:chgData name="Brendan Kowitz" userId="78f460ffbb23f3a5" providerId="LiveId" clId="{9B7601C6-B36E-4F0B-A9E1-9E7E69A268BF}" dt="2026-06-14T01:57:56.870" v="584"/>
          <ac:spMkLst>
            <pc:docMk/>
            <pc:sldMk cId="0" sldId="277"/>
            <ac:spMk id="365" creationId="{00000000-0000-0000-0000-000000000000}"/>
          </ac:spMkLst>
        </pc:spChg>
        <pc:spChg chg="mod">
          <ac:chgData name="Brendan Kowitz" userId="78f460ffbb23f3a5" providerId="LiveId" clId="{9B7601C6-B36E-4F0B-A9E1-9E7E69A268BF}" dt="2026-06-14T01:57:56.870" v="585"/>
          <ac:spMkLst>
            <pc:docMk/>
            <pc:sldMk cId="0" sldId="277"/>
            <ac:spMk id="366" creationId="{00000000-0000-0000-0000-000000000000}"/>
          </ac:spMkLst>
        </pc:spChg>
        <pc:spChg chg="mod">
          <ac:chgData name="Brendan Kowitz" userId="78f460ffbb23f3a5" providerId="LiveId" clId="{9B7601C6-B36E-4F0B-A9E1-9E7E69A268BF}" dt="2026-06-14T01:57:56.871" v="586"/>
          <ac:spMkLst>
            <pc:docMk/>
            <pc:sldMk cId="0" sldId="277"/>
            <ac:spMk id="367" creationId="{00000000-0000-0000-0000-000000000000}"/>
          </ac:spMkLst>
        </pc:spChg>
        <pc:spChg chg="mod">
          <ac:chgData name="Brendan Kowitz" userId="78f460ffbb23f3a5" providerId="LiveId" clId="{9B7601C6-B36E-4F0B-A9E1-9E7E69A268BF}" dt="2026-06-14T01:57:56.871" v="587"/>
          <ac:spMkLst>
            <pc:docMk/>
            <pc:sldMk cId="0" sldId="277"/>
            <ac:spMk id="368" creationId="{00000000-0000-0000-0000-000000000000}"/>
          </ac:spMkLst>
        </pc:spChg>
        <pc:spChg chg="mod">
          <ac:chgData name="Brendan Kowitz" userId="78f460ffbb23f3a5" providerId="LiveId" clId="{9B7601C6-B36E-4F0B-A9E1-9E7E69A268BF}" dt="2026-06-14T01:57:56.882" v="601"/>
          <ac:spMkLst>
            <pc:docMk/>
            <pc:sldMk cId="0" sldId="277"/>
            <ac:spMk id="370" creationId="{00000000-0000-0000-0000-000000000000}"/>
          </ac:spMkLst>
        </pc:spChg>
        <pc:spChg chg="mod">
          <ac:chgData name="Brendan Kowitz" userId="78f460ffbb23f3a5" providerId="LiveId" clId="{9B7601C6-B36E-4F0B-A9E1-9E7E69A268BF}" dt="2026-06-14T01:57:56.890" v="607"/>
          <ac:spMkLst>
            <pc:docMk/>
            <pc:sldMk cId="0" sldId="277"/>
            <ac:spMk id="371" creationId="{00000000-0000-0000-0000-000000000000}"/>
          </ac:spMkLst>
        </pc:spChg>
        <pc:spChg chg="mod">
          <ac:chgData name="Brendan Kowitz" userId="78f460ffbb23f3a5" providerId="LiveId" clId="{9B7601C6-B36E-4F0B-A9E1-9E7E69A268BF}" dt="2026-06-14T01:57:56.872" v="590"/>
          <ac:spMkLst>
            <pc:docMk/>
            <pc:sldMk cId="0" sldId="277"/>
            <ac:spMk id="372" creationId="{00000000-0000-0000-0000-000000000000}"/>
          </ac:spMkLst>
        </pc:spChg>
        <pc:spChg chg="mod">
          <ac:chgData name="Brendan Kowitz" userId="78f460ffbb23f3a5" providerId="LiveId" clId="{9B7601C6-B36E-4F0B-A9E1-9E7E69A268BF}" dt="2026-06-14T01:57:56.872" v="591"/>
          <ac:spMkLst>
            <pc:docMk/>
            <pc:sldMk cId="0" sldId="277"/>
            <ac:spMk id="373" creationId="{00000000-0000-0000-0000-000000000000}"/>
          </ac:spMkLst>
        </pc:spChg>
        <pc:spChg chg="mod">
          <ac:chgData name="Brendan Kowitz" userId="78f460ffbb23f3a5" providerId="LiveId" clId="{9B7601C6-B36E-4F0B-A9E1-9E7E69A268BF}" dt="2026-06-14T01:57:56.898" v="613"/>
          <ac:spMkLst>
            <pc:docMk/>
            <pc:sldMk cId="0" sldId="277"/>
            <ac:spMk id="375" creationId="{00000000-0000-0000-0000-000000000000}"/>
          </ac:spMkLst>
        </pc:spChg>
        <pc:spChg chg="mod">
          <ac:chgData name="Brendan Kowitz" userId="78f460ffbb23f3a5" providerId="LiveId" clId="{9B7601C6-B36E-4F0B-A9E1-9E7E69A268BF}" dt="2026-06-14T01:57:56.912" v="619"/>
          <ac:spMkLst>
            <pc:docMk/>
            <pc:sldMk cId="0" sldId="277"/>
            <ac:spMk id="376" creationId="{00000000-0000-0000-0000-000000000000}"/>
          </ac:spMkLst>
        </pc:spChg>
        <pc:picChg chg="mod">
          <ac:chgData name="Brendan Kowitz" userId="78f460ffbb23f3a5" providerId="LiveId" clId="{9B7601C6-B36E-4F0B-A9E1-9E7E69A268BF}" dt="2026-06-14T01:57:56.870" v="583"/>
          <ac:picMkLst>
            <pc:docMk/>
            <pc:sldMk cId="0" sldId="277"/>
            <ac:picMk id="364" creationId="{00000000-0000-0000-0000-000000000000}"/>
          </ac:picMkLst>
        </pc:picChg>
        <pc:picChg chg="del">
          <ac:chgData name="Brendan Kowitz" userId="78f460ffbb23f3a5" providerId="LiveId" clId="{9B7601C6-B36E-4F0B-A9E1-9E7E69A268BF}" dt="2026-06-14T01:57:56.873" v="594"/>
          <ac:picMkLst>
            <pc:docMk/>
            <pc:sldMk cId="0" sldId="277"/>
            <ac:picMk id="369" creationId="{00000000-0000-0000-0000-000000000000}"/>
          </ac:picMkLst>
        </pc:picChg>
        <pc:picChg chg="del">
          <ac:chgData name="Brendan Kowitz" userId="78f460ffbb23f3a5" providerId="LiveId" clId="{9B7601C6-B36E-4F0B-A9E1-9E7E69A268BF}" dt="2026-06-14T01:57:56.873" v="595"/>
          <ac:picMkLst>
            <pc:docMk/>
            <pc:sldMk cId="0" sldId="277"/>
            <ac:picMk id="374" creationId="{00000000-0000-0000-0000-000000000000}"/>
          </ac:picMkLst>
        </pc:picChg>
      </pc:sldChg>
      <pc:sldChg chg="del">
        <pc:chgData name="Brendan Kowitz" userId="78f460ffbb23f3a5" providerId="LiveId" clId="{9B7601C6-B36E-4F0B-A9E1-9E7E69A268BF}" dt="2026-06-14T00:58:27.256" v="448"/>
        <pc:sldMkLst>
          <pc:docMk/>
          <pc:sldMk cId="0" sldId="340"/>
        </pc:sldMkLst>
      </pc:sldChg>
      <pc:sldChg chg="modSp add del mod">
        <pc:chgData name="Brendan Kowitz" userId="78f460ffbb23f3a5" providerId="LiveId" clId="{9B7601C6-B36E-4F0B-A9E1-9E7E69A268BF}" dt="2026-06-14T00:21:20.635" v="113"/>
        <pc:sldMkLst>
          <pc:docMk/>
          <pc:sldMk cId="2824285718" sldId="341"/>
        </pc:sldMkLst>
        <pc:spChg chg="mod">
          <ac:chgData name="Brendan Kowitz" userId="78f460ffbb23f3a5" providerId="LiveId" clId="{9B7601C6-B36E-4F0B-A9E1-9E7E69A268BF}" dt="2026-06-14T00:21:14.604" v="110"/>
          <ac:spMkLst>
            <pc:docMk/>
            <pc:sldMk cId="2824285718" sldId="341"/>
            <ac:spMk id="113" creationId="{00000000-0000-0000-0000-000000000000}"/>
          </ac:spMkLst>
        </pc:spChg>
        <pc:spChg chg="mod">
          <ac:chgData name="Brendan Kowitz" userId="78f460ffbb23f3a5" providerId="LiveId" clId="{9B7601C6-B36E-4F0B-A9E1-9E7E69A268BF}" dt="2026-06-14T00:21:14.604" v="111"/>
          <ac:spMkLst>
            <pc:docMk/>
            <pc:sldMk cId="2824285718" sldId="341"/>
            <ac:spMk id="114" creationId="{00000000-0000-0000-0000-000000000000}"/>
          </ac:spMkLst>
        </pc:spChg>
      </pc:sldChg>
      <pc:sldChg chg="modSp add del mod">
        <pc:chgData name="Brendan Kowitz" userId="78f460ffbb23f3a5" providerId="LiveId" clId="{9B7601C6-B36E-4F0B-A9E1-9E7E69A268BF}" dt="2026-06-14T00:22:02.854" v="120"/>
        <pc:sldMkLst>
          <pc:docMk/>
          <pc:sldMk cId="3451394382" sldId="342"/>
        </pc:sldMkLst>
        <pc:spChg chg="mod">
          <ac:chgData name="Brendan Kowitz" userId="78f460ffbb23f3a5" providerId="LiveId" clId="{9B7601C6-B36E-4F0B-A9E1-9E7E69A268BF}" dt="2026-06-14T00:21:41.422" v="118"/>
          <ac:spMkLst>
            <pc:docMk/>
            <pc:sldMk cId="3451394382" sldId="342"/>
            <ac:spMk id="2" creationId="{6E9FF0D1-6931-4B52-B95F-8735E237D03F}"/>
          </ac:spMkLst>
        </pc:spChg>
        <pc:spChg chg="mod">
          <ac:chgData name="Brendan Kowitz" userId="78f460ffbb23f3a5" providerId="LiveId" clId="{9B7601C6-B36E-4F0B-A9E1-9E7E69A268BF}" dt="2026-06-14T00:21:41.421" v="116"/>
          <ac:spMkLst>
            <pc:docMk/>
            <pc:sldMk cId="3451394382" sldId="342"/>
            <ac:spMk id="3" creationId="{72F8D2A1-F218-4340-A485-0CDC62F5EECA}"/>
          </ac:spMkLst>
        </pc:spChg>
      </pc:sldChg>
      <pc:sldChg chg="addSp delSp modSp add del mod">
        <pc:chgData name="Brendan Kowitz" userId="78f460ffbb23f3a5" providerId="LiveId" clId="{9B7601C6-B36E-4F0B-A9E1-9E7E69A268BF}" dt="2026-06-14T00:27:49.658" v="252"/>
        <pc:sldMkLst>
          <pc:docMk/>
          <pc:sldMk cId="814926652" sldId="343"/>
        </pc:sldMkLst>
        <pc:spChg chg="del">
          <ac:chgData name="Brendan Kowitz" userId="78f460ffbb23f3a5" providerId="LiveId" clId="{9B7601C6-B36E-4F0B-A9E1-9E7E69A268BF}" dt="2026-06-14T00:26:39.439" v="123"/>
          <ac:spMkLst>
            <pc:docMk/>
            <pc:sldMk cId="814926652" sldId="343"/>
            <ac:spMk id="2" creationId="{6E9FF0D1-6931-4B52-B95F-8735E237D03F}"/>
          </ac:spMkLst>
        </pc:spChg>
        <pc:spChg chg="mod">
          <ac:chgData name="Brendan Kowitz" userId="78f460ffbb23f3a5" providerId="LiveId" clId="{9B7601C6-B36E-4F0B-A9E1-9E7E69A268BF}" dt="2026-06-14T00:26:39.452" v="145"/>
          <ac:spMkLst>
            <pc:docMk/>
            <pc:sldMk cId="814926652" sldId="343"/>
            <ac:spMk id="3" creationId="{72F8D2A1-F218-4340-A485-0CDC62F5EECA}"/>
          </ac:spMkLst>
        </pc:spChg>
        <pc:spChg chg="add mod">
          <ac:chgData name="Brendan Kowitz" userId="78f460ffbb23f3a5" providerId="LiveId" clId="{9B7601C6-B36E-4F0B-A9E1-9E7E69A268BF}" dt="2026-06-14T00:26:39.457" v="149"/>
          <ac:spMkLst>
            <pc:docMk/>
            <pc:sldMk cId="814926652" sldId="343"/>
            <ac:spMk id="4" creationId="{605CB96A-B173-47A2-828C-EA10BFAA3A04}"/>
          </ac:spMkLst>
        </pc:spChg>
        <pc:spChg chg="add mod">
          <ac:chgData name="Brendan Kowitz" userId="78f460ffbb23f3a5" providerId="LiveId" clId="{9B7601C6-B36E-4F0B-A9E1-9E7E69A268BF}" dt="2026-06-14T00:26:39.458" v="153"/>
          <ac:spMkLst>
            <pc:docMk/>
            <pc:sldMk cId="814926652" sldId="343"/>
            <ac:spMk id="5" creationId="{11A2668C-1BEA-4C22-999A-29F1CDBC0D19}"/>
          </ac:spMkLst>
        </pc:spChg>
        <pc:spChg chg="add mod">
          <ac:chgData name="Brendan Kowitz" userId="78f460ffbb23f3a5" providerId="LiveId" clId="{9B7601C6-B36E-4F0B-A9E1-9E7E69A268BF}" dt="2026-06-14T00:26:39.460" v="165"/>
          <ac:spMkLst>
            <pc:docMk/>
            <pc:sldMk cId="814926652" sldId="343"/>
            <ac:spMk id="6" creationId="{1130DCDE-C5EC-46DC-BB02-39B488A51EC8}"/>
          </ac:spMkLst>
        </pc:spChg>
        <pc:spChg chg="add mod">
          <ac:chgData name="Brendan Kowitz" userId="78f460ffbb23f3a5" providerId="LiveId" clId="{9B7601C6-B36E-4F0B-A9E1-9E7E69A268BF}" dt="2026-06-14T00:27:14.215" v="245"/>
          <ac:spMkLst>
            <pc:docMk/>
            <pc:sldMk cId="814926652" sldId="343"/>
            <ac:spMk id="7" creationId="{49102D76-308C-4E9B-9004-A0BB025968E0}"/>
          </ac:spMkLst>
        </pc:spChg>
        <pc:spChg chg="add mod">
          <ac:chgData name="Brendan Kowitz" userId="78f460ffbb23f3a5" providerId="LiveId" clId="{9B7601C6-B36E-4F0B-A9E1-9E7E69A268BF}" dt="2026-06-14T00:27:14.243" v="246"/>
          <ac:spMkLst>
            <pc:docMk/>
            <pc:sldMk cId="814926652" sldId="343"/>
            <ac:spMk id="8" creationId="{D81ADF30-49BF-465A-AC8D-3CC5B6F4DED8}"/>
          </ac:spMkLst>
        </pc:spChg>
        <pc:spChg chg="add mod">
          <ac:chgData name="Brendan Kowitz" userId="78f460ffbb23f3a5" providerId="LiveId" clId="{9B7601C6-B36E-4F0B-A9E1-9E7E69A268BF}" dt="2026-06-14T00:26:39.465" v="182"/>
          <ac:spMkLst>
            <pc:docMk/>
            <pc:sldMk cId="814926652" sldId="343"/>
            <ac:spMk id="9" creationId="{7716CFB9-9BF9-498C-AA6C-2095D74AD0A5}"/>
          </ac:spMkLst>
        </pc:spChg>
        <pc:spChg chg="add mod">
          <ac:chgData name="Brendan Kowitz" userId="78f460ffbb23f3a5" providerId="LiveId" clId="{9B7601C6-B36E-4F0B-A9E1-9E7E69A268BF}" dt="2026-06-14T00:26:39.466" v="186"/>
          <ac:spMkLst>
            <pc:docMk/>
            <pc:sldMk cId="814926652" sldId="343"/>
            <ac:spMk id="10" creationId="{93A7DF5C-469E-446B-BA0F-0237EFBFF402}"/>
          </ac:spMkLst>
        </pc:spChg>
        <pc:spChg chg="add mod">
          <ac:chgData name="Brendan Kowitz" userId="78f460ffbb23f3a5" providerId="LiveId" clId="{9B7601C6-B36E-4F0B-A9E1-9E7E69A268BF}" dt="2026-06-14T00:26:39.468" v="198"/>
          <ac:spMkLst>
            <pc:docMk/>
            <pc:sldMk cId="814926652" sldId="343"/>
            <ac:spMk id="11" creationId="{9188993B-76D1-4DFB-B6B1-D16AF9B8529C}"/>
          </ac:spMkLst>
        </pc:spChg>
        <pc:spChg chg="add mod">
          <ac:chgData name="Brendan Kowitz" userId="78f460ffbb23f3a5" providerId="LiveId" clId="{9B7601C6-B36E-4F0B-A9E1-9E7E69A268BF}" dt="2026-06-14T00:27:14.248" v="247"/>
          <ac:spMkLst>
            <pc:docMk/>
            <pc:sldMk cId="814926652" sldId="343"/>
            <ac:spMk id="12" creationId="{E7C0A530-B475-4416-92EC-1B1C8C1FF254}"/>
          </ac:spMkLst>
        </pc:spChg>
        <pc:spChg chg="add mod">
          <ac:chgData name="Brendan Kowitz" userId="78f460ffbb23f3a5" providerId="LiveId" clId="{9B7601C6-B36E-4F0B-A9E1-9E7E69A268BF}" dt="2026-06-14T00:27:14.274" v="248"/>
          <ac:spMkLst>
            <pc:docMk/>
            <pc:sldMk cId="814926652" sldId="343"/>
            <ac:spMk id="13" creationId="{8193D4E1-FBA5-4135-AD63-3954F756753B}"/>
          </ac:spMkLst>
        </pc:spChg>
        <pc:spChg chg="add mod">
          <ac:chgData name="Brendan Kowitz" userId="78f460ffbb23f3a5" providerId="LiveId" clId="{9B7601C6-B36E-4F0B-A9E1-9E7E69A268BF}" dt="2026-06-14T00:26:39.474" v="215"/>
          <ac:spMkLst>
            <pc:docMk/>
            <pc:sldMk cId="814926652" sldId="343"/>
            <ac:spMk id="14" creationId="{0D0E0650-BBEC-49DD-BDF8-773956029F44}"/>
          </ac:spMkLst>
        </pc:spChg>
        <pc:spChg chg="add mod">
          <ac:chgData name="Brendan Kowitz" userId="78f460ffbb23f3a5" providerId="LiveId" clId="{9B7601C6-B36E-4F0B-A9E1-9E7E69A268BF}" dt="2026-06-14T00:26:39.475" v="219"/>
          <ac:spMkLst>
            <pc:docMk/>
            <pc:sldMk cId="814926652" sldId="343"/>
            <ac:spMk id="15" creationId="{1059EB38-754E-4F1E-A17E-981DD74EC6DB}"/>
          </ac:spMkLst>
        </pc:spChg>
        <pc:spChg chg="add mod">
          <ac:chgData name="Brendan Kowitz" userId="78f460ffbb23f3a5" providerId="LiveId" clId="{9B7601C6-B36E-4F0B-A9E1-9E7E69A268BF}" dt="2026-06-14T00:26:39.478" v="231"/>
          <ac:spMkLst>
            <pc:docMk/>
            <pc:sldMk cId="814926652" sldId="343"/>
            <ac:spMk id="16" creationId="{DB570DB5-08BA-4E28-A9D9-8A90393316FA}"/>
          </ac:spMkLst>
        </pc:spChg>
        <pc:spChg chg="add mod">
          <ac:chgData name="Brendan Kowitz" userId="78f460ffbb23f3a5" providerId="LiveId" clId="{9B7601C6-B36E-4F0B-A9E1-9E7E69A268BF}" dt="2026-06-14T00:27:14.280" v="249"/>
          <ac:spMkLst>
            <pc:docMk/>
            <pc:sldMk cId="814926652" sldId="343"/>
            <ac:spMk id="17" creationId="{32E4C41A-E53A-4512-BC4E-8A79632F2880}"/>
          </ac:spMkLst>
        </pc:spChg>
        <pc:spChg chg="add mod">
          <ac:chgData name="Brendan Kowitz" userId="78f460ffbb23f3a5" providerId="LiveId" clId="{9B7601C6-B36E-4F0B-A9E1-9E7E69A268BF}" dt="2026-06-14T00:27:14.285" v="250"/>
          <ac:spMkLst>
            <pc:docMk/>
            <pc:sldMk cId="814926652" sldId="343"/>
            <ac:spMk id="18" creationId="{79E6C120-0D3E-463A-AE11-B8F73DF5FCE0}"/>
          </ac:spMkLst>
        </pc:spChg>
        <pc:spChg chg="mod">
          <ac:chgData name="Brendan Kowitz" userId="78f460ffbb23f3a5" providerId="LiveId" clId="{9B7601C6-B36E-4F0B-A9E1-9E7E69A268BF}" dt="2026-06-14T00:26:39.450" v="136"/>
          <ac:spMkLst>
            <pc:docMk/>
            <pc:sldMk cId="814926652" sldId="343"/>
            <ac:spMk id="113" creationId="{00000000-0000-0000-0000-000000000000}"/>
          </ac:spMkLst>
        </pc:spChg>
        <pc:spChg chg="mod">
          <ac:chgData name="Brendan Kowitz" userId="78f460ffbb23f3a5" providerId="LiveId" clId="{9B7601C6-B36E-4F0B-A9E1-9E7E69A268BF}" dt="2026-06-14T00:26:39.448" v="127"/>
          <ac:spMkLst>
            <pc:docMk/>
            <pc:sldMk cId="814926652" sldId="343"/>
            <ac:spMk id="114" creationId="{00000000-0000-0000-0000-000000000000}"/>
          </ac:spMkLst>
        </pc:spChg>
      </pc:sldChg>
      <pc:sldChg chg="add del">
        <pc:chgData name="Brendan Kowitz" userId="78f460ffbb23f3a5" providerId="LiveId" clId="{9B7601C6-B36E-4F0B-A9E1-9E7E69A268BF}" dt="2026-06-14T00:28:37.958" v="254"/>
        <pc:sldMkLst>
          <pc:docMk/>
          <pc:sldMk cId="3892868444" sldId="344"/>
        </pc:sldMkLst>
      </pc:sldChg>
      <pc:sldChg chg="add del">
        <pc:chgData name="Brendan Kowitz" userId="78f460ffbb23f3a5" providerId="LiveId" clId="{9B7601C6-B36E-4F0B-A9E1-9E7E69A268BF}" dt="2026-06-14T00:29:07.860" v="256"/>
        <pc:sldMkLst>
          <pc:docMk/>
          <pc:sldMk cId="4283861015" sldId="345"/>
        </pc:sldMkLst>
      </pc:sldChg>
      <pc:sldChg chg="modSp add del mod">
        <pc:chgData name="Brendan Kowitz" userId="78f460ffbb23f3a5" providerId="LiveId" clId="{9B7601C6-B36E-4F0B-A9E1-9E7E69A268BF}" dt="2026-06-14T00:34:07.079" v="291"/>
        <pc:sldMkLst>
          <pc:docMk/>
          <pc:sldMk cId="2886739481" sldId="346"/>
        </pc:sldMkLst>
        <pc:spChg chg="mod">
          <ac:chgData name="Brendan Kowitz" userId="78f460ffbb23f3a5" providerId="LiveId" clId="{9B7601C6-B36E-4F0B-A9E1-9E7E69A268BF}" dt="2026-06-14T00:33:07.998" v="289" actId="5793"/>
          <ac:spMkLst>
            <pc:docMk/>
            <pc:sldMk cId="2886739481" sldId="346"/>
            <ac:spMk id="3" creationId="{72F8D2A1-F218-4340-A485-0CDC62F5EECA}"/>
          </ac:spMkLst>
        </pc:spChg>
        <pc:spChg chg="mod">
          <ac:chgData name="Brendan Kowitz" userId="78f460ffbb23f3a5" providerId="LiveId" clId="{9B7601C6-B36E-4F0B-A9E1-9E7E69A268BF}" dt="2026-06-14T00:30:19.116" v="258"/>
          <ac:spMkLst>
            <pc:docMk/>
            <pc:sldMk cId="2886739481" sldId="346"/>
            <ac:spMk id="7" creationId="{49102D76-308C-4E9B-9004-A0BB025968E0}"/>
          </ac:spMkLst>
        </pc:spChg>
        <pc:spChg chg="mod">
          <ac:chgData name="Brendan Kowitz" userId="78f460ffbb23f3a5" providerId="LiveId" clId="{9B7601C6-B36E-4F0B-A9E1-9E7E69A268BF}" dt="2026-06-14T00:30:19.116" v="259"/>
          <ac:spMkLst>
            <pc:docMk/>
            <pc:sldMk cId="2886739481" sldId="346"/>
            <ac:spMk id="8" creationId="{D81ADF30-49BF-465A-AC8D-3CC5B6F4DED8}"/>
          </ac:spMkLst>
        </pc:spChg>
        <pc:spChg chg="mod">
          <ac:chgData name="Brendan Kowitz" userId="78f460ffbb23f3a5" providerId="LiveId" clId="{9B7601C6-B36E-4F0B-A9E1-9E7E69A268BF}" dt="2026-06-14T00:30:19.117" v="260"/>
          <ac:spMkLst>
            <pc:docMk/>
            <pc:sldMk cId="2886739481" sldId="346"/>
            <ac:spMk id="12" creationId="{E7C0A530-B475-4416-92EC-1B1C8C1FF254}"/>
          </ac:spMkLst>
        </pc:spChg>
        <pc:spChg chg="mod">
          <ac:chgData name="Brendan Kowitz" userId="78f460ffbb23f3a5" providerId="LiveId" clId="{9B7601C6-B36E-4F0B-A9E1-9E7E69A268BF}" dt="2026-06-14T00:30:19.117" v="261"/>
          <ac:spMkLst>
            <pc:docMk/>
            <pc:sldMk cId="2886739481" sldId="346"/>
            <ac:spMk id="13" creationId="{8193D4E1-FBA5-4135-AD63-3954F756753B}"/>
          </ac:spMkLst>
        </pc:spChg>
        <pc:spChg chg="mod">
          <ac:chgData name="Brendan Kowitz" userId="78f460ffbb23f3a5" providerId="LiveId" clId="{9B7601C6-B36E-4F0B-A9E1-9E7E69A268BF}" dt="2026-06-14T00:30:19.118" v="262"/>
          <ac:spMkLst>
            <pc:docMk/>
            <pc:sldMk cId="2886739481" sldId="346"/>
            <ac:spMk id="17" creationId="{32E4C41A-E53A-4512-BC4E-8A79632F2880}"/>
          </ac:spMkLst>
        </pc:spChg>
        <pc:spChg chg="mod">
          <ac:chgData name="Brendan Kowitz" userId="78f460ffbb23f3a5" providerId="LiveId" clId="{9B7601C6-B36E-4F0B-A9E1-9E7E69A268BF}" dt="2026-06-14T00:30:19.118" v="263"/>
          <ac:spMkLst>
            <pc:docMk/>
            <pc:sldMk cId="2886739481" sldId="346"/>
            <ac:spMk id="18" creationId="{79E6C120-0D3E-463A-AE11-B8F73DF5FCE0}"/>
          </ac:spMkLst>
        </pc:spChg>
      </pc:sldChg>
      <pc:sldChg chg="modSp add mod">
        <pc:chgData name="Brendan Kowitz" userId="78f460ffbb23f3a5" providerId="LiveId" clId="{9B7601C6-B36E-4F0B-A9E1-9E7E69A268BF}" dt="2026-06-14T00:35:51.701" v="311"/>
        <pc:sldMkLst>
          <pc:docMk/>
          <pc:sldMk cId="572020007" sldId="347"/>
        </pc:sldMkLst>
        <pc:spChg chg="mod">
          <ac:chgData name="Brendan Kowitz" userId="78f460ffbb23f3a5" providerId="LiveId" clId="{9B7601C6-B36E-4F0B-A9E1-9E7E69A268BF}" dt="2026-06-14T00:35:51.697" v="299"/>
          <ac:spMkLst>
            <pc:docMk/>
            <pc:sldMk cId="572020007" sldId="347"/>
            <ac:spMk id="3" creationId="{72F8D2A1-F218-4340-A485-0CDC62F5EECA}"/>
          </ac:spMkLst>
        </pc:spChg>
        <pc:spChg chg="mod">
          <ac:chgData name="Brendan Kowitz" userId="78f460ffbb23f3a5" providerId="LiveId" clId="{9B7601C6-B36E-4F0B-A9E1-9E7E69A268BF}" dt="2026-06-14T00:35:51.699" v="305"/>
          <ac:spMkLst>
            <pc:docMk/>
            <pc:sldMk cId="572020007" sldId="347"/>
            <ac:spMk id="17" creationId="{32E4C41A-E53A-4512-BC4E-8A79632F2880}"/>
          </ac:spMkLst>
        </pc:spChg>
        <pc:spChg chg="mod">
          <ac:chgData name="Brendan Kowitz" userId="78f460ffbb23f3a5" providerId="LiveId" clId="{9B7601C6-B36E-4F0B-A9E1-9E7E69A268BF}" dt="2026-06-14T00:35:51.701" v="311"/>
          <ac:spMkLst>
            <pc:docMk/>
            <pc:sldMk cId="572020007" sldId="347"/>
            <ac:spMk id="18" creationId="{79E6C120-0D3E-463A-AE11-B8F73DF5FCE0}"/>
          </ac:spMkLst>
        </pc:spChg>
      </pc:sldChg>
      <pc:sldChg chg="addSp delSp modSp add mod">
        <pc:chgData name="Brendan Kowitz" userId="78f460ffbb23f3a5" providerId="LiveId" clId="{9B7601C6-B36E-4F0B-A9E1-9E7E69A268BF}" dt="2026-06-14T02:13:09.778" v="657"/>
        <pc:sldMkLst>
          <pc:docMk/>
          <pc:sldMk cId="3786743131" sldId="348"/>
        </pc:sldMkLst>
        <pc:picChg chg="add del mod">
          <ac:chgData name="Brendan Kowitz" userId="78f460ffbb23f3a5" providerId="LiveId" clId="{9B7601C6-B36E-4F0B-A9E1-9E7E69A268BF}" dt="2026-06-14T02:13:09.778" v="656"/>
          <ac:picMkLst>
            <pc:docMk/>
            <pc:sldMk cId="3786743131" sldId="348"/>
            <ac:picMk id="6" creationId="{E0BC0D0C-A6EA-2B85-F979-D2824F611DD5}"/>
          </ac:picMkLst>
        </pc:picChg>
        <pc:picChg chg="add del mod">
          <ac:chgData name="Brendan Kowitz" userId="78f460ffbb23f3a5" providerId="LiveId" clId="{9B7601C6-B36E-4F0B-A9E1-9E7E69A268BF}" dt="2026-06-14T02:13:09.778" v="657"/>
          <ac:picMkLst>
            <pc:docMk/>
            <pc:sldMk cId="3786743131" sldId="348"/>
            <ac:picMk id="7" creationId="{8442550A-A157-5704-29B0-49FF5602DC45}"/>
          </ac:picMkLst>
        </pc:picChg>
      </pc:sldChg>
      <pc:sldChg chg="delSp modSp add del mod">
        <pc:chgData name="Brendan Kowitz" userId="78f460ffbb23f3a5" providerId="LiveId" clId="{9B7601C6-B36E-4F0B-A9E1-9E7E69A268BF}" dt="2026-06-14T05:53:54.271" v="724"/>
        <pc:sldMkLst>
          <pc:docMk/>
          <pc:sldMk cId="3104322733" sldId="349"/>
        </pc:sldMkLst>
        <pc:spChg chg="del">
          <ac:chgData name="Brendan Kowitz" userId="78f460ffbb23f3a5" providerId="LiveId" clId="{9B7601C6-B36E-4F0B-A9E1-9E7E69A268BF}" dt="2026-06-14T05:51:56.226" v="669"/>
          <ac:spMkLst>
            <pc:docMk/>
            <pc:sldMk cId="3104322733" sldId="349"/>
            <ac:spMk id="2" creationId="{AEE49EE8-1885-4B50-AC6C-38A6D5ADC30A}"/>
          </ac:spMkLst>
        </pc:spChg>
        <pc:spChg chg="del">
          <ac:chgData name="Brendan Kowitz" userId="78f460ffbb23f3a5" providerId="LiveId" clId="{9B7601C6-B36E-4F0B-A9E1-9E7E69A268BF}" dt="2026-06-14T05:51:56.227" v="670"/>
          <ac:spMkLst>
            <pc:docMk/>
            <pc:sldMk cId="3104322733" sldId="349"/>
            <ac:spMk id="3" creationId="{AD02B9C9-D20C-41A4-B250-473EECB908A4}"/>
          </ac:spMkLst>
        </pc:spChg>
        <pc:spChg chg="mod">
          <ac:chgData name="Brendan Kowitz" userId="78f460ffbb23f3a5" providerId="LiveId" clId="{9B7601C6-B36E-4F0B-A9E1-9E7E69A268BF}" dt="2026-06-14T05:51:56.249" v="688"/>
          <ac:spMkLst>
            <pc:docMk/>
            <pc:sldMk cId="3104322733" sldId="349"/>
            <ac:spMk id="4" creationId="{FC2AB505-1597-4874-82CA-2B438129ED7B}"/>
          </ac:spMkLst>
        </pc:spChg>
        <pc:spChg chg="mod">
          <ac:chgData name="Brendan Kowitz" userId="78f460ffbb23f3a5" providerId="LiveId" clId="{9B7601C6-B36E-4F0B-A9E1-9E7E69A268BF}" dt="2026-06-14T05:51:56.250" v="692"/>
          <ac:spMkLst>
            <pc:docMk/>
            <pc:sldMk cId="3104322733" sldId="349"/>
            <ac:spMk id="5" creationId="{5DD8F997-BA67-48A7-B83E-0A3F924BD407}"/>
          </ac:spMkLst>
        </pc:spChg>
        <pc:spChg chg="mod">
          <ac:chgData name="Brendan Kowitz" userId="78f460ffbb23f3a5" providerId="LiveId" clId="{9B7601C6-B36E-4F0B-A9E1-9E7E69A268BF}" dt="2026-06-14T05:51:56.257" v="719"/>
          <ac:spMkLst>
            <pc:docMk/>
            <pc:sldMk cId="3104322733" sldId="349"/>
            <ac:spMk id="6" creationId="{E3B4DDFA-AAF8-4513-BACE-902F0A019BBE}"/>
          </ac:spMkLst>
        </pc:spChg>
        <pc:spChg chg="mod">
          <ac:chgData name="Brendan Kowitz" userId="78f460ffbb23f3a5" providerId="LiveId" clId="{9B7601C6-B36E-4F0B-A9E1-9E7E69A268BF}" dt="2026-06-14T05:51:56.258" v="721"/>
          <ac:spMkLst>
            <pc:docMk/>
            <pc:sldMk cId="3104322733" sldId="349"/>
            <ac:spMk id="7" creationId="{AE4D13ED-5125-4378-88F3-BFEBEA7F20D1}"/>
          </ac:spMkLst>
        </pc:spChg>
        <pc:spChg chg="mod">
          <ac:chgData name="Brendan Kowitz" userId="78f460ffbb23f3a5" providerId="LiveId" clId="{9B7601C6-B36E-4F0B-A9E1-9E7E69A268BF}" dt="2026-06-14T05:51:56.252" v="703"/>
          <ac:spMkLst>
            <pc:docMk/>
            <pc:sldMk cId="3104322733" sldId="349"/>
            <ac:spMk id="8" creationId="{A8A65F3A-0A58-4462-A813-A1929B48ED0D}"/>
          </ac:spMkLst>
        </pc:spChg>
        <pc:spChg chg="mod">
          <ac:chgData name="Brendan Kowitz" userId="78f460ffbb23f3a5" providerId="LiveId" clId="{9B7601C6-B36E-4F0B-A9E1-9E7E69A268BF}" dt="2026-06-14T05:51:56.254" v="707"/>
          <ac:spMkLst>
            <pc:docMk/>
            <pc:sldMk cId="3104322733" sldId="349"/>
            <ac:spMk id="9" creationId="{1C016856-2F65-4AC2-B390-D75D6A473646}"/>
          </ac:spMkLst>
        </pc:spChg>
        <pc:spChg chg="mod">
          <ac:chgData name="Brendan Kowitz" userId="78f460ffbb23f3a5" providerId="LiveId" clId="{9B7601C6-B36E-4F0B-A9E1-9E7E69A268BF}" dt="2026-06-14T05:51:56.258" v="720"/>
          <ac:spMkLst>
            <pc:docMk/>
            <pc:sldMk cId="3104322733" sldId="349"/>
            <ac:spMk id="10" creationId="{FDD41CA1-7F41-4D67-8D9A-2E688B544ED0}"/>
          </ac:spMkLst>
        </pc:spChg>
        <pc:spChg chg="mod">
          <ac:chgData name="Brendan Kowitz" userId="78f460ffbb23f3a5" providerId="LiveId" clId="{9B7601C6-B36E-4F0B-A9E1-9E7E69A268BF}" dt="2026-06-14T05:51:56.258" v="722"/>
          <ac:spMkLst>
            <pc:docMk/>
            <pc:sldMk cId="3104322733" sldId="349"/>
            <ac:spMk id="11" creationId="{15F8CA50-BAA5-4527-833D-DD106CD63F2D}"/>
          </ac:spMkLst>
        </pc:spChg>
        <pc:spChg chg="mod">
          <ac:chgData name="Brendan Kowitz" userId="78f460ffbb23f3a5" providerId="LiveId" clId="{9B7601C6-B36E-4F0B-A9E1-9E7E69A268BF}" dt="2026-06-14T05:51:56.257" v="718"/>
          <ac:spMkLst>
            <pc:docMk/>
            <pc:sldMk cId="3104322733" sldId="349"/>
            <ac:spMk id="12" creationId="{F0B96C32-CB55-4957-9473-0EFA089F207C}"/>
          </ac:spMkLst>
        </pc:spChg>
        <pc:spChg chg="mod">
          <ac:chgData name="Brendan Kowitz" userId="78f460ffbb23f3a5" providerId="LiveId" clId="{9B7601C6-B36E-4F0B-A9E1-9E7E69A268BF}" dt="2026-06-14T05:51:56.248" v="684"/>
          <ac:spMkLst>
            <pc:docMk/>
            <pc:sldMk cId="3104322733" sldId="349"/>
            <ac:spMk id="176" creationId="{00000000-0000-0000-0000-000000000000}"/>
          </ac:spMkLst>
        </pc:spChg>
        <pc:spChg chg="del">
          <ac:chgData name="Brendan Kowitz" userId="78f460ffbb23f3a5" providerId="LiveId" clId="{9B7601C6-B36E-4F0B-A9E1-9E7E69A268BF}" dt="2026-06-14T05:51:56.227" v="671"/>
          <ac:spMkLst>
            <pc:docMk/>
            <pc:sldMk cId="3104322733" sldId="349"/>
            <ac:spMk id="179" creationId="{00000000-0000-0000-0000-000000000000}"/>
          </ac:spMkLst>
        </pc:spChg>
        <pc:spChg chg="del">
          <ac:chgData name="Brendan Kowitz" userId="78f460ffbb23f3a5" providerId="LiveId" clId="{9B7601C6-B36E-4F0B-A9E1-9E7E69A268BF}" dt="2026-06-14T05:51:56.228" v="672"/>
          <ac:spMkLst>
            <pc:docMk/>
            <pc:sldMk cId="3104322733" sldId="349"/>
            <ac:spMk id="180" creationId="{00000000-0000-0000-0000-000000000000}"/>
          </ac:spMkLst>
        </pc:spChg>
        <pc:spChg chg="del">
          <ac:chgData name="Brendan Kowitz" userId="78f460ffbb23f3a5" providerId="LiveId" clId="{9B7601C6-B36E-4F0B-A9E1-9E7E69A268BF}" dt="2026-06-14T05:51:56.228" v="673"/>
          <ac:spMkLst>
            <pc:docMk/>
            <pc:sldMk cId="3104322733" sldId="349"/>
            <ac:spMk id="181" creationId="{00000000-0000-0000-0000-000000000000}"/>
          </ac:spMkLst>
        </pc:spChg>
        <pc:spChg chg="del">
          <ac:chgData name="Brendan Kowitz" userId="78f460ffbb23f3a5" providerId="LiveId" clId="{9B7601C6-B36E-4F0B-A9E1-9E7E69A268BF}" dt="2026-06-14T05:51:56.229" v="674"/>
          <ac:spMkLst>
            <pc:docMk/>
            <pc:sldMk cId="3104322733" sldId="349"/>
            <ac:spMk id="182" creationId="{00000000-0000-0000-0000-000000000000}"/>
          </ac:spMkLst>
        </pc:spChg>
      </pc:sldChg>
      <pc:sldChg chg="add del">
        <pc:chgData name="Brendan Kowitz" userId="78f460ffbb23f3a5" providerId="LiveId" clId="{9B7601C6-B36E-4F0B-A9E1-9E7E69A268BF}" dt="2026-06-14T01:36:37.488" v="558" actId="47"/>
        <pc:sldMkLst>
          <pc:docMk/>
          <pc:sldMk cId="3333647461" sldId="350"/>
        </pc:sldMkLst>
      </pc:sldChg>
      <pc:sldChg chg="modSp add del mod">
        <pc:chgData name="Brendan Kowitz" userId="78f460ffbb23f3a5" providerId="LiveId" clId="{9B7601C6-B36E-4F0B-A9E1-9E7E69A268BF}" dt="2026-06-14T01:38:10.501" v="562"/>
        <pc:sldMkLst>
          <pc:docMk/>
          <pc:sldMk cId="466519850" sldId="351"/>
        </pc:sldMkLst>
        <pc:spChg chg="mod">
          <ac:chgData name="Brendan Kowitz" userId="78f460ffbb23f3a5" providerId="LiveId" clId="{9B7601C6-B36E-4F0B-A9E1-9E7E69A268BF}" dt="2026-06-14T01:36:16.124" v="557" actId="20577"/>
          <ac:spMkLst>
            <pc:docMk/>
            <pc:sldMk cId="466519850" sldId="351"/>
            <ac:spMk id="313" creationId="{00000000-0000-0000-0000-000000000000}"/>
          </ac:spMkLst>
        </pc:spChg>
        <pc:spChg chg="mod">
          <ac:chgData name="Brendan Kowitz" userId="78f460ffbb23f3a5" providerId="LiveId" clId="{9B7601C6-B36E-4F0B-A9E1-9E7E69A268BF}" dt="2026-06-14T01:35:18.979" v="545" actId="20577"/>
          <ac:spMkLst>
            <pc:docMk/>
            <pc:sldMk cId="466519850" sldId="351"/>
            <ac:spMk id="335" creationId="{00000000-0000-0000-0000-000000000000}"/>
          </ac:spMkLst>
        </pc:spChg>
      </pc:sldChg>
      <pc:sldChg chg="modSp add del mod">
        <pc:chgData name="Brendan Kowitz" userId="78f460ffbb23f3a5" providerId="LiveId" clId="{9B7601C6-B36E-4F0B-A9E1-9E7E69A268BF}" dt="2026-06-14T01:38:27.005" v="569"/>
        <pc:sldMkLst>
          <pc:docMk/>
          <pc:sldMk cId="1684379451" sldId="352"/>
        </pc:sldMkLst>
        <pc:spChg chg="mod">
          <ac:chgData name="Brendan Kowitz" userId="78f460ffbb23f3a5" providerId="LiveId" clId="{9B7601C6-B36E-4F0B-A9E1-9E7E69A268BF}" dt="2026-06-14T01:38:16.836" v="567"/>
          <ac:spMkLst>
            <pc:docMk/>
            <pc:sldMk cId="1684379451" sldId="352"/>
            <ac:spMk id="335" creationId="{00000000-0000-0000-0000-000000000000}"/>
          </ac:spMkLst>
        </pc:spChg>
      </pc:sldChg>
      <pc:sldChg chg="delSp modSp add del mod">
        <pc:chgData name="Brendan Kowitz" userId="78f460ffbb23f3a5" providerId="LiveId" clId="{9B7601C6-B36E-4F0B-A9E1-9E7E69A268BF}" dt="2026-06-14T01:39:02.525" v="574"/>
        <pc:sldMkLst>
          <pc:docMk/>
          <pc:sldMk cId="122359881" sldId="353"/>
        </pc:sldMkLst>
        <pc:spChg chg="mod">
          <ac:chgData name="Brendan Kowitz" userId="78f460ffbb23f3a5" providerId="LiveId" clId="{9B7601C6-B36E-4F0B-A9E1-9E7E69A268BF}" dt="2026-06-14T01:38:27.761" v="571"/>
          <ac:spMkLst>
            <pc:docMk/>
            <pc:sldMk cId="122359881" sldId="353"/>
            <ac:spMk id="335" creationId="{00000000-0000-0000-0000-000000000000}"/>
          </ac:spMkLst>
        </pc:spChg>
        <pc:picChg chg="del">
          <ac:chgData name="Brendan Kowitz" userId="78f460ffbb23f3a5" providerId="LiveId" clId="{9B7601C6-B36E-4F0B-A9E1-9E7E69A268BF}" dt="2026-06-14T01:38:58.935" v="572"/>
          <ac:picMkLst>
            <pc:docMk/>
            <pc:sldMk cId="122359881" sldId="353"/>
            <ac:picMk id="336" creationId="{00000000-0000-0000-0000-000000000000}"/>
          </ac:picMkLst>
        </pc:picChg>
      </pc:sldChg>
      <pc:sldChg chg="delSp add del mod">
        <pc:chgData name="Brendan Kowitz" userId="78f460ffbb23f3a5" providerId="LiveId" clId="{9B7601C6-B36E-4F0B-A9E1-9E7E69A268BF}" dt="2026-06-14T01:39:38.652" v="577"/>
        <pc:sldMkLst>
          <pc:docMk/>
          <pc:sldMk cId="4275094068" sldId="354"/>
        </pc:sldMkLst>
        <pc:picChg chg="del">
          <ac:chgData name="Brendan Kowitz" userId="78f460ffbb23f3a5" providerId="LiveId" clId="{9B7601C6-B36E-4F0B-A9E1-9E7E69A268BF}" dt="2026-06-14T01:39:33.886" v="575"/>
          <ac:picMkLst>
            <pc:docMk/>
            <pc:sldMk cId="4275094068" sldId="354"/>
            <ac:picMk id="336" creationId="{00000000-0000-0000-0000-000000000000}"/>
          </ac:picMkLst>
        </pc:picChg>
      </pc:sldChg>
      <pc:sldChg chg="add del">
        <pc:chgData name="Brendan Kowitz" userId="78f460ffbb23f3a5" providerId="LiveId" clId="{9B7601C6-B36E-4F0B-A9E1-9E7E69A268BF}" dt="2026-06-14T01:49:06.669" v="579"/>
        <pc:sldMkLst>
          <pc:docMk/>
          <pc:sldMk cId="1513944366" sldId="355"/>
        </pc:sldMkLst>
      </pc:sldChg>
      <pc:sldChg chg="modSp add mod">
        <pc:chgData name="Brendan Kowitz" userId="78f460ffbb23f3a5" providerId="LiveId" clId="{9B7601C6-B36E-4F0B-A9E1-9E7E69A268BF}" dt="2026-06-14T01:49:07.147" v="580"/>
        <pc:sldMkLst>
          <pc:docMk/>
          <pc:sldMk cId="1801549166" sldId="356"/>
        </pc:sldMkLst>
        <pc:spChg chg="mod">
          <ac:chgData name="Brendan Kowitz" userId="78f460ffbb23f3a5" providerId="LiveId" clId="{9B7601C6-B36E-4F0B-A9E1-9E7E69A268BF}" dt="2026-06-14T01:49:07.147" v="580"/>
          <ac:spMkLst>
            <pc:docMk/>
            <pc:sldMk cId="1801549166" sldId="356"/>
            <ac:spMk id="335" creationId="{00000000-0000-0000-0000-000000000000}"/>
          </ac:spMkLst>
        </pc:spChg>
      </pc:sldChg>
      <pc:sldChg chg="add del">
        <pc:chgData name="Brendan Kowitz" userId="78f460ffbb23f3a5" providerId="LiveId" clId="{9B7601C6-B36E-4F0B-A9E1-9E7E69A268BF}" dt="2026-06-14T01:58:52.866" v="647"/>
        <pc:sldMkLst>
          <pc:docMk/>
          <pc:sldMk cId="1069555083" sldId="357"/>
        </pc:sldMkLst>
      </pc:sldChg>
      <pc:sldChg chg="add del">
        <pc:chgData name="Brendan Kowitz" userId="78f460ffbb23f3a5" providerId="LiveId" clId="{9B7601C6-B36E-4F0B-A9E1-9E7E69A268BF}" dt="2026-06-14T01:58:57.975" v="649"/>
        <pc:sldMkLst>
          <pc:docMk/>
          <pc:sldMk cId="2393355849" sldId="358"/>
        </pc:sldMkLst>
      </pc:sldChg>
      <pc:sldChg chg="addSp delSp add del mod">
        <pc:chgData name="Brendan Kowitz" userId="78f460ffbb23f3a5" providerId="LiveId" clId="{9B7601C6-B36E-4F0B-A9E1-9E7E69A268BF}" dt="2026-06-14T02:14:54.158" v="659"/>
        <pc:sldMkLst>
          <pc:docMk/>
          <pc:sldMk cId="1825403466" sldId="359"/>
        </pc:sldMkLst>
        <pc:picChg chg="add del">
          <ac:chgData name="Brendan Kowitz" userId="78f460ffbb23f3a5" providerId="LiveId" clId="{9B7601C6-B36E-4F0B-A9E1-9E7E69A268BF}" dt="2026-06-14T02:10:12.031" v="654"/>
          <ac:picMkLst>
            <pc:docMk/>
            <pc:sldMk cId="1825403466" sldId="359"/>
            <ac:picMk id="377" creationId="{00000000-0000-0000-0000-000000000000}"/>
          </ac:picMkLst>
        </pc:picChg>
        <pc:picChg chg="del">
          <ac:chgData name="Brendan Kowitz" userId="78f460ffbb23f3a5" providerId="LiveId" clId="{9B7601C6-B36E-4F0B-A9E1-9E7E69A268BF}" dt="2026-06-14T02:08:06.296" v="652"/>
          <ac:picMkLst>
            <pc:docMk/>
            <pc:sldMk cId="1825403466" sldId="359"/>
            <ac:picMk id="379" creationId="{00000000-0000-0000-0000-000000000000}"/>
          </ac:picMkLst>
        </pc:picChg>
      </pc:sldChg>
      <pc:sldChg chg="addSp delSp modSp add mod">
        <pc:chgData name="Brendan Kowitz" userId="78f460ffbb23f3a5" providerId="LiveId" clId="{9B7601C6-B36E-4F0B-A9E1-9E7E69A268BF}" dt="2026-06-14T23:29:51.309" v="759" actId="20577"/>
        <pc:sldMkLst>
          <pc:docMk/>
          <pc:sldMk cId="3878413088" sldId="360"/>
        </pc:sldMkLst>
        <pc:spChg chg="add mod">
          <ac:chgData name="Brendan Kowitz" userId="78f460ffbb23f3a5" providerId="LiveId" clId="{9B7601C6-B36E-4F0B-A9E1-9E7E69A268BF}" dt="2026-06-14T02:18:44.692" v="664"/>
          <ac:spMkLst>
            <pc:docMk/>
            <pc:sldMk cId="3878413088" sldId="360"/>
            <ac:spMk id="6" creationId="{0D27B32F-5D64-412F-B92D-6F780AF3D5C4}"/>
          </ac:spMkLst>
        </pc:spChg>
        <pc:spChg chg="add mod">
          <ac:chgData name="Brendan Kowitz" userId="78f460ffbb23f3a5" providerId="LiveId" clId="{9B7601C6-B36E-4F0B-A9E1-9E7E69A268BF}" dt="2026-06-14T02:18:44.693" v="668"/>
          <ac:spMkLst>
            <pc:docMk/>
            <pc:sldMk cId="3878413088" sldId="360"/>
            <ac:spMk id="7" creationId="{CC661975-E8D7-475F-8BA9-9EDFCB409A5A}"/>
          </ac:spMkLst>
        </pc:spChg>
        <pc:spChg chg="mod">
          <ac:chgData name="Brendan Kowitz" userId="78f460ffbb23f3a5" providerId="LiveId" clId="{9B7601C6-B36E-4F0B-A9E1-9E7E69A268BF}" dt="2026-06-14T23:29:51.309" v="759" actId="20577"/>
          <ac:spMkLst>
            <pc:docMk/>
            <pc:sldMk cId="3878413088" sldId="360"/>
            <ac:spMk id="376" creationId="{00000000-0000-0000-0000-000000000000}"/>
          </ac:spMkLst>
        </pc:spChg>
        <pc:picChg chg="del">
          <ac:chgData name="Brendan Kowitz" userId="78f460ffbb23f3a5" providerId="LiveId" clId="{9B7601C6-B36E-4F0B-A9E1-9E7E69A268BF}" dt="2026-06-14T02:18:29.263" v="660"/>
          <ac:picMkLst>
            <pc:docMk/>
            <pc:sldMk cId="3878413088" sldId="360"/>
            <ac:picMk id="500" creationId="{00000000-0000-0000-0000-000000000000}"/>
          </ac:picMkLst>
        </pc:picChg>
      </pc:sldChg>
      <pc:sldChg chg="add del">
        <pc:chgData name="Brendan Kowitz" userId="78f460ffbb23f3a5" providerId="LiveId" clId="{9B7601C6-B36E-4F0B-A9E1-9E7E69A268BF}" dt="2026-06-14T05:53:59.651" v="726"/>
        <pc:sldMkLst>
          <pc:docMk/>
          <pc:sldMk cId="3143212340" sldId="361"/>
        </pc:sldMkLst>
      </pc:sldChg>
      <pc:sldChg chg="modSp add del mod">
        <pc:chgData name="Brendan Kowitz" userId="78f460ffbb23f3a5" providerId="LiveId" clId="{9B7601C6-B36E-4F0B-A9E1-9E7E69A268BF}" dt="2026-06-14T06:33:22.561" v="738"/>
        <pc:sldMkLst>
          <pc:docMk/>
          <pc:sldMk cId="539679718" sldId="362"/>
        </pc:sldMkLst>
        <pc:spChg chg="mod">
          <ac:chgData name="Brendan Kowitz" userId="78f460ffbb23f3a5" providerId="LiveId" clId="{9B7601C6-B36E-4F0B-A9E1-9E7E69A268BF}" dt="2026-06-14T05:54:07.249" v="727"/>
          <ac:spMkLst>
            <pc:docMk/>
            <pc:sldMk cId="539679718" sldId="362"/>
            <ac:spMk id="6" creationId="{E3B4DDFA-AAF8-4513-BACE-902F0A019BBE}"/>
          </ac:spMkLst>
        </pc:spChg>
        <pc:spChg chg="mod">
          <ac:chgData name="Brendan Kowitz" userId="78f460ffbb23f3a5" providerId="LiveId" clId="{9B7601C6-B36E-4F0B-A9E1-9E7E69A268BF}" dt="2026-06-14T05:54:07.250" v="728"/>
          <ac:spMkLst>
            <pc:docMk/>
            <pc:sldMk cId="539679718" sldId="362"/>
            <ac:spMk id="7" creationId="{AE4D13ED-5125-4378-88F3-BFEBEA7F20D1}"/>
          </ac:spMkLst>
        </pc:spChg>
        <pc:spChg chg="mod">
          <ac:chgData name="Brendan Kowitz" userId="78f460ffbb23f3a5" providerId="LiveId" clId="{9B7601C6-B36E-4F0B-A9E1-9E7E69A268BF}" dt="2026-06-14T05:54:07.250" v="729"/>
          <ac:spMkLst>
            <pc:docMk/>
            <pc:sldMk cId="539679718" sldId="362"/>
            <ac:spMk id="10" creationId="{FDD41CA1-7F41-4D67-8D9A-2E688B544ED0}"/>
          </ac:spMkLst>
        </pc:spChg>
        <pc:spChg chg="mod">
          <ac:chgData name="Brendan Kowitz" userId="78f460ffbb23f3a5" providerId="LiveId" clId="{9B7601C6-B36E-4F0B-A9E1-9E7E69A268BF}" dt="2026-06-14T05:54:57.790" v="736"/>
          <ac:spMkLst>
            <pc:docMk/>
            <pc:sldMk cId="539679718" sldId="362"/>
            <ac:spMk id="11" creationId="{15F8CA50-BAA5-4527-833D-DD106CD63F2D}"/>
          </ac:spMkLst>
        </pc:spChg>
      </pc:sldChg>
      <pc:sldChg chg="modSp add del mod">
        <pc:chgData name="Brendan Kowitz" userId="78f460ffbb23f3a5" providerId="LiveId" clId="{9B7601C6-B36E-4F0B-A9E1-9E7E69A268BF}" dt="2026-06-14T06:34:46.152" v="742"/>
        <pc:sldMkLst>
          <pc:docMk/>
          <pc:sldMk cId="2849765803" sldId="363"/>
        </pc:sldMkLst>
        <pc:spChg chg="mod">
          <ac:chgData name="Brendan Kowitz" userId="78f460ffbb23f3a5" providerId="LiveId" clId="{9B7601C6-B36E-4F0B-A9E1-9E7E69A268BF}" dt="2026-06-14T06:33:39.659" v="739"/>
          <ac:spMkLst>
            <pc:docMk/>
            <pc:sldMk cId="2849765803" sldId="363"/>
            <ac:spMk id="7" creationId="{AE4D13ED-5125-4378-88F3-BFEBEA7F20D1}"/>
          </ac:spMkLst>
        </pc:spChg>
        <pc:spChg chg="mod">
          <ac:chgData name="Brendan Kowitz" userId="78f460ffbb23f3a5" providerId="LiveId" clId="{9B7601C6-B36E-4F0B-A9E1-9E7E69A268BF}" dt="2026-06-14T06:33:39.660" v="740"/>
          <ac:spMkLst>
            <pc:docMk/>
            <pc:sldMk cId="2849765803" sldId="363"/>
            <ac:spMk id="11" creationId="{15F8CA50-BAA5-4527-833D-DD106CD63F2D}"/>
          </ac:spMkLst>
        </pc:spChg>
      </pc:sldChg>
      <pc:sldChg chg="add del">
        <pc:chgData name="Brendan Kowitz" userId="78f460ffbb23f3a5" providerId="LiveId" clId="{9B7601C6-B36E-4F0B-A9E1-9E7E69A268BF}" dt="2026-06-14T06:35:44.882" v="744"/>
        <pc:sldMkLst>
          <pc:docMk/>
          <pc:sldMk cId="2312090062" sldId="364"/>
        </pc:sldMkLst>
      </pc:sldChg>
      <pc:sldChg chg="add del">
        <pc:chgData name="Brendan Kowitz" userId="78f460ffbb23f3a5" providerId="LiveId" clId="{9B7601C6-B36E-4F0B-A9E1-9E7E69A268BF}" dt="2026-06-14T06:37:18.717" v="746"/>
        <pc:sldMkLst>
          <pc:docMk/>
          <pc:sldMk cId="840337073" sldId="365"/>
        </pc:sldMkLst>
      </pc:sldChg>
      <pc:sldChg chg="modSp add del mod">
        <pc:chgData name="Brendan Kowitz" userId="78f460ffbb23f3a5" providerId="LiveId" clId="{9B7601C6-B36E-4F0B-A9E1-9E7E69A268BF}" dt="2026-06-14T06:37:37.353" v="750"/>
        <pc:sldMkLst>
          <pc:docMk/>
          <pc:sldMk cId="1040819311" sldId="366"/>
        </pc:sldMkLst>
        <pc:spChg chg="mod">
          <ac:chgData name="Brendan Kowitz" userId="78f460ffbb23f3a5" providerId="LiveId" clId="{9B7601C6-B36E-4F0B-A9E1-9E7E69A268BF}" dt="2026-06-14T06:37:18.756" v="748"/>
          <ac:spMkLst>
            <pc:docMk/>
            <pc:sldMk cId="1040819311" sldId="366"/>
            <ac:spMk id="7" creationId="{AE4D13ED-5125-4378-88F3-BFEBEA7F20D1}"/>
          </ac:spMkLst>
        </pc:spChg>
      </pc:sldChg>
      <pc:sldChg chg="modSp add mod">
        <pc:chgData name="Brendan Kowitz" userId="78f460ffbb23f3a5" providerId="LiveId" clId="{9B7601C6-B36E-4F0B-A9E1-9E7E69A268BF}" dt="2026-06-14T06:37:37.390" v="752"/>
        <pc:sldMkLst>
          <pc:docMk/>
          <pc:sldMk cId="2817697005" sldId="367"/>
        </pc:sldMkLst>
        <pc:spChg chg="mod">
          <ac:chgData name="Brendan Kowitz" userId="78f460ffbb23f3a5" providerId="LiveId" clId="{9B7601C6-B36E-4F0B-A9E1-9E7E69A268BF}" dt="2026-06-14T06:37:37.390" v="752"/>
          <ac:spMkLst>
            <pc:docMk/>
            <pc:sldMk cId="2817697005" sldId="367"/>
            <ac:spMk id="11" creationId="{15F8CA50-BAA5-4527-833D-DD106CD63F2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8"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strike="noStrike" spc="-1">
                <a:solidFill>
                  <a:schemeClr val="dk1"/>
                </a:solidFill>
                <a:latin typeface="Calibri"/>
              </a:rPr>
              <a:t>Click to move the slide</a:t>
            </a:r>
          </a:p>
        </p:txBody>
      </p:sp>
      <p:sp>
        <p:nvSpPr>
          <p:cNvPr id="69"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Click to edit the notes format</a:t>
            </a:r>
          </a:p>
        </p:txBody>
      </p:sp>
      <p:sp>
        <p:nvSpPr>
          <p:cNvPr id="70"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strike="noStrike" spc="-1">
                <a:solidFill>
                  <a:srgbClr val="000000"/>
                </a:solidFill>
                <a:latin typeface="Times New Roman"/>
              </a:rPr>
              <a:t>&lt;header&gt;</a:t>
            </a:r>
          </a:p>
        </p:txBody>
      </p:sp>
      <p:sp>
        <p:nvSpPr>
          <p:cNvPr id="71"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strike="noStrike" spc="-1">
                <a:solidFill>
                  <a:srgbClr val="000000"/>
                </a:solidFill>
                <a:latin typeface="Times New Roman"/>
              </a:defRPr>
            </a:lvl1pPr>
          </a:lstStyle>
          <a:p>
            <a:pPr indent="0" algn="r">
              <a:buNone/>
            </a:pPr>
            <a:r>
              <a:rPr lang="en-US" sz="1400" b="0" strike="noStrike" spc="-1">
                <a:solidFill>
                  <a:srgbClr val="000000"/>
                </a:solidFill>
                <a:latin typeface="Times New Roman"/>
              </a:rPr>
              <a:t>&lt;date/time&gt;</a:t>
            </a:r>
          </a:p>
        </p:txBody>
      </p:sp>
      <p:sp>
        <p:nvSpPr>
          <p:cNvPr id="72"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&lt;footer&gt;</a:t>
            </a:r>
          </a:p>
        </p:txBody>
      </p:sp>
      <p:sp>
        <p:nvSpPr>
          <p:cNvPr id="73"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strike="noStrike" spc="-1">
                <a:solidFill>
                  <a:srgbClr val="000000"/>
                </a:solidFill>
                <a:latin typeface="Times New Roman"/>
              </a:defRPr>
            </a:lvl1pPr>
          </a:lstStyle>
          <a:p>
            <a:pPr indent="0" algn="r">
              <a:buNone/>
            </a:pPr>
            <a:fld id="{DDD1FEA0-5DB6-4BB5-B175-9202593B5D61}" type="slidenum">
              <a:rPr lang="en-US" sz="1400" b="0" strike="noStrike" spc="-1">
                <a:solidFill>
                  <a:srgbClr val="000000"/>
                </a:solidFill>
                <a:latin typeface="Times New Roman"/>
              </a:rPr>
              <a:t>‹#›</a:t>
            </a:fld>
            <a:endParaRPr lang="en-US" sz="14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2" name="PlaceHolder 1"/>
          <p:cNvSpPr>
            <a:spLocks noGrp="1" noRot="1" noChangeAspect="1"/>
          </p:cNvSpPr>
          <p:nvPr>
            <p:ph type="sldImg"/>
          </p:nvPr>
        </p:nvSpPr>
        <p:spPr>
          <a:xfrm>
            <a:off x="685800" y="1143000"/>
            <a:ext cx="5486400" cy="3086100"/>
          </a:xfrm>
          <a:prstGeom prst="rect">
            <a:avLst/>
          </a:prstGeom>
          <a:ln w="0">
            <a:noFill/>
          </a:ln>
        </p:spPr>
      </p:sp>
      <p:sp>
        <p:nvSpPr>
          <p:cNvPr id="38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Welcome everyone. This is a technical retrospective — I built something real, from scratch, to spec, and I want to walk you through what that actually looked like. Not the happy path. The whole path.</a:t>
            </a:r>
          </a:p>
        </p:txBody>
      </p:sp>
      <p:sp>
        <p:nvSpPr>
          <p:cNvPr id="384"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E15DE8E3-1649-4ABD-848A-777B11BC29AB}" type="slidenum">
              <a:rPr lang="en-US" sz="1200" b="1" strike="noStrike" spc="-1">
                <a:solidFill>
                  <a:srgbClr val="000000"/>
                </a:solidFill>
                <a:latin typeface="Open Sans Semibold"/>
              </a:rPr>
              <a:t>1</a:t>
            </a:fld>
            <a:endParaRPr lang="en-US" sz="1200" b="0" strike="noStrike" spc="-1">
              <a:solidFill>
                <a:srgbClr val="000000"/>
              </a:solidFill>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5" name="PlaceHolder 1"/>
          <p:cNvSpPr>
            <a:spLocks noGrp="1" noRot="1" noChangeAspect="1"/>
          </p:cNvSpPr>
          <p:nvPr>
            <p:ph type="sldImg"/>
          </p:nvPr>
        </p:nvSpPr>
        <p:spPr>
          <a:xfrm>
            <a:off x="685800" y="1143000"/>
            <a:ext cx="5486400" cy="3086100"/>
          </a:xfrm>
          <a:prstGeom prst="rect">
            <a:avLst/>
          </a:prstGeom>
          <a:ln w="0">
            <a:noFill/>
          </a:ln>
        </p:spPr>
      </p:sp>
      <p:sp>
        <p:nvSpPr>
          <p:cNvPr id="38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Quick context on me so you know where this is coming from. I run an engineering team at Microsoft on Azure Health Data Services — the FHIR server. Ignixa is my open-source research stack where I build things like this from first principles. Everything you'll see today is open source and on NuGet.</a:t>
            </a:r>
          </a:p>
        </p:txBody>
      </p:sp>
      <p:sp>
        <p:nvSpPr>
          <p:cNvPr id="387" name="PlaceHolder 3"/>
          <p:cNvSpPr>
            <a:spLocks noGrp="1"/>
          </p:cNvSpPr>
          <p:nvPr>
            <p:ph type="sldNum" idx="5"/>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35AA5E74-5FF3-425F-BE38-0A81F37483E2}" type="slidenum">
              <a:rPr lang="en-US" sz="1200" b="1" strike="noStrike" spc="-1">
                <a:solidFill>
                  <a:srgbClr val="000000"/>
                </a:solidFill>
                <a:latin typeface="Open Sans Semibold"/>
              </a:rPr>
              <a:t>2</a:t>
            </a:fld>
            <a:endParaRPr lang="en-US" sz="1200" b="0" strike="noStrike" spc="-1">
              <a:solidFill>
                <a:srgbClr val="000000"/>
              </a:solidFill>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 name="PlaceHolder 1"/>
          <p:cNvSpPr>
            <a:spLocks noGrp="1" noRot="1" noChangeAspect="1"/>
          </p:cNvSpPr>
          <p:nvPr>
            <p:ph type="sldImg"/>
          </p:nvPr>
        </p:nvSpPr>
        <p:spPr>
          <a:xfrm>
            <a:off x="685800" y="1143000"/>
            <a:ext cx="5486400" cy="3086100"/>
          </a:xfrm>
          <a:prstGeom prst="rect">
            <a:avLst/>
          </a:prstGeom>
          <a:ln w="0">
            <a:noFill/>
          </a:ln>
        </p:spPr>
      </p:sp>
      <p:sp>
        <p:nvSpPr>
          <p:cNvPr id="38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I'm not going to explain what SQL on FHIR is — you're here, you know the spec. What I want to talk about is where .NET sits. JavaScript has the HL7 reference implementation. Python has libraries. Java is well covered. Search for SQL on FHIR plus .NET and you find workarounds and people asking the same question. That's the gap this session is about.</a:t>
            </a:r>
          </a:p>
        </p:txBody>
      </p:sp>
      <p:sp>
        <p:nvSpPr>
          <p:cNvPr id="390"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C0DBD4A7-5484-4AB4-B67F-3F1A81A05A9E}" type="slidenum">
              <a:rPr lang="en-US" sz="1200" b="1" strike="noStrike" spc="-1">
                <a:solidFill>
                  <a:srgbClr val="000000"/>
                </a:solidFill>
                <a:latin typeface="Open Sans Semibold"/>
              </a:rPr>
              <a:t>3</a:t>
            </a:fld>
            <a:endParaRPr lang="en-US" sz="1200" b="0" strike="noStrike" spc="-1">
              <a:solidFill>
                <a:srgbClr val="000000"/>
              </a:solidFill>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1" name="PlaceHolder 1"/>
          <p:cNvSpPr>
            <a:spLocks noGrp="1" noRot="1" noChangeAspect="1"/>
          </p:cNvSpPr>
          <p:nvPr>
            <p:ph type="sldImg"/>
          </p:nvPr>
        </p:nvSpPr>
        <p:spPr>
          <a:xfrm>
            <a:off x="685800" y="1143000"/>
            <a:ext cx="5486400" cy="3086100"/>
          </a:xfrm>
          <a:prstGeom prst="rect">
            <a:avLst/>
          </a:prstGeom>
          <a:ln w="0">
            <a:noFill/>
          </a:ln>
        </p:spPr>
      </p:sp>
      <p:sp>
        <p:nvSpPr>
          <p:cNvPr id="39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Quick show of hands — how many of you have done Option B? Yeah. You write a little FHIRPath, it works, then six months later someone adds a new resource type and the extraction breaks. These options all have real, recurring costs.</a:t>
            </a:r>
          </a:p>
        </p:txBody>
      </p:sp>
      <p:sp>
        <p:nvSpPr>
          <p:cNvPr id="393"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4B2ABAEB-B657-49FA-9786-A03C26288247}" type="slidenum">
              <a:rPr lang="en-US" sz="1200" b="1" strike="noStrike" spc="-1">
                <a:solidFill>
                  <a:srgbClr val="000000"/>
                </a:solidFill>
                <a:latin typeface="Open Sans Semibold"/>
              </a:rPr>
              <a:t>4</a:t>
            </a:fld>
            <a:endParaRPr lang="en-US" sz="1200" b="0" strike="noStrike" spc="-1">
              <a:solidFill>
                <a:srgbClr val="000000"/>
              </a:solidFill>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7" name="PlaceHolder 1"/>
          <p:cNvSpPr>
            <a:spLocks noGrp="1" noRot="1" noChangeAspect="1"/>
          </p:cNvSpPr>
          <p:nvPr>
            <p:ph type="sldImg"/>
          </p:nvPr>
        </p:nvSpPr>
        <p:spPr>
          <a:xfrm>
            <a:off x="685800" y="1143000"/>
            <a:ext cx="5486400" cy="3086100"/>
          </a:xfrm>
          <a:prstGeom prst="rect">
            <a:avLst/>
          </a:prstGeom>
          <a:ln w="0">
            <a:noFill/>
          </a:ln>
        </p:spPr>
      </p:sp>
      <p:sp>
        <p:nvSpPr>
          <p:cNvPr id="39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Two minutes to integrate. The NuGet package gives you the evaluator as a library. The CLI is a tool you can run in pipelines and CI right now. Five FHIR versions from one codebase. MIT. Let me tell you why you should trust it.</a:t>
            </a:r>
          </a:p>
        </p:txBody>
      </p:sp>
      <p:sp>
        <p:nvSpPr>
          <p:cNvPr id="399"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56C3A795-DB74-48B3-90BF-76F9AAB35A7F}" type="slidenum">
              <a:rPr lang="en-US" sz="1200" b="1" strike="noStrike" spc="-1">
                <a:solidFill>
                  <a:srgbClr val="000000"/>
                </a:solidFill>
                <a:latin typeface="Open Sans Semibold"/>
              </a:rPr>
              <a:t>5</a:t>
            </a:fld>
            <a:endParaRPr lang="en-US" sz="1200" b="0" strike="noStrike" spc="-1">
              <a:solidFill>
                <a:srgbClr val="000000"/>
              </a:solidFill>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3" name="PlaceHolder 1"/>
          <p:cNvSpPr>
            <a:spLocks noGrp="1" noRot="1" noChangeAspect="1"/>
          </p:cNvSpPr>
          <p:nvPr>
            <p:ph type="sldImg"/>
          </p:nvPr>
        </p:nvSpPr>
        <p:spPr>
          <a:xfrm>
            <a:off x="685800" y="1143000"/>
            <a:ext cx="5486400" cy="3086100"/>
          </a:xfrm>
          <a:prstGeom prst="rect">
            <a:avLst/>
          </a:prstGeom>
          <a:ln w="0">
            <a:noFill/>
          </a:ln>
        </p:spPr>
      </p:sp>
      <p:sp>
        <p:nvSpPr>
          <p:cNvPr id="40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Sub-microsecond FHIRPath evaluation. Here's why it matters: a nightly $export of 10 million resources, 5 ViewDefinitions each, is 50 million evaluations. At 500 nanoseconds that's 25 seconds. Without a compiled engine — 300 microseconds each — that's over 4 hours. Compiled + cached is what makes this usable at pipeline scale.</a:t>
            </a:r>
          </a:p>
        </p:txBody>
      </p:sp>
      <p:sp>
        <p:nvSpPr>
          <p:cNvPr id="405" name="PlaceHolder 3"/>
          <p:cNvSpPr>
            <a:spLocks noGrp="1"/>
          </p:cNvSpPr>
          <p:nvPr>
            <p:ph type="sldNum" idx="11"/>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23514D29-0041-4F99-BA09-D77F7C224694}" type="slidenum">
              <a:rPr lang="en-US" sz="1200" b="1" strike="noStrike" spc="-1">
                <a:solidFill>
                  <a:srgbClr val="000000"/>
                </a:solidFill>
                <a:latin typeface="Open Sans Semibold"/>
              </a:rPr>
              <a:t>6</a:t>
            </a:fld>
            <a:endParaRPr lang="en-US" sz="1200" b="0" strike="noStrike" spc="-1">
              <a:solidFill>
                <a:srgbClr val="000000"/>
              </a:solidFill>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6" name="PlaceHolder 1"/>
          <p:cNvSpPr>
            <a:spLocks noGrp="1" noRot="1" noChangeAspect="1"/>
          </p:cNvSpPr>
          <p:nvPr>
            <p:ph type="sldImg"/>
          </p:nvPr>
        </p:nvSpPr>
        <p:spPr>
          <a:xfrm>
            <a:off x="685800" y="1143000"/>
            <a:ext cx="5486040" cy="3085920"/>
          </a:xfrm>
          <a:prstGeom prst="rect">
            <a:avLst/>
          </a:prstGeom>
          <a:ln w="0">
            <a:noFill/>
          </a:ln>
        </p:spPr>
      </p:sp>
      <p:sp>
        <p:nvSpPr>
          <p:cNvPr id="40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Each layer is a standalone NuGet package. Just need the FHIRPath engine? Take Ignixa.FhirPath. Want ViewDefinition evaluation in your app? Take Ignixa.SqlOnFhir. The CLI is the full stack as a tool. This modularity is also how we unit-test each layer independently — which is how the conformance suite is built.</a:t>
            </a:r>
          </a:p>
        </p:txBody>
      </p:sp>
      <p:sp>
        <p:nvSpPr>
          <p:cNvPr id="408" name="PlaceHolder 3"/>
          <p:cNvSpPr>
            <a:spLocks noGrp="1"/>
          </p:cNvSpPr>
          <p:nvPr>
            <p:ph type="sldNum" idx="12"/>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9DB4AA69-249A-44D8-BC08-F20E9C034DA5}" type="slidenum">
              <a:rPr lang="en-US" sz="1200" b="1" strike="noStrike" spc="-1">
                <a:solidFill>
                  <a:srgbClr val="000000"/>
                </a:solidFill>
                <a:latin typeface="Open Sans Semibold"/>
              </a:rPr>
              <a:t>7</a:t>
            </a:fld>
            <a:endParaRPr lang="en-US" sz="1200" b="0" strike="noStrike" spc="-1">
              <a:solidFill>
                <a:srgbClr val="000000"/>
              </a:solidFill>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2" name="PlaceHolder 1"/>
          <p:cNvSpPr>
            <a:spLocks noGrp="1" noRot="1" noChangeAspect="1"/>
          </p:cNvSpPr>
          <p:nvPr>
            <p:ph type="sldImg"/>
          </p:nvPr>
        </p:nvSpPr>
        <p:spPr>
          <a:xfrm>
            <a:off x="685800" y="1143000"/>
            <a:ext cx="5486040" cy="3085920"/>
          </a:xfrm>
          <a:prstGeom prst="rect">
            <a:avLst/>
          </a:prstGeom>
          <a:ln w="0">
            <a:noFill/>
          </a:ln>
        </p:spPr>
      </p:sp>
      <p:sp>
        <p:nvSpPr>
          <p:cNvPr id="41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The separation matters for two reasons. First, you can validate ViewDefinitions without running them — the validate command uses the Parse stage only. Second, Evaluate is pure and stateless, so you parallelize across resources trivially. Writers are sinks, not evaluation logic.</a:t>
            </a:r>
          </a:p>
        </p:txBody>
      </p:sp>
      <p:sp>
        <p:nvSpPr>
          <p:cNvPr id="414" name="PlaceHolder 3"/>
          <p:cNvSpPr>
            <a:spLocks noGrp="1"/>
          </p:cNvSpPr>
          <p:nvPr>
            <p:ph type="sldNum" idx="14"/>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10519E9B-93EE-4279-8572-966716882340}" type="slidenum">
              <a:rPr lang="en-US" sz="1200" b="1" strike="noStrike" spc="-1">
                <a:solidFill>
                  <a:srgbClr val="000000"/>
                </a:solidFill>
                <a:latin typeface="Open Sans Semibold"/>
              </a:rPr>
              <a:t>8</a:t>
            </a:fld>
            <a:endParaRPr lang="en-US" sz="1200" b="0" strike="noStrike" spc="-1">
              <a:solidFill>
                <a:srgbClr val="000000"/>
              </a:solidFill>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5" name="PlaceHolder 1"/>
          <p:cNvSpPr>
            <a:spLocks noGrp="1" noRot="1" noChangeAspect="1"/>
          </p:cNvSpPr>
          <p:nvPr>
            <p:ph type="sldImg"/>
          </p:nvPr>
        </p:nvSpPr>
        <p:spPr>
          <a:xfrm>
            <a:off x="685800" y="1143000"/>
            <a:ext cx="5486040" cy="3085920"/>
          </a:xfrm>
          <a:prstGeom prst="rect">
            <a:avLst/>
          </a:prstGeom>
          <a:ln w="0">
            <a:noFill/>
          </a:ln>
        </p:spPr>
      </p:sp>
      <p:sp>
        <p:nvSpPr>
          <p:cNvPr id="41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You pick the FHIR version once — at the CLI level or at DI registration. Everything below that is version-agnostic. The same patient-view.json you write for R4 runs against R5 resources unchanged, as long as the paths are valid in both. This matters for orgs mid-migration.</a:t>
            </a:r>
          </a:p>
        </p:txBody>
      </p:sp>
      <p:sp>
        <p:nvSpPr>
          <p:cNvPr id="417" name="PlaceHolder 3"/>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2E9A8FDA-A687-494B-BBD6-4A017B76040F}" type="slidenum">
              <a:rPr lang="en-US" sz="1200" b="1" strike="noStrike" spc="-1">
                <a:solidFill>
                  <a:srgbClr val="000000"/>
                </a:solidFill>
                <a:latin typeface="Open Sans Semibold"/>
              </a:rPr>
              <a:t>9</a:t>
            </a:fld>
            <a:endParaRPr lang="en-US" sz="1200" b="0" strike="noStrike" spc="-1">
              <a:solidFill>
                <a:srgbClr val="000000"/>
              </a:solidFill>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8" name="PlaceHolder 1"/>
          <p:cNvSpPr>
            <a:spLocks noGrp="1" noRot="1" noChangeAspect="1"/>
          </p:cNvSpPr>
          <p:nvPr>
            <p:ph type="sldImg"/>
          </p:nvPr>
        </p:nvSpPr>
        <p:spPr>
          <a:xfrm>
            <a:off x="685800" y="1143000"/>
            <a:ext cx="5486400" cy="3086100"/>
          </a:xfrm>
          <a:prstGeom prst="rect">
            <a:avLst/>
          </a:prstGeom>
          <a:ln w="0">
            <a:noFill/>
          </a:ln>
        </p:spPr>
      </p:sp>
      <p:sp>
        <p:nvSpPr>
          <p:cNvPr id="41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Nothing exotic. WHERE filters to active patients. SELECT pulls scalar columns with standard FHIRPath. If you've used the HL7 JS reference implementation, this is the same syntax — deliberately. Portability of ViewDefinitions across implementations is a spec goal; this shows it working.</a:t>
            </a:r>
          </a:p>
        </p:txBody>
      </p:sp>
      <p:sp>
        <p:nvSpPr>
          <p:cNvPr id="420" name="PlaceHolder 3"/>
          <p:cNvSpPr>
            <a:spLocks noGrp="1"/>
          </p:cNvSpPr>
          <p:nvPr>
            <p:ph type="sldNum" idx="16"/>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8DF73116-23EC-4ACF-9F9D-CA8CBB9634A2}" type="slidenum">
              <a:rPr lang="en-US" sz="1200" b="1" strike="noStrike" spc="-1">
                <a:solidFill>
                  <a:srgbClr val="000000"/>
                </a:solidFill>
                <a:latin typeface="Open Sans Semibold"/>
              </a:rPr>
              <a:t>10</a:t>
            </a:fld>
            <a:endParaRPr lang="en-US" sz="1200" b="0" strike="noStrike" spc="-1">
              <a:solidFill>
                <a:srgbClr val="000000"/>
              </a:solidFill>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 name="PlaceHolder 1"/>
          <p:cNvSpPr>
            <a:spLocks noGrp="1" noRot="1" noChangeAspect="1"/>
          </p:cNvSpPr>
          <p:nvPr>
            <p:ph type="sldImg"/>
          </p:nvPr>
        </p:nvSpPr>
        <p:spPr>
          <a:xfrm>
            <a:off x="685800" y="1143000"/>
            <a:ext cx="5486400" cy="3086100"/>
          </a:xfrm>
          <a:prstGeom prst="rect">
            <a:avLst/>
          </a:prstGeom>
          <a:ln w="0">
            <a:noFill/>
          </a:ln>
        </p:spPr>
      </p:sp>
      <p:sp>
        <p:nvSpPr>
          <p:cNvPr id="42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This is the operation that makes FHIR analytics actually work. A Patient has an array of names. forEach gives you one row per name — standard SQL unnesting, expressed as a ViewDefinition. First group produces id once; the forEach group repeats per name element.</a:t>
            </a:r>
          </a:p>
        </p:txBody>
      </p:sp>
      <p:sp>
        <p:nvSpPr>
          <p:cNvPr id="423" name="PlaceHolder 3"/>
          <p:cNvSpPr>
            <a:spLocks noGrp="1"/>
          </p:cNvSpPr>
          <p:nvPr>
            <p:ph type="sldNum" idx="17"/>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0C6E667C-1F56-42B1-AA4D-6DE1D4CA83BC}" type="slidenum">
              <a:rPr lang="en-US" sz="1200" b="1" strike="noStrike" spc="-1">
                <a:solidFill>
                  <a:srgbClr val="000000"/>
                </a:solidFill>
                <a:latin typeface="Open Sans Semibold"/>
              </a:rPr>
              <a:t>11</a:t>
            </a:fld>
            <a:endParaRPr lang="en-US" sz="1200" b="0" strike="noStrike" spc="-1">
              <a:solidFill>
                <a:srgbClr val="000000"/>
              </a:solidFill>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4" name="PlaceHolder 1"/>
          <p:cNvSpPr>
            <a:spLocks noGrp="1" noRot="1" noChangeAspect="1"/>
          </p:cNvSpPr>
          <p:nvPr>
            <p:ph type="sldImg"/>
          </p:nvPr>
        </p:nvSpPr>
        <p:spPr>
          <a:xfrm>
            <a:off x="685800" y="1143000"/>
            <a:ext cx="5486400" cy="3086100"/>
          </a:xfrm>
          <a:prstGeom prst="rect">
            <a:avLst/>
          </a:prstGeom>
          <a:ln w="0">
            <a:noFill/>
          </a:ln>
        </p:spPr>
      </p:sp>
      <p:sp>
        <p:nvSpPr>
          <p:cNvPr id="42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This is the entire API surface you need to evaluate a ViewDefinition from C#. GetSchemaProvider is the only place FHIR version enters. ToSourceNavigator gives the lightweight structure; ToElement adds typing via the schema. The result is IEnumerable of dictionaries — flat rows you write anywhere.</a:t>
            </a:r>
          </a:p>
        </p:txBody>
      </p:sp>
      <p:sp>
        <p:nvSpPr>
          <p:cNvPr id="426" name="PlaceHolder 3"/>
          <p:cNvSpPr>
            <a:spLocks noGrp="1"/>
          </p:cNvSpPr>
          <p:nvPr>
            <p:ph type="sldNum" idx="18"/>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FA5D8DDE-15F9-4711-94C6-DDF31189F4A3}" type="slidenum">
              <a:rPr lang="en-US" sz="1200" b="1" strike="noStrike" spc="-1">
                <a:solidFill>
                  <a:srgbClr val="000000"/>
                </a:solidFill>
                <a:latin typeface="Open Sans Semibold"/>
              </a:rPr>
              <a:t>12</a:t>
            </a:fld>
            <a:endParaRPr lang="en-US" sz="1200" b="0" strike="noStrike" spc="-1">
              <a:solidFill>
                <a:srgbClr val="000000"/>
              </a:solidFill>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7" name="PlaceHolder 1"/>
          <p:cNvSpPr>
            <a:spLocks noGrp="1" noRot="1" noChangeAspect="1"/>
          </p:cNvSpPr>
          <p:nvPr>
            <p:ph type="sldImg"/>
          </p:nvPr>
        </p:nvSpPr>
        <p:spPr>
          <a:xfrm>
            <a:off x="685800" y="1143000"/>
            <a:ext cx="5486040" cy="3085920"/>
          </a:xfrm>
          <a:prstGeom prst="rect">
            <a:avLst/>
          </a:prstGeom>
          <a:ln w="0">
            <a:noFill/>
          </a:ln>
        </p:spPr>
      </p:sp>
      <p:sp>
        <p:nvSpPr>
          <p:cNvPr id="42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[Switch to terminal. Data files are pre-staged in demo/data/.] I've got a patient ViewDefinition and NDJSON patients ready — generated by Ignixa.FhirFakes from Seattle demographics, which I'll show in the next session. Start with preview so you see the schema before touching any data.</a:t>
            </a:r>
          </a:p>
        </p:txBody>
      </p:sp>
      <p:sp>
        <p:nvSpPr>
          <p:cNvPr id="429" name="PlaceHolder 3"/>
          <p:cNvSpPr>
            <a:spLocks noGrp="1"/>
          </p:cNvSpPr>
          <p:nvPr>
            <p:ph type="sldNum" idx="19"/>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C7B0A1A2-BE9E-4DD4-A6FA-C6250BA74A2B}" type="slidenum">
              <a:rPr lang="en-US" sz="1200" b="1" strike="noStrike" spc="-1">
                <a:solidFill>
                  <a:srgbClr val="000000"/>
                </a:solidFill>
                <a:latin typeface="Open Sans Semibold"/>
              </a:rPr>
              <a:t>13</a:t>
            </a:fld>
            <a:endParaRPr lang="en-US" sz="1200" b="0" strike="noStrike" spc="-1">
              <a:solidFill>
                <a:srgbClr val="000000"/>
              </a:solidFill>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 name="PlaceHolder 1"/>
          <p:cNvSpPr>
            <a:spLocks noGrp="1" noRot="1" noChangeAspect="1"/>
          </p:cNvSpPr>
          <p:nvPr>
            <p:ph type="sldImg"/>
          </p:nvPr>
        </p:nvSpPr>
        <p:spPr>
          <a:xfrm>
            <a:off x="685800" y="1143000"/>
            <a:ext cx="5486400" cy="3086100"/>
          </a:xfrm>
          <a:prstGeom prst="rect">
            <a:avLst/>
          </a:prstGeom>
          <a:ln w="0">
            <a:noFill/>
          </a:ln>
        </p:spPr>
      </p:sp>
      <p:sp>
        <p:nvSpPr>
          <p:cNvPr id="43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[Leave this up during/after Demo 1.] The version is always first. Then the command. The rest is flags. Preview is schema-only without --input, adds sample rows with it. Validate catches errors before you run. Run produces the output.</a:t>
            </a:r>
          </a:p>
        </p:txBody>
      </p:sp>
      <p:sp>
        <p:nvSpPr>
          <p:cNvPr id="432" name="PlaceHolder 3"/>
          <p:cNvSpPr>
            <a:spLocks noGrp="1"/>
          </p:cNvSpPr>
          <p:nvPr>
            <p:ph type="sldNum" idx="20"/>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B45FE00B-4327-45B3-9CD6-B8EABCE631FB}" type="slidenum">
              <a:rPr lang="en-US" sz="1200" b="1" strike="noStrike" spc="-1">
                <a:solidFill>
                  <a:srgbClr val="000000"/>
                </a:solidFill>
                <a:latin typeface="Open Sans Semibold"/>
              </a:rPr>
              <a:t>14</a:t>
            </a:fld>
            <a:endParaRPr lang="en-US" sz="1200" b="0" strike="noStrike" spc="-1">
              <a:solidFill>
                <a:srgbClr val="000000"/>
              </a:solidFill>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3" name="PlaceHolder 1"/>
          <p:cNvSpPr>
            <a:spLocks noGrp="1" noRot="1" noChangeAspect="1"/>
          </p:cNvSpPr>
          <p:nvPr>
            <p:ph type="sldImg"/>
          </p:nvPr>
        </p:nvSpPr>
        <p:spPr>
          <a:xfrm>
            <a:off x="685800" y="1143000"/>
            <a:ext cx="5486040" cy="3085920"/>
          </a:xfrm>
          <a:prstGeom prst="rect">
            <a:avLst/>
          </a:prstGeom>
          <a:ln w="0">
            <a:noFill/>
          </a:ln>
        </p:spPr>
      </p:sp>
      <p:sp>
        <p:nvSpPr>
          <p:cNvPr id="43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[Switch to IDE — open demo2-library/Program.cs.] Same data, different entry point. This is what you'd write inside a data pipeline, a test, or a background job. Watch how thin the API surface is.</a:t>
            </a:r>
          </a:p>
        </p:txBody>
      </p:sp>
      <p:sp>
        <p:nvSpPr>
          <p:cNvPr id="435" name="PlaceHolder 3"/>
          <p:cNvSpPr>
            <a:spLocks noGrp="1"/>
          </p:cNvSpPr>
          <p:nvPr>
            <p:ph type="sldNum" idx="21"/>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6AB33EA4-60B0-45FD-9D1B-1ABB0EA7EF87}" type="slidenum">
              <a:rPr lang="en-US" sz="1200" b="1" strike="noStrike" spc="-1">
                <a:solidFill>
                  <a:srgbClr val="000000"/>
                </a:solidFill>
                <a:latin typeface="Open Sans Semibold"/>
              </a:rPr>
              <a:t>15</a:t>
            </a:fld>
            <a:endParaRPr lang="en-US" sz="1200" b="0" strike="noStrike" spc="-1">
              <a:solidFill>
                <a:srgbClr val="000000"/>
              </a:solidFill>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9" name="PlaceHolder 1"/>
          <p:cNvSpPr>
            <a:spLocks noGrp="1" noRot="1" noChangeAspect="1"/>
          </p:cNvSpPr>
          <p:nvPr>
            <p:ph type="sldImg"/>
          </p:nvPr>
        </p:nvSpPr>
        <p:spPr>
          <a:xfrm>
            <a:off x="685800" y="1143000"/>
            <a:ext cx="5486400" cy="3086100"/>
          </a:xfrm>
          <a:prstGeom prst="rect">
            <a:avLst/>
          </a:prstGeom>
          <a:ln w="0">
            <a:noFill/>
          </a:ln>
        </p:spPr>
      </p:sp>
      <p:sp>
        <p:nvSpPr>
          <p:cNvPr id="44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The pipeline this enables: your FHIR server's $export gives you NDJSON. Your ViewDefinitions give you a version-controlled schema. The CLI turns NDJSON into Parquet with one command. Every analytics tool reads Parquet. FHIR server to BI-ready without leaving .NET and without writing custom ETL.</a:t>
            </a:r>
          </a:p>
        </p:txBody>
      </p:sp>
      <p:sp>
        <p:nvSpPr>
          <p:cNvPr id="441" name="PlaceHolder 3"/>
          <p:cNvSpPr>
            <a:spLocks noGrp="1"/>
          </p:cNvSpPr>
          <p:nvPr>
            <p:ph type="sldNum" idx="23"/>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CBC79760-2D90-48F5-9421-6D3D1D1AB711}" type="slidenum">
              <a:rPr lang="en-US" sz="1200" b="1" strike="noStrike" spc="-1">
                <a:solidFill>
                  <a:srgbClr val="000000"/>
                </a:solidFill>
                <a:latin typeface="Open Sans Semibold"/>
              </a:rPr>
              <a:t>16</a:t>
            </a:fld>
            <a:endParaRPr lang="en-US" sz="1200" b="0" strike="noStrike" spc="-1">
              <a:solidFill>
                <a:srgbClr val="000000"/>
              </a:solidFill>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noRot="1" noChangeAspect="1"/>
          </p:cNvSpPr>
          <p:nvPr>
            <p:ph type="sldImg"/>
          </p:nvPr>
        </p:nvSpPr>
        <p:spPr>
          <a:xfrm>
            <a:off x="685800" y="1143000"/>
            <a:ext cx="5486400" cy="3086100"/>
          </a:xfrm>
          <a:prstGeom prst="rect">
            <a:avLst/>
          </a:prstGeom>
          <a:ln w="0">
            <a:noFill/>
          </a:ln>
        </p:spPr>
      </p:sp>
      <p:sp>
        <p:nvSpPr>
          <p:cNvPr id="44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That's it. Three commands. The GitHub repo has the ViewDefinition samples, the docs walk through CLI options, and the NuGet package drops into any .NET 9 project. Thank you.</a:t>
            </a:r>
          </a:p>
        </p:txBody>
      </p:sp>
      <p:sp>
        <p:nvSpPr>
          <p:cNvPr id="444" name="PlaceHolder 3"/>
          <p:cNvSpPr>
            <a:spLocks noGrp="1"/>
          </p:cNvSpPr>
          <p:nvPr>
            <p:ph type="sldNum" idx="24"/>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FA47ECC2-B7B4-4CBE-9B12-E33811027D18}" type="slidenum">
              <a:rPr lang="en-US" sz="1200" b="1" strike="noStrike" spc="-1">
                <a:solidFill>
                  <a:srgbClr val="000000"/>
                </a:solidFill>
                <a:latin typeface="Open Sans Semibold"/>
              </a:rPr>
              <a:t>17</a:t>
            </a:fld>
            <a:endParaRPr lang="en-US" sz="1200" b="0" strike="noStrike" spc="-1">
              <a:solidFill>
                <a:srgbClr val="000000"/>
              </a:solidFill>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5" name="PlaceHolder 1"/>
          <p:cNvSpPr>
            <a:spLocks noGrp="1" noRot="1" noChangeAspect="1"/>
          </p:cNvSpPr>
          <p:nvPr>
            <p:ph type="sldImg"/>
          </p:nvPr>
        </p:nvSpPr>
        <p:spPr>
          <a:xfrm>
            <a:off x="685800" y="1143000"/>
            <a:ext cx="5486400" cy="3086100"/>
          </a:xfrm>
          <a:prstGeom prst="rect">
            <a:avLst/>
          </a:prstGeom>
          <a:ln w="0">
            <a:noFill/>
          </a:ln>
        </p:spPr>
      </p:sp>
      <p:sp>
        <p:nvSpPr>
          <p:cNvPr id="44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Everything is open source. Reach me on GitHub, the docs site has the full CLI reference and ViewDefinition samples, and both packages are on NuGet.</a:t>
            </a:r>
          </a:p>
        </p:txBody>
      </p:sp>
      <p:sp>
        <p:nvSpPr>
          <p:cNvPr id="447" name="PlaceHolder 3"/>
          <p:cNvSpPr>
            <a:spLocks noGrp="1"/>
          </p:cNvSpPr>
          <p:nvPr>
            <p:ph type="sldNum" idx="25"/>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A652EB83-73CA-4E35-84F3-F9B246B2E207}" type="slidenum">
              <a:rPr lang="en-US" sz="1200" b="1" strike="noStrike" spc="-1">
                <a:solidFill>
                  <a:srgbClr val="000000"/>
                </a:solidFill>
                <a:latin typeface="Open Sans Semibold"/>
              </a:rPr>
              <a:t>18</a:t>
            </a:fld>
            <a:endParaRPr lang="en-US" sz="1200" b="0" strike="noStrike" spc="-1">
              <a:solidFill>
                <a:srgbClr val="000000"/>
              </a:solidFill>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8" name="PlaceHolder 1"/>
          <p:cNvSpPr>
            <a:spLocks noGrp="1" noRot="1" noChangeAspect="1"/>
          </p:cNvSpPr>
          <p:nvPr>
            <p:ph type="sldImg"/>
          </p:nvPr>
        </p:nvSpPr>
        <p:spPr>
          <a:xfrm>
            <a:off x="685800" y="1143000"/>
            <a:ext cx="5486040" cy="3085920"/>
          </a:xfrm>
          <a:prstGeom prst="rect">
            <a:avLst/>
          </a:prstGeom>
          <a:ln w="0">
            <a:noFill/>
          </a:ln>
        </p:spPr>
      </p:sp>
      <p:sp>
        <p:nvSpPr>
          <p:cNvPr id="44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Please leave feedback on the talk and on DevDays — it genuinely helps shape next year. The QR code and link are here. Thank you, and enjoy the rest of DevDays.</a:t>
            </a:r>
          </a:p>
        </p:txBody>
      </p:sp>
      <p:sp>
        <p:nvSpPr>
          <p:cNvPr id="450" name="PlaceHolder 3"/>
          <p:cNvSpPr>
            <a:spLocks noGrp="1"/>
          </p:cNvSpPr>
          <p:nvPr>
            <p:ph type="sldNum" idx="26"/>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1" strike="noStrike" spc="-1">
                <a:solidFill>
                  <a:srgbClr val="000000"/>
                </a:solidFill>
                <a:latin typeface="Open Sans Semibold"/>
              </a:defRPr>
            </a:lvl1pPr>
          </a:lstStyle>
          <a:p>
            <a:pPr indent="0" algn="r">
              <a:lnSpc>
                <a:spcPct val="100000"/>
              </a:lnSpc>
              <a:buNone/>
            </a:pPr>
            <a:fld id="{CC9A0C3F-A776-4D4D-9CE0-574139303CCC}" type="slidenum">
              <a:rPr lang="en-US" sz="1200" b="1" strike="noStrike" spc="-1">
                <a:solidFill>
                  <a:srgbClr val="000000"/>
                </a:solidFill>
                <a:latin typeface="Open Sans Semibold"/>
              </a:rPr>
              <a:t>20</a:t>
            </a:fld>
            <a:endParaRPr lang="en-US" sz="1200" b="0" strike="noStrike" spc="-1">
              <a:solidFill>
                <a:srgbClr val="000000"/>
              </a:solidFill>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3_Opening Slide">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pic>
        <p:nvPicPr>
          <p:cNvPr id="3" name="Picture 2">
            <a:extLst>
              <a:ext uri="{FF2B5EF4-FFF2-40B4-BE49-F238E27FC236}">
                <a16:creationId xmlns:a16="http://schemas.microsoft.com/office/drawing/2014/main" id="{DB35EDDA-3C0D-1241-AC8F-D017C7E79D30}"/>
              </a:ext>
            </a:extLst>
          </p:cNvPr>
          <p:cNvPicPr>
            <a:picLocks noChangeAspect="1"/>
          </p:cNvPicPr>
          <p:nvPr userDrawn="1"/>
        </p:nvPicPr>
        <p:blipFill>
          <a:blip r:embed="rId2"/>
          <a:srcRect/>
          <a:stretch/>
        </p:blipFill>
        <p:spPr>
          <a:xfrm>
            <a:off x="1" y="2338987"/>
            <a:ext cx="12191999" cy="4190999"/>
          </a:xfrm>
          <a:prstGeom prst="rect">
            <a:avLst/>
          </a:prstGeom>
        </p:spPr>
      </p:pic>
      <p:pic>
        <p:nvPicPr>
          <p:cNvPr id="16" name="Picture 15">
            <a:extLst>
              <a:ext uri="{FF2B5EF4-FFF2-40B4-BE49-F238E27FC236}">
                <a16:creationId xmlns:a16="http://schemas.microsoft.com/office/drawing/2014/main" id="{6AD37FFF-18DE-4F4D-B77B-22BABB2CEC3A}"/>
              </a:ext>
            </a:extLst>
          </p:cNvPr>
          <p:cNvPicPr>
            <a:picLocks noChangeAspect="1"/>
          </p:cNvPicPr>
          <p:nvPr userDrawn="1"/>
        </p:nvPicPr>
        <p:blipFill>
          <a:blip r:embed="rId3"/>
          <a:srcRect/>
          <a:stretch/>
        </p:blipFill>
        <p:spPr>
          <a:xfrm>
            <a:off x="3846315" y="280459"/>
            <a:ext cx="4198193" cy="658957"/>
          </a:xfrm>
          <a:prstGeom prst="rect">
            <a:avLst/>
          </a:prstGeom>
        </p:spPr>
      </p:pic>
      <p:sp>
        <p:nvSpPr>
          <p:cNvPr id="19" name="Rectangle 18">
            <a:extLst>
              <a:ext uri="{FF2B5EF4-FFF2-40B4-BE49-F238E27FC236}">
                <a16:creationId xmlns:a16="http://schemas.microsoft.com/office/drawing/2014/main" id="{4938C624-0D8D-7E41-BEF0-C701F9C77C76}"/>
              </a:ext>
            </a:extLst>
          </p:cNvPr>
          <p:cNvSpPr/>
          <p:nvPr userDrawn="1"/>
        </p:nvSpPr>
        <p:spPr>
          <a:xfrm>
            <a:off x="0" y="5309666"/>
            <a:ext cx="12192000" cy="1573719"/>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i="0" dirty="0">
              <a:latin typeface="Open Sans Semibold" panose="020B0606030504020204" pitchFamily="34" charset="0"/>
            </a:endParaRPr>
          </a:p>
        </p:txBody>
      </p:sp>
      <p:sp>
        <p:nvSpPr>
          <p:cNvPr id="5" name="Text Placeholder 11">
            <a:extLst>
              <a:ext uri="{FF2B5EF4-FFF2-40B4-BE49-F238E27FC236}">
                <a16:creationId xmlns:a16="http://schemas.microsoft.com/office/drawing/2014/main" id="{C2AE1739-E845-8A25-C071-BFCF66D89432}"/>
              </a:ext>
            </a:extLst>
          </p:cNvPr>
          <p:cNvSpPr txBox="1">
            <a:spLocks/>
          </p:cNvSpPr>
          <p:nvPr userDrawn="1"/>
        </p:nvSpPr>
        <p:spPr>
          <a:xfrm>
            <a:off x="1253486" y="2867666"/>
            <a:ext cx="10515600" cy="784225"/>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800" kern="1200">
                <a:solidFill>
                  <a:schemeClr val="tx1">
                    <a:lumMod val="65000"/>
                    <a:lumOff val="35000"/>
                  </a:schemeClr>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GB" b="1" i="0" dirty="0">
                <a:solidFill>
                  <a:srgbClr val="FFD82D"/>
                </a:solidFill>
                <a:effectLst/>
                <a:latin typeface="Roboto" panose="02000000000000000000" pitchFamily="2" charset="0"/>
              </a:rPr>
              <a:t>HL7 FHIR </a:t>
            </a:r>
            <a:r>
              <a:rPr lang="en-GB" b="1" i="0" dirty="0" err="1">
                <a:solidFill>
                  <a:srgbClr val="FFD82D"/>
                </a:solidFill>
                <a:effectLst/>
                <a:latin typeface="Roboto" panose="02000000000000000000" pitchFamily="2" charset="0"/>
              </a:rPr>
              <a:t>DevDays</a:t>
            </a:r>
            <a:br>
              <a:rPr lang="en-GB" b="1" i="0" dirty="0">
                <a:solidFill>
                  <a:srgbClr val="FFD82D"/>
                </a:solidFill>
                <a:effectLst/>
                <a:latin typeface="Roboto" panose="02000000000000000000" pitchFamily="2" charset="0"/>
              </a:rPr>
            </a:br>
            <a:endParaRPr lang="en-GB" b="1" i="0" dirty="0">
              <a:solidFill>
                <a:srgbClr val="FFD82D"/>
              </a:solidFill>
              <a:effectLst/>
              <a:latin typeface="Roboto" panose="02000000000000000000" pitchFamily="2" charset="0"/>
            </a:endParaRPr>
          </a:p>
        </p:txBody>
      </p:sp>
      <p:sp>
        <p:nvSpPr>
          <p:cNvPr id="6" name="Text Placeholder 11">
            <a:extLst>
              <a:ext uri="{FF2B5EF4-FFF2-40B4-BE49-F238E27FC236}">
                <a16:creationId xmlns:a16="http://schemas.microsoft.com/office/drawing/2014/main" id="{29CB3B69-12B6-1B0A-646D-2C474C59C4A1}"/>
              </a:ext>
            </a:extLst>
          </p:cNvPr>
          <p:cNvSpPr txBox="1">
            <a:spLocks/>
          </p:cNvSpPr>
          <p:nvPr userDrawn="1"/>
        </p:nvSpPr>
        <p:spPr>
          <a:xfrm>
            <a:off x="1253486" y="3324866"/>
            <a:ext cx="10515600" cy="784225"/>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800" kern="1200">
                <a:solidFill>
                  <a:schemeClr val="tx1">
                    <a:lumMod val="65000"/>
                    <a:lumOff val="35000"/>
                  </a:schemeClr>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GB" sz="2400" b="1" i="0" baseline="0" dirty="0">
                <a:solidFill>
                  <a:srgbClr val="FFD82D"/>
                </a:solidFill>
                <a:effectLst/>
                <a:latin typeface="Roboto" panose="02000000000000000000" pitchFamily="2" charset="0"/>
              </a:rPr>
              <a:t>The largest FHIR-only</a:t>
            </a:r>
            <a:br>
              <a:rPr lang="en-GB" sz="2400" b="1" i="0" baseline="0" dirty="0">
                <a:solidFill>
                  <a:srgbClr val="FFD82D"/>
                </a:solidFill>
                <a:effectLst/>
                <a:latin typeface="Roboto" panose="02000000000000000000" pitchFamily="2" charset="0"/>
              </a:rPr>
            </a:br>
            <a:r>
              <a:rPr lang="en-GB" sz="2400" b="1" i="0" baseline="0" dirty="0">
                <a:solidFill>
                  <a:srgbClr val="FFD82D"/>
                </a:solidFill>
                <a:effectLst/>
                <a:latin typeface="Roboto" panose="02000000000000000000" pitchFamily="2" charset="0"/>
              </a:rPr>
              <a:t>event in the world</a:t>
            </a:r>
          </a:p>
        </p:txBody>
      </p:sp>
      <p:sp>
        <p:nvSpPr>
          <p:cNvPr id="8" name="Text Placeholder 11">
            <a:extLst>
              <a:ext uri="{FF2B5EF4-FFF2-40B4-BE49-F238E27FC236}">
                <a16:creationId xmlns:a16="http://schemas.microsoft.com/office/drawing/2014/main" id="{7C5BFA46-7080-1DEA-3859-6133A3941FDC}"/>
              </a:ext>
            </a:extLst>
          </p:cNvPr>
          <p:cNvSpPr txBox="1">
            <a:spLocks/>
          </p:cNvSpPr>
          <p:nvPr userDrawn="1"/>
        </p:nvSpPr>
        <p:spPr>
          <a:xfrm>
            <a:off x="1253486" y="4317266"/>
            <a:ext cx="10515600" cy="784225"/>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800" kern="1200">
                <a:solidFill>
                  <a:schemeClr val="tx1">
                    <a:lumMod val="65000"/>
                    <a:lumOff val="35000"/>
                  </a:schemeClr>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GB" sz="1600" b="1" i="0" baseline="0" dirty="0">
                <a:solidFill>
                  <a:schemeClr val="bg1"/>
                </a:solidFill>
                <a:effectLst/>
                <a:latin typeface="Roboto" panose="02000000000000000000" pitchFamily="2" charset="0"/>
              </a:rPr>
              <a:t>Minneapolis, MN</a:t>
            </a:r>
          </a:p>
          <a:p>
            <a:pPr algn="l"/>
            <a:r>
              <a:rPr lang="en-GB" sz="1600" b="1" i="0" baseline="0" dirty="0" err="1">
                <a:solidFill>
                  <a:schemeClr val="bg1"/>
                </a:solidFill>
                <a:effectLst/>
                <a:latin typeface="Roboto" panose="02000000000000000000" pitchFamily="2" charset="0"/>
              </a:rPr>
              <a:t>www.devdays.com</a:t>
            </a:r>
            <a:endParaRPr lang="en-GB" sz="1600" b="1" i="0" baseline="0" dirty="0">
              <a:solidFill>
                <a:schemeClr val="bg1"/>
              </a:solidFill>
              <a:effectLst/>
              <a:latin typeface="Roboto" panose="02000000000000000000" pitchFamily="2" charset="0"/>
            </a:endParaRPr>
          </a:p>
          <a:p>
            <a:pPr algn="l"/>
            <a:endParaRPr lang="en-GB" sz="1600" b="1" i="0" baseline="0" dirty="0">
              <a:solidFill>
                <a:schemeClr val="bg1"/>
              </a:solidFill>
              <a:effectLst/>
              <a:latin typeface="Roboto" panose="02000000000000000000" pitchFamily="2" charset="0"/>
            </a:endParaRPr>
          </a:p>
        </p:txBody>
      </p:sp>
      <p:sp>
        <p:nvSpPr>
          <p:cNvPr id="7" name="Rectangle 6">
            <a:extLst>
              <a:ext uri="{FF2B5EF4-FFF2-40B4-BE49-F238E27FC236}">
                <a16:creationId xmlns:a16="http://schemas.microsoft.com/office/drawing/2014/main" id="{3B13B5BC-5A3A-5E7B-D634-363F86ED6400}"/>
              </a:ext>
            </a:extLst>
          </p:cNvPr>
          <p:cNvSpPr/>
          <p:nvPr userDrawn="1"/>
        </p:nvSpPr>
        <p:spPr>
          <a:xfrm>
            <a:off x="0" y="1189104"/>
            <a:ext cx="12192000" cy="1245362"/>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 Placeholder 11">
            <a:extLst>
              <a:ext uri="{FF2B5EF4-FFF2-40B4-BE49-F238E27FC236}">
                <a16:creationId xmlns:a16="http://schemas.microsoft.com/office/drawing/2014/main" id="{F419FCED-BCF4-C294-3CAC-6C7CD9BF8B6B}"/>
              </a:ext>
            </a:extLst>
          </p:cNvPr>
          <p:cNvSpPr>
            <a:spLocks noGrp="1"/>
          </p:cNvSpPr>
          <p:nvPr>
            <p:ph type="body" sz="quarter" idx="10" hasCustomPrompt="1"/>
          </p:nvPr>
        </p:nvSpPr>
        <p:spPr>
          <a:xfrm>
            <a:off x="838200" y="1213327"/>
            <a:ext cx="10515600" cy="942158"/>
          </a:xfrm>
          <a:prstGeom prst="rect">
            <a:avLst/>
          </a:prstGeom>
        </p:spPr>
        <p:txBody>
          <a:bodyPr anchor="ctr" anchorCtr="0"/>
          <a:lstStyle>
            <a:lvl1pPr marL="0" indent="0" algn="ctr">
              <a:lnSpc>
                <a:spcPct val="100000"/>
              </a:lnSpc>
              <a:buNone/>
              <a:defRPr sz="2800" baseline="0">
                <a:ln>
                  <a:noFill/>
                </a:ln>
                <a:solidFill>
                  <a:schemeClr val="tx1">
                    <a:lumMod val="65000"/>
                    <a:lumOff val="35000"/>
                  </a:schemeClr>
                </a:solidFill>
                <a:latin typeface="Calibri" charset="0"/>
                <a:ea typeface="Calibri" charset="0"/>
                <a:cs typeface="Calibri" charset="0"/>
              </a:defRPr>
            </a:lvl1pPr>
          </a:lstStyle>
          <a:p>
            <a:pPr lvl="0"/>
            <a:r>
              <a:rPr lang="en-US" dirty="0"/>
              <a:t>Title of presentation</a:t>
            </a:r>
          </a:p>
        </p:txBody>
      </p:sp>
      <p:sp>
        <p:nvSpPr>
          <p:cNvPr id="11" name="Rectangle 10">
            <a:extLst>
              <a:ext uri="{FF2B5EF4-FFF2-40B4-BE49-F238E27FC236}">
                <a16:creationId xmlns:a16="http://schemas.microsoft.com/office/drawing/2014/main" id="{6A626BFC-6193-4960-BEFB-D9E780D5811F}"/>
              </a:ext>
            </a:extLst>
          </p:cNvPr>
          <p:cNvSpPr/>
          <p:nvPr userDrawn="1"/>
        </p:nvSpPr>
        <p:spPr>
          <a:xfrm>
            <a:off x="0" y="1957609"/>
            <a:ext cx="12192000" cy="524296"/>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itle 1">
            <a:extLst>
              <a:ext uri="{FF2B5EF4-FFF2-40B4-BE49-F238E27FC236}">
                <a16:creationId xmlns:a16="http://schemas.microsoft.com/office/drawing/2014/main" id="{9B0831A5-20BF-2D6A-9E54-D1EA71399154}"/>
              </a:ext>
            </a:extLst>
          </p:cNvPr>
          <p:cNvSpPr>
            <a:spLocks noGrp="1"/>
          </p:cNvSpPr>
          <p:nvPr>
            <p:ph type="title" hasCustomPrompt="1"/>
          </p:nvPr>
        </p:nvSpPr>
        <p:spPr>
          <a:xfrm>
            <a:off x="838200" y="1958943"/>
            <a:ext cx="10515600" cy="441529"/>
          </a:xfrm>
          <a:prstGeom prst="rect">
            <a:avLst/>
          </a:prstGeom>
        </p:spPr>
        <p:txBody>
          <a:bodyPr tIns="54000" anchor="ctr" anchorCtr="0"/>
          <a:lstStyle>
            <a:lvl1pPr>
              <a:defRPr sz="2200">
                <a:solidFill>
                  <a:schemeClr val="bg1"/>
                </a:solidFill>
                <a:latin typeface="Calibri" charset="0"/>
                <a:ea typeface="Calibri" charset="0"/>
                <a:cs typeface="Calibri" charset="0"/>
              </a:defRPr>
            </a:lvl1pPr>
          </a:lstStyle>
          <a:p>
            <a:r>
              <a:rPr lang="en-US" dirty="0"/>
              <a:t>Speaker Name and Company </a:t>
            </a:r>
          </a:p>
        </p:txBody>
      </p:sp>
      <p:sp>
        <p:nvSpPr>
          <p:cNvPr id="15" name="Rectangle 14">
            <a:extLst>
              <a:ext uri="{FF2B5EF4-FFF2-40B4-BE49-F238E27FC236}">
                <a16:creationId xmlns:a16="http://schemas.microsoft.com/office/drawing/2014/main" id="{1D6F7A54-E6A3-4D0E-841C-58885BF71A68}"/>
              </a:ext>
            </a:extLst>
          </p:cNvPr>
          <p:cNvSpPr/>
          <p:nvPr userDrawn="1"/>
        </p:nvSpPr>
        <p:spPr>
          <a:xfrm>
            <a:off x="0" y="1182730"/>
            <a:ext cx="12192000" cy="125999"/>
          </a:xfrm>
          <a:prstGeom prst="rect">
            <a:avLst/>
          </a:prstGeom>
          <a:solidFill>
            <a:srgbClr val="B6B6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797682B1-9E20-27B0-3334-3126914A2BC5}"/>
              </a:ext>
            </a:extLst>
          </p:cNvPr>
          <p:cNvPicPr>
            <a:picLocks noChangeAspect="1"/>
          </p:cNvPicPr>
          <p:nvPr userDrawn="1"/>
        </p:nvPicPr>
        <p:blipFill>
          <a:blip r:embed="rId4"/>
          <a:srcRect/>
          <a:stretch/>
        </p:blipFill>
        <p:spPr>
          <a:xfrm>
            <a:off x="10526104" y="66501"/>
            <a:ext cx="1523597" cy="524517"/>
          </a:xfrm>
          <a:prstGeom prst="rect">
            <a:avLst/>
          </a:prstGeom>
        </p:spPr>
      </p:pic>
      <p:sp>
        <p:nvSpPr>
          <p:cNvPr id="18" name="TextBox 17">
            <a:extLst>
              <a:ext uri="{FF2B5EF4-FFF2-40B4-BE49-F238E27FC236}">
                <a16:creationId xmlns:a16="http://schemas.microsoft.com/office/drawing/2014/main" id="{6329A9AC-BDE6-650D-878E-FF451464206F}"/>
              </a:ext>
            </a:extLst>
          </p:cNvPr>
          <p:cNvSpPr txBox="1"/>
          <p:nvPr userDrawn="1"/>
        </p:nvSpPr>
        <p:spPr>
          <a:xfrm>
            <a:off x="0" y="6581436"/>
            <a:ext cx="12191999" cy="246221"/>
          </a:xfrm>
          <a:prstGeom prst="rect">
            <a:avLst/>
          </a:prstGeom>
        </p:spPr>
        <p:txBody>
          <a:bodyPr wrap="square" rtlCol="0">
            <a:spAutoFit/>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000" b="0" i="0" kern="1200" dirty="0">
                <a:solidFill>
                  <a:schemeClr val="bg2">
                    <a:lumMod val="50000"/>
                  </a:schemeClr>
                </a:solidFill>
                <a:effectLst/>
                <a:latin typeface="Calibri" charset="0"/>
                <a:ea typeface="Calibri" charset="0"/>
                <a:cs typeface="Calibri" charset="0"/>
              </a:rPr>
              <a:t>HL7®, FHIR® and the flame Design mark are the registered trademarks of Health Level Seven International and are used with permission.</a:t>
            </a:r>
            <a:endParaRPr lang="en-US" sz="1000" b="0" i="0" dirty="0">
              <a:solidFill>
                <a:schemeClr val="bg2">
                  <a:lumMod val="50000"/>
                </a:schemeClr>
              </a:solidFill>
              <a:latin typeface="Calibri" charset="0"/>
              <a:ea typeface="Calibri" charset="0"/>
              <a:cs typeface="Calibri" charset="0"/>
            </a:endParaRPr>
          </a:p>
        </p:txBody>
      </p:sp>
      <p:pic>
        <p:nvPicPr>
          <p:cNvPr id="20" name="Picture 19">
            <a:extLst>
              <a:ext uri="{FF2B5EF4-FFF2-40B4-BE49-F238E27FC236}">
                <a16:creationId xmlns:a16="http://schemas.microsoft.com/office/drawing/2014/main" id="{4F0B8E78-F0FA-1A3A-7572-7E734F037810}"/>
              </a:ext>
            </a:extLst>
          </p:cNvPr>
          <p:cNvPicPr>
            <a:picLocks noChangeAspect="1"/>
          </p:cNvPicPr>
          <p:nvPr userDrawn="1"/>
        </p:nvPicPr>
        <p:blipFill>
          <a:blip r:embed="rId5"/>
          <a:srcRect/>
          <a:stretch/>
        </p:blipFill>
        <p:spPr>
          <a:xfrm>
            <a:off x="4592706" y="5822612"/>
            <a:ext cx="3175825" cy="711384"/>
          </a:xfrm>
          <a:prstGeom prst="rect">
            <a:avLst/>
          </a:prstGeom>
        </p:spPr>
      </p:pic>
      <p:sp>
        <p:nvSpPr>
          <p:cNvPr id="21" name="Tekstvak 1">
            <a:extLst>
              <a:ext uri="{FF2B5EF4-FFF2-40B4-BE49-F238E27FC236}">
                <a16:creationId xmlns:a16="http://schemas.microsoft.com/office/drawing/2014/main" id="{AFDAE317-0BEB-F21D-A488-DBC5AA7E361D}"/>
              </a:ext>
            </a:extLst>
          </p:cNvPr>
          <p:cNvSpPr txBox="1"/>
          <p:nvPr userDrawn="1"/>
        </p:nvSpPr>
        <p:spPr>
          <a:xfrm>
            <a:off x="1399062" y="5401066"/>
            <a:ext cx="9817578" cy="276999"/>
          </a:xfrm>
          <a:prstGeom prst="rect">
            <a:avLst/>
          </a:prstGeom>
        </p:spPr>
        <p:txBody>
          <a:bodyPr wrap="square" rtlCol="0">
            <a:spAutoFit/>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nl-NL" sz="1200" b="0" dirty="0">
                <a:solidFill>
                  <a:schemeClr val="tx1">
                    <a:lumMod val="65000"/>
                    <a:lumOff val="35000"/>
                  </a:schemeClr>
                </a:solidFill>
              </a:rPr>
              <a:t>HL7 FHIR </a:t>
            </a:r>
            <a:r>
              <a:rPr lang="nl-NL" sz="1200" b="0" dirty="0" err="1">
                <a:solidFill>
                  <a:schemeClr val="tx1">
                    <a:lumMod val="65000"/>
                    <a:lumOff val="35000"/>
                  </a:schemeClr>
                </a:solidFill>
              </a:rPr>
              <a:t>DevDays</a:t>
            </a:r>
            <a:r>
              <a:rPr lang="nl-NL" sz="1200" b="0" dirty="0">
                <a:solidFill>
                  <a:schemeClr val="tx1">
                    <a:lumMod val="65000"/>
                    <a:lumOff val="35000"/>
                  </a:schemeClr>
                </a:solidFill>
              </a:rPr>
              <a:t> 2026  |  Minneapolis, MN </a:t>
            </a:r>
            <a:r>
              <a:rPr lang="nl-NL" sz="1200" b="0" baseline="0" dirty="0">
                <a:solidFill>
                  <a:schemeClr val="tx1">
                    <a:lumMod val="65000"/>
                    <a:lumOff val="35000"/>
                  </a:schemeClr>
                </a:solidFill>
              </a:rPr>
              <a:t>|  </a:t>
            </a:r>
            <a:r>
              <a:rPr lang="nl-NL" sz="1200" b="0" baseline="0" dirty="0" err="1">
                <a:solidFill>
                  <a:schemeClr val="tx1">
                    <a:lumMod val="65000"/>
                    <a:lumOff val="35000"/>
                  </a:schemeClr>
                </a:solidFill>
              </a:rPr>
              <a:t>June</a:t>
            </a:r>
            <a:r>
              <a:rPr lang="nl-NL" sz="1200" b="0" baseline="0" dirty="0">
                <a:solidFill>
                  <a:schemeClr val="tx1">
                    <a:lumMod val="65000"/>
                    <a:lumOff val="35000"/>
                  </a:schemeClr>
                </a:solidFill>
              </a:rPr>
              <a:t> 15-18, 2026  |  @</a:t>
            </a:r>
            <a:r>
              <a:rPr lang="nl-NL" sz="1200" b="0" dirty="0">
                <a:solidFill>
                  <a:schemeClr val="tx1">
                    <a:lumMod val="65000"/>
                    <a:lumOff val="35000"/>
                  </a:schemeClr>
                </a:solidFill>
              </a:rPr>
              <a:t>HL7</a:t>
            </a:r>
            <a:r>
              <a:rPr lang="nl-NL" sz="1200" b="0" baseline="0" dirty="0">
                <a:solidFill>
                  <a:schemeClr val="tx1">
                    <a:lumMod val="65000"/>
                    <a:lumOff val="35000"/>
                  </a:schemeClr>
                </a:solidFill>
              </a:rPr>
              <a:t>  |  </a:t>
            </a:r>
            <a:r>
              <a:rPr lang="nl-NL" sz="1200" dirty="0">
                <a:solidFill>
                  <a:schemeClr val="tx1">
                    <a:lumMod val="65000"/>
                    <a:lumOff val="35000"/>
                  </a:schemeClr>
                </a:solidFill>
              </a:rPr>
              <a:t>@</a:t>
            </a:r>
            <a:r>
              <a:rPr lang="nl-NL" sz="1200" dirty="0" err="1">
                <a:solidFill>
                  <a:schemeClr val="tx1">
                    <a:lumMod val="65000"/>
                    <a:lumOff val="35000"/>
                  </a:schemeClr>
                </a:solidFill>
              </a:rPr>
              <a:t>FirelyTeam</a:t>
            </a:r>
            <a:r>
              <a:rPr lang="nl-NL" sz="1200" b="0" baseline="0" dirty="0">
                <a:solidFill>
                  <a:schemeClr val="tx1">
                    <a:lumMod val="65000"/>
                    <a:lumOff val="35000"/>
                  </a:schemeClr>
                </a:solidFill>
              </a:rPr>
              <a:t>  |  </a:t>
            </a:r>
            <a:r>
              <a:rPr lang="nl-NL" sz="1200" dirty="0">
                <a:solidFill>
                  <a:schemeClr val="tx1">
                    <a:lumMod val="65000"/>
                    <a:lumOff val="35000"/>
                  </a:schemeClr>
                </a:solidFill>
              </a:rPr>
              <a:t>#</a:t>
            </a:r>
            <a:r>
              <a:rPr lang="nl-NL" sz="1200" dirty="0" err="1">
                <a:solidFill>
                  <a:schemeClr val="tx1">
                    <a:lumMod val="65000"/>
                    <a:lumOff val="35000"/>
                  </a:schemeClr>
                </a:solidFill>
              </a:rPr>
              <a:t>fhirdevdays</a:t>
            </a:r>
            <a:r>
              <a:rPr lang="nl-NL" sz="1200" dirty="0">
                <a:solidFill>
                  <a:schemeClr val="tx1">
                    <a:lumMod val="65000"/>
                    <a:lumOff val="35000"/>
                  </a:schemeClr>
                </a:solidFill>
              </a:rPr>
              <a:t>  |  </a:t>
            </a:r>
            <a:r>
              <a:rPr lang="nl-NL" sz="1200" b="0" dirty="0" err="1">
                <a:solidFill>
                  <a:schemeClr val="tx1">
                    <a:lumMod val="65000"/>
                    <a:lumOff val="35000"/>
                  </a:schemeClr>
                </a:solidFill>
              </a:rPr>
              <a:t>www.devdays.com</a:t>
            </a:r>
            <a:r>
              <a:rPr lang="nl-NL" sz="1200" b="0" baseline="0" dirty="0">
                <a:solidFill>
                  <a:schemeClr val="tx1">
                    <a:lumMod val="65000"/>
                    <a:lumOff val="35000"/>
                  </a:schemeClr>
                </a:solidFill>
              </a:rPr>
              <a:t> </a:t>
            </a:r>
            <a:endParaRPr lang="nl-NL" sz="1200" dirty="0">
              <a:solidFill>
                <a:schemeClr val="tx1">
                  <a:lumMod val="65000"/>
                  <a:lumOff val="35000"/>
                </a:schemeClr>
              </a:solidFill>
            </a:endParaRPr>
          </a:p>
        </p:txBody>
      </p:sp>
      <p:pic>
        <p:nvPicPr>
          <p:cNvPr id="13" name="Picture 12">
            <a:extLst>
              <a:ext uri="{FF2B5EF4-FFF2-40B4-BE49-F238E27FC236}">
                <a16:creationId xmlns:a16="http://schemas.microsoft.com/office/drawing/2014/main" id="{4C2F4CE1-E321-1F28-7B27-B44F0E5EE1AF}"/>
              </a:ext>
            </a:extLst>
          </p:cNvPr>
          <p:cNvPicPr>
            <a:picLocks noChangeAspect="1"/>
          </p:cNvPicPr>
          <p:nvPr userDrawn="1"/>
        </p:nvPicPr>
        <p:blipFill>
          <a:blip r:embed="rId6"/>
          <a:srcRect/>
          <a:stretch/>
        </p:blipFill>
        <p:spPr>
          <a:xfrm>
            <a:off x="5932923" y="2670499"/>
            <a:ext cx="4294442" cy="2638014"/>
          </a:xfrm>
          <a:prstGeom prst="rect">
            <a:avLst/>
          </a:prstGeom>
        </p:spPr>
      </p:pic>
    </p:spTree>
    <p:extLst>
      <p:ext uri="{BB962C8B-B14F-4D97-AF65-F5344CB8AC3E}">
        <p14:creationId xmlns:p14="http://schemas.microsoft.com/office/powerpoint/2010/main" val="315471236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Opening Speaker">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42" name="Text Placeholder 11">
            <a:extLst>
              <a:ext uri="{FF2B5EF4-FFF2-40B4-BE49-F238E27FC236}">
                <a16:creationId xmlns:a16="http://schemas.microsoft.com/office/drawing/2014/main" id="{754B8974-C8AF-6B44-8952-DFDAB3AF4E05}"/>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2" name="Rectangle 1">
            <a:extLst>
              <a:ext uri="{FF2B5EF4-FFF2-40B4-BE49-F238E27FC236}">
                <a16:creationId xmlns:a16="http://schemas.microsoft.com/office/drawing/2014/main" id="{9EFBB214-C2A2-7641-AE6E-2E5B971EA3CE}"/>
              </a:ext>
            </a:extLst>
          </p:cNvPr>
          <p:cNvSpPr/>
          <p:nvPr userDrawn="1"/>
        </p:nvSpPr>
        <p:spPr>
          <a:xfrm>
            <a:off x="0" y="591018"/>
            <a:ext cx="12192000" cy="6266982"/>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42F21769-7EBA-03AE-D43C-3F05485EE5D7}"/>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2A49B3CA-8180-BFEB-4A85-03AB957B8C98}"/>
              </a:ext>
            </a:extLst>
          </p:cNvPr>
          <p:cNvSpPr>
            <a:spLocks noGrp="1"/>
          </p:cNvSpPr>
          <p:nvPr>
            <p:ph type="title"/>
          </p:nvPr>
        </p:nvSpPr>
        <p:spPr>
          <a:xfrm>
            <a:off x="838200" y="1043753"/>
            <a:ext cx="10515600" cy="886732"/>
          </a:xfrm>
          <a:prstGeom prst="rect">
            <a:avLst/>
          </a:prstGeom>
        </p:spPr>
        <p:txBody>
          <a:bodyPr/>
          <a:lstStyle>
            <a:lvl1pPr algn="l">
              <a:defRPr sz="3600">
                <a:solidFill>
                  <a:srgbClr val="0091B9"/>
                </a:solidFill>
                <a:latin typeface="Calibri" charset="0"/>
                <a:ea typeface="Calibri" charset="0"/>
                <a:cs typeface="Calibri" charset="0"/>
              </a:defRPr>
            </a:lvl1pPr>
          </a:lstStyle>
          <a:p>
            <a:r>
              <a:rPr lang="en-US" dirty="0"/>
              <a:t>Click to edit Master title style</a:t>
            </a:r>
          </a:p>
        </p:txBody>
      </p:sp>
      <p:sp>
        <p:nvSpPr>
          <p:cNvPr id="6" name="Text Placeholder 6">
            <a:extLst>
              <a:ext uri="{FF2B5EF4-FFF2-40B4-BE49-F238E27FC236}">
                <a16:creationId xmlns:a16="http://schemas.microsoft.com/office/drawing/2014/main" id="{307B795F-28F6-A753-5499-3725E1154B19}"/>
              </a:ext>
            </a:extLst>
          </p:cNvPr>
          <p:cNvSpPr>
            <a:spLocks noGrp="1"/>
          </p:cNvSpPr>
          <p:nvPr>
            <p:ph type="body" sz="quarter" idx="10"/>
          </p:nvPr>
        </p:nvSpPr>
        <p:spPr>
          <a:xfrm>
            <a:off x="838199" y="1997236"/>
            <a:ext cx="5464629" cy="4225143"/>
          </a:xfrm>
          <a:prstGeom prst="rect">
            <a:avLst/>
          </a:prstGeom>
        </p:spPr>
        <p:txBody>
          <a:bodyPr/>
          <a:lstStyle>
            <a:lvl1pPr>
              <a:defRPr>
                <a:solidFill>
                  <a:schemeClr val="tx1">
                    <a:lumMod val="65000"/>
                    <a:lumOff val="35000"/>
                  </a:schemeClr>
                </a:solidFill>
              </a:defRPr>
            </a:lvl1pPr>
            <a:lvl2pPr>
              <a:defRPr>
                <a:solidFill>
                  <a:schemeClr val="tx1">
                    <a:lumMod val="65000"/>
                    <a:lumOff val="35000"/>
                  </a:schemeClr>
                </a:solidFill>
              </a:defRPr>
            </a:lvl2pPr>
            <a:lvl3pPr>
              <a:defRPr>
                <a:solidFill>
                  <a:schemeClr val="tx1">
                    <a:lumMod val="65000"/>
                    <a:lumOff val="35000"/>
                  </a:schemeClr>
                </a:solidFill>
              </a:defRPr>
            </a:lvl3pPr>
            <a:lvl4pPr>
              <a:defRPr>
                <a:solidFill>
                  <a:schemeClr val="tx1">
                    <a:lumMod val="65000"/>
                    <a:lumOff val="35000"/>
                  </a:schemeClr>
                </a:solidFill>
              </a:defRPr>
            </a:lvl4pPr>
            <a:lvl5pPr>
              <a:defRPr>
                <a:solidFill>
                  <a:schemeClr val="tx1">
                    <a:lumMod val="65000"/>
                    <a:lumOff val="3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Picture Placeholder 8">
            <a:extLst>
              <a:ext uri="{FF2B5EF4-FFF2-40B4-BE49-F238E27FC236}">
                <a16:creationId xmlns:a16="http://schemas.microsoft.com/office/drawing/2014/main" id="{CBFF9F7D-FA7B-6608-810C-30B43C252174}"/>
              </a:ext>
            </a:extLst>
          </p:cNvPr>
          <p:cNvSpPr>
            <a:spLocks noGrp="1"/>
          </p:cNvSpPr>
          <p:nvPr>
            <p:ph type="pic" sz="quarter" idx="11"/>
          </p:nvPr>
        </p:nvSpPr>
        <p:spPr>
          <a:xfrm>
            <a:off x="6478588" y="1997075"/>
            <a:ext cx="4875212" cy="4225925"/>
          </a:xfrm>
          <a:prstGeom prst="rect">
            <a:avLst/>
          </a:prstGeom>
        </p:spPr>
        <p:txBody>
          <a:bodyPr/>
          <a:lstStyle/>
          <a:p>
            <a:pPr marL="228600" marR="0" lvl="0" indent="-228600" algn="l" defTabSz="914400" rtl="0" eaLnBrk="1" fontAlgn="auto" latinLnBrk="0" hangingPunct="1">
              <a:lnSpc>
                <a:spcPct val="90000"/>
              </a:lnSpc>
              <a:spcBef>
                <a:spcPts val="1000"/>
              </a:spcBef>
              <a:spcAft>
                <a:spcPts val="0"/>
              </a:spcAft>
              <a:buClrTx/>
              <a:buSzTx/>
              <a:buFont typeface="Arial"/>
              <a:buNone/>
              <a:tabLst/>
              <a:defRPr/>
            </a:pPr>
            <a:endParaRPr lang="en-US" dirty="0"/>
          </a:p>
        </p:txBody>
      </p:sp>
      <p:pic>
        <p:nvPicPr>
          <p:cNvPr id="8" name="Picture 7">
            <a:extLst>
              <a:ext uri="{FF2B5EF4-FFF2-40B4-BE49-F238E27FC236}">
                <a16:creationId xmlns:a16="http://schemas.microsoft.com/office/drawing/2014/main" id="{9E8AA2F9-B0A6-2E87-161D-34625E875C16}"/>
              </a:ext>
            </a:extLst>
          </p:cNvPr>
          <p:cNvPicPr>
            <a:picLocks noChangeAspect="1"/>
          </p:cNvPicPr>
          <p:nvPr userDrawn="1"/>
        </p:nvPicPr>
        <p:blipFill>
          <a:blip r:embed="rId2"/>
          <a:srcRect/>
          <a:stretch/>
        </p:blipFill>
        <p:spPr>
          <a:xfrm>
            <a:off x="838198" y="83274"/>
            <a:ext cx="2774403" cy="435476"/>
          </a:xfrm>
          <a:prstGeom prst="rect">
            <a:avLst/>
          </a:prstGeom>
        </p:spPr>
      </p:pic>
      <p:sp>
        <p:nvSpPr>
          <p:cNvPr id="9" name="TextBox 8">
            <a:extLst>
              <a:ext uri="{FF2B5EF4-FFF2-40B4-BE49-F238E27FC236}">
                <a16:creationId xmlns:a16="http://schemas.microsoft.com/office/drawing/2014/main" id="{87F6A02E-5A10-9A79-1C53-14963C2BD546}"/>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pic>
        <p:nvPicPr>
          <p:cNvPr id="11" name="Picture 10">
            <a:extLst>
              <a:ext uri="{FF2B5EF4-FFF2-40B4-BE49-F238E27FC236}">
                <a16:creationId xmlns:a16="http://schemas.microsoft.com/office/drawing/2014/main" id="{D9EE912B-46AA-E548-E5A3-EFF80CFC7A13}"/>
              </a:ext>
            </a:extLst>
          </p:cNvPr>
          <p:cNvPicPr>
            <a:picLocks noChangeAspect="1"/>
          </p:cNvPicPr>
          <p:nvPr userDrawn="1"/>
        </p:nvPicPr>
        <p:blipFill>
          <a:blip r:embed="rId3"/>
          <a:srcRect/>
          <a:stretch/>
        </p:blipFill>
        <p:spPr>
          <a:xfrm>
            <a:off x="10526104" y="66501"/>
            <a:ext cx="1523597" cy="524517"/>
          </a:xfrm>
          <a:prstGeom prst="rect">
            <a:avLst/>
          </a:prstGeom>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Opening Speaker">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42" name="Text Placeholder 11">
            <a:extLst>
              <a:ext uri="{FF2B5EF4-FFF2-40B4-BE49-F238E27FC236}">
                <a16:creationId xmlns:a16="http://schemas.microsoft.com/office/drawing/2014/main" id="{754B8974-C8AF-6B44-8952-DFDAB3AF4E05}"/>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2" name="Rectangle 1">
            <a:extLst>
              <a:ext uri="{FF2B5EF4-FFF2-40B4-BE49-F238E27FC236}">
                <a16:creationId xmlns:a16="http://schemas.microsoft.com/office/drawing/2014/main" id="{3BDFC2A5-549C-6529-C346-087B457EF727}"/>
              </a:ext>
            </a:extLst>
          </p:cNvPr>
          <p:cNvSpPr/>
          <p:nvPr userDrawn="1"/>
        </p:nvSpPr>
        <p:spPr>
          <a:xfrm>
            <a:off x="0" y="6357257"/>
            <a:ext cx="12192000" cy="500743"/>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endParaRPr lang="en-US"/>
          </a:p>
        </p:txBody>
      </p:sp>
      <p:sp>
        <p:nvSpPr>
          <p:cNvPr id="3" name="Rectangle 2">
            <a:extLst>
              <a:ext uri="{FF2B5EF4-FFF2-40B4-BE49-F238E27FC236}">
                <a16:creationId xmlns:a16="http://schemas.microsoft.com/office/drawing/2014/main" id="{925F49E0-5585-8AFA-C6B1-717C0403E394}"/>
              </a:ext>
            </a:extLst>
          </p:cNvPr>
          <p:cNvSpPr/>
          <p:nvPr userDrawn="1"/>
        </p:nvSpPr>
        <p:spPr>
          <a:xfrm>
            <a:off x="0" y="591018"/>
            <a:ext cx="12192000" cy="6020722"/>
          </a:xfrm>
          <a:prstGeom prst="rect">
            <a:avLst/>
          </a:prstGeom>
          <a:solidFill>
            <a:srgbClr val="0092B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E7FDD8AE-FA25-A668-9A1E-0B90795991CB}"/>
              </a:ext>
            </a:extLst>
          </p:cNvPr>
          <p:cNvSpPr>
            <a:spLocks noGrp="1"/>
          </p:cNvSpPr>
          <p:nvPr>
            <p:ph type="title"/>
          </p:nvPr>
        </p:nvSpPr>
        <p:spPr>
          <a:xfrm>
            <a:off x="838200" y="1043753"/>
            <a:ext cx="10515600" cy="886732"/>
          </a:xfrm>
          <a:prstGeom prst="rect">
            <a:avLst/>
          </a:prstGeom>
        </p:spPr>
        <p:txBody>
          <a:bodyPr/>
          <a:lstStyle>
            <a:lvl1pPr algn="l">
              <a:defRPr sz="3600">
                <a:solidFill>
                  <a:schemeClr val="bg1"/>
                </a:solidFill>
                <a:latin typeface="Calibri" charset="0"/>
                <a:ea typeface="Calibri" charset="0"/>
                <a:cs typeface="Calibri" charset="0"/>
              </a:defRPr>
            </a:lvl1pPr>
          </a:lstStyle>
          <a:p>
            <a:r>
              <a:rPr lang="en-US" dirty="0"/>
              <a:t>Click to edit Master title style</a:t>
            </a:r>
          </a:p>
        </p:txBody>
      </p:sp>
      <p:sp>
        <p:nvSpPr>
          <p:cNvPr id="6" name="Text Placeholder 6">
            <a:extLst>
              <a:ext uri="{FF2B5EF4-FFF2-40B4-BE49-F238E27FC236}">
                <a16:creationId xmlns:a16="http://schemas.microsoft.com/office/drawing/2014/main" id="{308E6911-6621-D8EB-BFD9-4E06B28965AF}"/>
              </a:ext>
            </a:extLst>
          </p:cNvPr>
          <p:cNvSpPr>
            <a:spLocks noGrp="1"/>
          </p:cNvSpPr>
          <p:nvPr>
            <p:ph type="body" sz="quarter" idx="10"/>
          </p:nvPr>
        </p:nvSpPr>
        <p:spPr>
          <a:xfrm>
            <a:off x="838199" y="1997236"/>
            <a:ext cx="5464629" cy="4225143"/>
          </a:xfrm>
          <a:prstGeom prst="rect">
            <a:avLst/>
          </a:prstGeo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a:extLst>
              <a:ext uri="{FF2B5EF4-FFF2-40B4-BE49-F238E27FC236}">
                <a16:creationId xmlns:a16="http://schemas.microsoft.com/office/drawing/2014/main" id="{ACED969B-58C4-BC43-E46E-4704E7A6DD53}"/>
              </a:ext>
            </a:extLst>
          </p:cNvPr>
          <p:cNvPicPr>
            <a:picLocks noChangeAspect="1"/>
          </p:cNvPicPr>
          <p:nvPr userDrawn="1"/>
        </p:nvPicPr>
        <p:blipFill>
          <a:blip r:embed="rId2"/>
          <a:srcRect/>
          <a:stretch/>
        </p:blipFill>
        <p:spPr>
          <a:xfrm>
            <a:off x="838198" y="83274"/>
            <a:ext cx="2774403" cy="435476"/>
          </a:xfrm>
          <a:prstGeom prst="rect">
            <a:avLst/>
          </a:prstGeom>
        </p:spPr>
      </p:pic>
      <p:sp>
        <p:nvSpPr>
          <p:cNvPr id="9" name="Rectangle 8">
            <a:extLst>
              <a:ext uri="{FF2B5EF4-FFF2-40B4-BE49-F238E27FC236}">
                <a16:creationId xmlns:a16="http://schemas.microsoft.com/office/drawing/2014/main" id="{739EBDE0-AF7D-701F-436A-53DC92CACC55}"/>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3ADB96-BBC5-AE1A-BF37-422A9AADD0E4}"/>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sp>
        <p:nvSpPr>
          <p:cNvPr id="12" name="Picture Placeholder 8">
            <a:extLst>
              <a:ext uri="{FF2B5EF4-FFF2-40B4-BE49-F238E27FC236}">
                <a16:creationId xmlns:a16="http://schemas.microsoft.com/office/drawing/2014/main" id="{BD073C91-7DFD-C016-C70D-F54BD7C1B238}"/>
              </a:ext>
            </a:extLst>
          </p:cNvPr>
          <p:cNvSpPr>
            <a:spLocks noGrp="1"/>
          </p:cNvSpPr>
          <p:nvPr>
            <p:ph type="pic" sz="quarter" idx="11"/>
          </p:nvPr>
        </p:nvSpPr>
        <p:spPr>
          <a:xfrm>
            <a:off x="6478588" y="1997075"/>
            <a:ext cx="4875212" cy="4225925"/>
          </a:xfrm>
          <a:prstGeom prst="rect">
            <a:avLst/>
          </a:prstGeom>
        </p:spPr>
        <p:txBody>
          <a:bodyPr/>
          <a:lstStyle/>
          <a:p>
            <a:pPr marL="228600" marR="0" lvl="0" indent="-228600" algn="l" defTabSz="914400" rtl="0" eaLnBrk="1" fontAlgn="auto" latinLnBrk="0" hangingPunct="1">
              <a:lnSpc>
                <a:spcPct val="90000"/>
              </a:lnSpc>
              <a:spcBef>
                <a:spcPts val="1000"/>
              </a:spcBef>
              <a:spcAft>
                <a:spcPts val="0"/>
              </a:spcAft>
              <a:buClrTx/>
              <a:buSzTx/>
              <a:buFont typeface="Arial"/>
              <a:buNone/>
              <a:tabLst/>
              <a:defRPr/>
            </a:pPr>
            <a:endParaRPr lang="en-US" dirty="0"/>
          </a:p>
        </p:txBody>
      </p:sp>
      <p:pic>
        <p:nvPicPr>
          <p:cNvPr id="7" name="Picture 6">
            <a:extLst>
              <a:ext uri="{FF2B5EF4-FFF2-40B4-BE49-F238E27FC236}">
                <a16:creationId xmlns:a16="http://schemas.microsoft.com/office/drawing/2014/main" id="{E17CA3FF-8A92-3CBA-B049-08973DD1FB1F}"/>
              </a:ext>
            </a:extLst>
          </p:cNvPr>
          <p:cNvPicPr>
            <a:picLocks noChangeAspect="1"/>
          </p:cNvPicPr>
          <p:nvPr userDrawn="1"/>
        </p:nvPicPr>
        <p:blipFill>
          <a:blip r:embed="rId3"/>
          <a:srcRect/>
          <a:stretch/>
        </p:blipFill>
        <p:spPr>
          <a:xfrm>
            <a:off x="10526104" y="66501"/>
            <a:ext cx="1523597" cy="524517"/>
          </a:xfrm>
          <a:prstGeom prst="rect">
            <a:avLst/>
          </a:prstGeom>
        </p:spPr>
      </p:pic>
    </p:spTree>
    <p:extLst>
      <p:ext uri="{BB962C8B-B14F-4D97-AF65-F5344CB8AC3E}">
        <p14:creationId xmlns:p14="http://schemas.microsoft.com/office/powerpoint/2010/main" val="322911797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Opening Speaker">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12" name="Text Placeholder 11">
            <a:extLst>
              <a:ext uri="{FF2B5EF4-FFF2-40B4-BE49-F238E27FC236}">
                <a16:creationId xmlns:a16="http://schemas.microsoft.com/office/drawing/2014/main" id="{25E36E0A-7CE4-2C29-FD0C-99C5F3D29A94}"/>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13" name="Rectangle 12">
            <a:extLst>
              <a:ext uri="{FF2B5EF4-FFF2-40B4-BE49-F238E27FC236}">
                <a16:creationId xmlns:a16="http://schemas.microsoft.com/office/drawing/2014/main" id="{E31A63BA-96AA-95A2-6BEA-1D267E6682D8}"/>
              </a:ext>
            </a:extLst>
          </p:cNvPr>
          <p:cNvSpPr/>
          <p:nvPr userDrawn="1"/>
        </p:nvSpPr>
        <p:spPr>
          <a:xfrm>
            <a:off x="0" y="6357257"/>
            <a:ext cx="12192000" cy="500743"/>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endParaRPr lang="en-US"/>
          </a:p>
        </p:txBody>
      </p:sp>
      <p:sp>
        <p:nvSpPr>
          <p:cNvPr id="14" name="Rectangle 13">
            <a:extLst>
              <a:ext uri="{FF2B5EF4-FFF2-40B4-BE49-F238E27FC236}">
                <a16:creationId xmlns:a16="http://schemas.microsoft.com/office/drawing/2014/main" id="{A67F4A87-FEAD-8913-FDFE-E3B2D7761837}"/>
              </a:ext>
            </a:extLst>
          </p:cNvPr>
          <p:cNvSpPr/>
          <p:nvPr userDrawn="1"/>
        </p:nvSpPr>
        <p:spPr>
          <a:xfrm>
            <a:off x="0" y="591018"/>
            <a:ext cx="12192000" cy="6020722"/>
          </a:xfrm>
          <a:prstGeom prst="rect">
            <a:avLst/>
          </a:prstGeom>
          <a:solidFill>
            <a:srgbClr val="0092B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itle 1">
            <a:extLst>
              <a:ext uri="{FF2B5EF4-FFF2-40B4-BE49-F238E27FC236}">
                <a16:creationId xmlns:a16="http://schemas.microsoft.com/office/drawing/2014/main" id="{1B6AEEBF-F2CE-8A22-701A-07BD4AB4F039}"/>
              </a:ext>
            </a:extLst>
          </p:cNvPr>
          <p:cNvSpPr>
            <a:spLocks noGrp="1"/>
          </p:cNvSpPr>
          <p:nvPr>
            <p:ph type="title"/>
          </p:nvPr>
        </p:nvSpPr>
        <p:spPr>
          <a:xfrm>
            <a:off x="838200" y="1043753"/>
            <a:ext cx="10515600" cy="886732"/>
          </a:xfrm>
          <a:prstGeom prst="rect">
            <a:avLst/>
          </a:prstGeom>
        </p:spPr>
        <p:txBody>
          <a:bodyPr/>
          <a:lstStyle>
            <a:lvl1pPr algn="l">
              <a:defRPr sz="3600">
                <a:solidFill>
                  <a:schemeClr val="bg1"/>
                </a:solidFill>
                <a:latin typeface="Calibri" charset="0"/>
                <a:ea typeface="Calibri" charset="0"/>
                <a:cs typeface="Calibri" charset="0"/>
              </a:defRPr>
            </a:lvl1pPr>
          </a:lstStyle>
          <a:p>
            <a:r>
              <a:rPr lang="en-US" dirty="0"/>
              <a:t>Click to edit Master title style</a:t>
            </a:r>
          </a:p>
        </p:txBody>
      </p:sp>
      <p:sp>
        <p:nvSpPr>
          <p:cNvPr id="16" name="Text Placeholder 6">
            <a:extLst>
              <a:ext uri="{FF2B5EF4-FFF2-40B4-BE49-F238E27FC236}">
                <a16:creationId xmlns:a16="http://schemas.microsoft.com/office/drawing/2014/main" id="{C69FD6D5-1630-A8D0-1EB3-CEF908F41CDF}"/>
              </a:ext>
            </a:extLst>
          </p:cNvPr>
          <p:cNvSpPr>
            <a:spLocks noGrp="1"/>
          </p:cNvSpPr>
          <p:nvPr>
            <p:ph type="body" sz="quarter" idx="10"/>
          </p:nvPr>
        </p:nvSpPr>
        <p:spPr>
          <a:xfrm>
            <a:off x="838199" y="1997236"/>
            <a:ext cx="10515600" cy="4225143"/>
          </a:xfrm>
          <a:prstGeom prst="rect">
            <a:avLst/>
          </a:prstGeo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18" name="Picture 17">
            <a:extLst>
              <a:ext uri="{FF2B5EF4-FFF2-40B4-BE49-F238E27FC236}">
                <a16:creationId xmlns:a16="http://schemas.microsoft.com/office/drawing/2014/main" id="{3A456878-A438-1B5E-9F39-FF5F0C7477F9}"/>
              </a:ext>
            </a:extLst>
          </p:cNvPr>
          <p:cNvPicPr>
            <a:picLocks noChangeAspect="1"/>
          </p:cNvPicPr>
          <p:nvPr userDrawn="1"/>
        </p:nvPicPr>
        <p:blipFill>
          <a:blip r:embed="rId2"/>
          <a:srcRect/>
          <a:stretch/>
        </p:blipFill>
        <p:spPr>
          <a:xfrm>
            <a:off x="838198" y="83274"/>
            <a:ext cx="2774403" cy="435476"/>
          </a:xfrm>
          <a:prstGeom prst="rect">
            <a:avLst/>
          </a:prstGeom>
        </p:spPr>
      </p:pic>
      <p:sp>
        <p:nvSpPr>
          <p:cNvPr id="19" name="Rectangle 18">
            <a:extLst>
              <a:ext uri="{FF2B5EF4-FFF2-40B4-BE49-F238E27FC236}">
                <a16:creationId xmlns:a16="http://schemas.microsoft.com/office/drawing/2014/main" id="{6B3FF62D-9A17-3B3D-CF3D-2DFB2BACF05C}"/>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38F97CCD-3ED8-82F2-78C1-44930238F0A9}"/>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pic>
        <p:nvPicPr>
          <p:cNvPr id="2" name="Picture 1">
            <a:extLst>
              <a:ext uri="{FF2B5EF4-FFF2-40B4-BE49-F238E27FC236}">
                <a16:creationId xmlns:a16="http://schemas.microsoft.com/office/drawing/2014/main" id="{4370ABC6-4C42-ECC4-BD89-9E45C5E5AB9F}"/>
              </a:ext>
            </a:extLst>
          </p:cNvPr>
          <p:cNvPicPr>
            <a:picLocks noChangeAspect="1"/>
          </p:cNvPicPr>
          <p:nvPr userDrawn="1"/>
        </p:nvPicPr>
        <p:blipFill>
          <a:blip r:embed="rId3"/>
          <a:srcRect/>
          <a:stretch/>
        </p:blipFill>
        <p:spPr>
          <a:xfrm>
            <a:off x="10526104" y="66501"/>
            <a:ext cx="1523597" cy="524517"/>
          </a:xfrm>
          <a:prstGeom prst="rect">
            <a:avLst/>
          </a:prstGeom>
        </p:spPr>
      </p:pic>
    </p:spTree>
    <p:extLst>
      <p:ext uri="{BB962C8B-B14F-4D97-AF65-F5344CB8AC3E}">
        <p14:creationId xmlns:p14="http://schemas.microsoft.com/office/powerpoint/2010/main" val="24851568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Opening Speaker">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42" name="Text Placeholder 11">
            <a:extLst>
              <a:ext uri="{FF2B5EF4-FFF2-40B4-BE49-F238E27FC236}">
                <a16:creationId xmlns:a16="http://schemas.microsoft.com/office/drawing/2014/main" id="{754B8974-C8AF-6B44-8952-DFDAB3AF4E05}"/>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3" name="Rectangle 2">
            <a:extLst>
              <a:ext uri="{FF2B5EF4-FFF2-40B4-BE49-F238E27FC236}">
                <a16:creationId xmlns:a16="http://schemas.microsoft.com/office/drawing/2014/main" id="{42F21769-7EBA-03AE-D43C-3F05485EE5D7}"/>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9E8AA2F9-B0A6-2E87-161D-34625E875C16}"/>
              </a:ext>
            </a:extLst>
          </p:cNvPr>
          <p:cNvPicPr>
            <a:picLocks noChangeAspect="1"/>
          </p:cNvPicPr>
          <p:nvPr userDrawn="1"/>
        </p:nvPicPr>
        <p:blipFill>
          <a:blip r:embed="rId2"/>
          <a:srcRect/>
          <a:stretch/>
        </p:blipFill>
        <p:spPr>
          <a:xfrm>
            <a:off x="838198" y="83274"/>
            <a:ext cx="2774403" cy="435476"/>
          </a:xfrm>
          <a:prstGeom prst="rect">
            <a:avLst/>
          </a:prstGeom>
        </p:spPr>
      </p:pic>
      <p:sp>
        <p:nvSpPr>
          <p:cNvPr id="9" name="TextBox 8">
            <a:extLst>
              <a:ext uri="{FF2B5EF4-FFF2-40B4-BE49-F238E27FC236}">
                <a16:creationId xmlns:a16="http://schemas.microsoft.com/office/drawing/2014/main" id="{87F6A02E-5A10-9A79-1C53-14963C2BD546}"/>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pic>
        <p:nvPicPr>
          <p:cNvPr id="11" name="Picture 10">
            <a:extLst>
              <a:ext uri="{FF2B5EF4-FFF2-40B4-BE49-F238E27FC236}">
                <a16:creationId xmlns:a16="http://schemas.microsoft.com/office/drawing/2014/main" id="{D61D9488-ADE3-D885-CDD2-3798BEAE7C9C}"/>
              </a:ext>
            </a:extLst>
          </p:cNvPr>
          <p:cNvPicPr>
            <a:picLocks noChangeAspect="1"/>
          </p:cNvPicPr>
          <p:nvPr userDrawn="1"/>
        </p:nvPicPr>
        <p:blipFill>
          <a:blip r:embed="rId3"/>
          <a:srcRect/>
          <a:stretch/>
        </p:blipFill>
        <p:spPr>
          <a:xfrm>
            <a:off x="3612601" y="2908940"/>
            <a:ext cx="4643392" cy="1040119"/>
          </a:xfrm>
          <a:prstGeom prst="rect">
            <a:avLst/>
          </a:prstGeom>
        </p:spPr>
      </p:pic>
      <p:pic>
        <p:nvPicPr>
          <p:cNvPr id="2" name="Picture 1">
            <a:extLst>
              <a:ext uri="{FF2B5EF4-FFF2-40B4-BE49-F238E27FC236}">
                <a16:creationId xmlns:a16="http://schemas.microsoft.com/office/drawing/2014/main" id="{B70F6C9C-2808-9A59-B3CE-BDEDE4F8D76F}"/>
              </a:ext>
            </a:extLst>
          </p:cNvPr>
          <p:cNvPicPr>
            <a:picLocks noChangeAspect="1"/>
          </p:cNvPicPr>
          <p:nvPr userDrawn="1"/>
        </p:nvPicPr>
        <p:blipFill>
          <a:blip r:embed="rId4"/>
          <a:srcRect/>
          <a:stretch/>
        </p:blipFill>
        <p:spPr>
          <a:xfrm>
            <a:off x="10526104" y="66501"/>
            <a:ext cx="1523597" cy="524517"/>
          </a:xfrm>
          <a:prstGeom prst="rect">
            <a:avLst/>
          </a:prstGeom>
        </p:spPr>
      </p:pic>
    </p:spTree>
    <p:extLst>
      <p:ext uri="{BB962C8B-B14F-4D97-AF65-F5344CB8AC3E}">
        <p14:creationId xmlns:p14="http://schemas.microsoft.com/office/powerpoint/2010/main" val="389805191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Opening Speaker">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42" name="Text Placeholder 11">
            <a:extLst>
              <a:ext uri="{FF2B5EF4-FFF2-40B4-BE49-F238E27FC236}">
                <a16:creationId xmlns:a16="http://schemas.microsoft.com/office/drawing/2014/main" id="{754B8974-C8AF-6B44-8952-DFDAB3AF4E05}"/>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3" name="Rectangle 2">
            <a:extLst>
              <a:ext uri="{FF2B5EF4-FFF2-40B4-BE49-F238E27FC236}">
                <a16:creationId xmlns:a16="http://schemas.microsoft.com/office/drawing/2014/main" id="{42F21769-7EBA-03AE-D43C-3F05485EE5D7}"/>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9E8AA2F9-B0A6-2E87-161D-34625E875C16}"/>
              </a:ext>
            </a:extLst>
          </p:cNvPr>
          <p:cNvPicPr>
            <a:picLocks noChangeAspect="1"/>
          </p:cNvPicPr>
          <p:nvPr userDrawn="1"/>
        </p:nvPicPr>
        <p:blipFill>
          <a:blip r:embed="rId2"/>
          <a:srcRect/>
          <a:stretch/>
        </p:blipFill>
        <p:spPr>
          <a:xfrm>
            <a:off x="838198" y="83274"/>
            <a:ext cx="2774403" cy="435476"/>
          </a:xfrm>
          <a:prstGeom prst="rect">
            <a:avLst/>
          </a:prstGeom>
        </p:spPr>
      </p:pic>
      <p:sp>
        <p:nvSpPr>
          <p:cNvPr id="9" name="TextBox 8">
            <a:extLst>
              <a:ext uri="{FF2B5EF4-FFF2-40B4-BE49-F238E27FC236}">
                <a16:creationId xmlns:a16="http://schemas.microsoft.com/office/drawing/2014/main" id="{87F6A02E-5A10-9A79-1C53-14963C2BD546}"/>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pic>
        <p:nvPicPr>
          <p:cNvPr id="2" name="Picture 1">
            <a:extLst>
              <a:ext uri="{FF2B5EF4-FFF2-40B4-BE49-F238E27FC236}">
                <a16:creationId xmlns:a16="http://schemas.microsoft.com/office/drawing/2014/main" id="{6CD4B5E0-A57F-F038-1862-4E7381A05A6D}"/>
              </a:ext>
            </a:extLst>
          </p:cNvPr>
          <p:cNvPicPr>
            <a:picLocks noChangeAspect="1"/>
          </p:cNvPicPr>
          <p:nvPr userDrawn="1"/>
        </p:nvPicPr>
        <p:blipFill>
          <a:blip r:embed="rId3"/>
          <a:srcRect/>
          <a:stretch/>
        </p:blipFill>
        <p:spPr>
          <a:xfrm>
            <a:off x="10526104" y="66501"/>
            <a:ext cx="1523597" cy="524517"/>
          </a:xfrm>
          <a:prstGeom prst="rect">
            <a:avLst/>
          </a:prstGeom>
        </p:spPr>
      </p:pic>
    </p:spTree>
    <p:extLst>
      <p:ext uri="{BB962C8B-B14F-4D97-AF65-F5344CB8AC3E}">
        <p14:creationId xmlns:p14="http://schemas.microsoft.com/office/powerpoint/2010/main" val="418150918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41801565"/>
      </p:ext>
    </p:extLst>
  </p:cSld>
  <p:clrMap bg1="lt1" tx1="dk1" bg2="lt2" tx2="dk2" accent1="accent1" accent2="accent2" accent3="accent3" accent4="accent4" accent5="accent5" accent6="accent6" hlink="hlink" folHlink="folHlink"/>
  <p:sldLayoutIdLst>
    <p:sldLayoutId id="2147483663" r:id="rId1"/>
    <p:sldLayoutId id="2147483656" r:id="rId2"/>
    <p:sldLayoutId id="2147483659" r:id="rId3"/>
    <p:sldLayoutId id="2147483660" r:id="rId4"/>
    <p:sldLayoutId id="2147483661" r:id="rId5"/>
    <p:sldLayoutId id="2147483662" r:id="rId6"/>
  </p:sldLayoutIdLst>
  <p:hf hdr="0" ftr="0" dt="0"/>
  <p:txStyles>
    <p:titleStyle>
      <a:lvl1pPr algn="ctr" defTabSz="914400" rtl="0" eaLnBrk="1" latinLnBrk="0" hangingPunct="1">
        <a:lnSpc>
          <a:spcPct val="90000"/>
        </a:lnSpc>
        <a:spcBef>
          <a:spcPct val="0"/>
        </a:spcBef>
        <a:buNone/>
        <a:defRPr sz="4400" kern="1200">
          <a:solidFill>
            <a:schemeClr val="bg1"/>
          </a:solidFill>
          <a:latin typeface="Open Sans" charset="0"/>
          <a:ea typeface="Open Sans" charset="0"/>
          <a:cs typeface="Open Sans" charset="0"/>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7.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3.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24.sv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26.png"/></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838200" y="1189104"/>
            <a:ext cx="10515600" cy="768505"/>
          </a:xfrm>
          <a:prstGeom prst="rect">
            <a:avLst/>
          </a:prstGeom>
        </p:spPr>
        <p:txBody>
          <a:bodyPr anchor="ctr" anchorCtr="0">
            <a:normAutofit lnSpcReduction="10000"/>
          </a:bodyPr>
          <a:lstStyle/>
          <a:p>
            <a:pPr algn="ctr"/>
            <a:r>
              <a:rPr lang="en-US" sz="2800" b="1" dirty="0">
                <a:solidFill>
                  <a:srgbClr val="0B1F33"/>
                </a:solidFill>
              </a:rPr>
              <a:t>Flattening the Curve</a:t>
            </a:r>
          </a:p>
          <a:p>
            <a:pPr algn="ctr">
              <a:spcBef>
                <a:spcPts val="500"/>
              </a:spcBef>
            </a:pPr>
            <a:r>
              <a:rPr lang="en-US" sz="1400" b="0" dirty="0">
                <a:solidFill>
                  <a:srgbClr val="0B1F33"/>
                </a:solidFill>
              </a:rPr>
              <a:t>Implementing the SQL on FHIR ViewDefinition in .NET</a:t>
            </a:r>
          </a:p>
        </p:txBody>
      </p:sp>
      <p:sp>
        <p:nvSpPr>
          <p:cNvPr id="3" name="Title 2"/>
          <p:cNvSpPr>
            <a:spLocks noGrp="1"/>
          </p:cNvSpPr>
          <p:nvPr>
            <p:ph type="title"/>
          </p:nvPr>
        </p:nvSpPr>
        <p:spPr/>
        <p:txBody>
          <a:bodyPr/>
          <a:lstStyle/>
          <a:p>
            <a:r>
              <a:rPr lang="en-US" dirty="0"/>
              <a:t>Brendan Kowitz, Microsoft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Who am I?</a:t>
            </a:r>
            <a:endParaRPr lang="en-US" sz="3600" b="0" strike="noStrike" spc="-1">
              <a:solidFill>
                <a:schemeClr val="dk1"/>
              </a:solidFill>
              <a:latin typeface="Calibri"/>
            </a:endParaRPr>
          </a:p>
        </p:txBody>
      </p:sp>
      <p:sp>
        <p:nvSpPr>
          <p:cNvPr id="82" name="TextBox 2"/>
          <p:cNvSpPr/>
          <p:nvPr/>
        </p:nvSpPr>
        <p:spPr>
          <a:xfrm>
            <a:off x="851570" y="1929960"/>
            <a:ext cx="6766200" cy="90197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5000"/>
              </a:lnSpc>
              <a:spcAft>
                <a:spcPts val="400"/>
              </a:spcAft>
            </a:pPr>
            <a:r>
              <a:rPr lang="en-US" sz="2200" b="1" strike="noStrike" spc="-1" dirty="0">
                <a:solidFill>
                  <a:srgbClr val="222A2E"/>
                </a:solidFill>
                <a:latin typeface="Calibri"/>
              </a:rPr>
              <a:t>Brendan Kowitz</a:t>
            </a:r>
            <a:endParaRPr lang="en-US" sz="2200" b="0" strike="noStrike" spc="-1" dirty="0">
              <a:solidFill>
                <a:srgbClr val="000000"/>
              </a:solidFill>
              <a:latin typeface="Arial"/>
            </a:endParaRPr>
          </a:p>
          <a:p>
            <a:pPr defTabSz="914400">
              <a:lnSpc>
                <a:spcPct val="105000"/>
              </a:lnSpc>
              <a:spcAft>
                <a:spcPts val="400"/>
              </a:spcAft>
            </a:pPr>
            <a:r>
              <a:rPr lang="en-US" sz="1500" b="1" strike="noStrike" spc="-1" dirty="0">
                <a:solidFill>
                  <a:srgbClr val="0091B9"/>
                </a:solidFill>
                <a:latin typeface="Calibri"/>
              </a:rPr>
              <a:t>Principal Software Engineering Manager, Microsoft</a:t>
            </a:r>
            <a:endParaRPr lang="en-US" sz="1500" b="0" strike="noStrike" spc="-1" dirty="0">
              <a:solidFill>
                <a:srgbClr val="000000"/>
              </a:solidFill>
              <a:latin typeface="Arial"/>
            </a:endParaRPr>
          </a:p>
          <a:p>
            <a:pPr defTabSz="914400">
              <a:lnSpc>
                <a:spcPct val="105000"/>
              </a:lnSpc>
              <a:spcAft>
                <a:spcPts val="400"/>
              </a:spcAft>
            </a:pPr>
            <a:r>
              <a:rPr lang="en-US" sz="1300" b="0" strike="noStrike" spc="-1" dirty="0">
                <a:solidFill>
                  <a:srgbClr val="444A4D"/>
                </a:solidFill>
                <a:latin typeface="Calibri"/>
              </a:rPr>
              <a:t>Azure Health Data Services</a:t>
            </a:r>
          </a:p>
        </p:txBody>
      </p:sp>
      <p:sp>
        <p:nvSpPr>
          <p:cNvPr id="83" name="Rounded Rectangle 3"/>
          <p:cNvSpPr/>
          <p:nvPr/>
        </p:nvSpPr>
        <p:spPr>
          <a:xfrm>
            <a:off x="7955280" y="2103120"/>
            <a:ext cx="3200040" cy="3382920"/>
          </a:xfrm>
          <a:prstGeom prst="roundRect">
            <a:avLst>
              <a:gd name="adj" fmla="val 5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86" name="TextBox 6"/>
          <p:cNvSpPr/>
          <p:nvPr/>
        </p:nvSpPr>
        <p:spPr>
          <a:xfrm>
            <a:off x="7607520" y="4430000"/>
            <a:ext cx="3996876" cy="378720"/>
          </a:xfrm>
          <a:prstGeom prst="rect">
            <a:avLst/>
          </a:prstGeom>
          <a:noFill/>
          <a:ln w="0">
            <a:noFill/>
          </a:ln>
        </p:spPr>
        <p:style>
          <a:lnRef idx="0">
            <a:scrgbClr r="0" g="0" b="0"/>
          </a:lnRef>
          <a:fillRef idx="0">
            <a:scrgbClr r="0" g="0" b="0"/>
          </a:fillRef>
          <a:effectRef idx="0">
            <a:scrgbClr r="0" g="0" b="0"/>
          </a:effectRef>
          <a:fontRef idx="minor"/>
        </p:style>
        <p:txBody>
          <a:bodyPr wrap="square" lIns="0" tIns="0" rIns="0" bIns="0" anchor="t">
            <a:spAutoFit/>
          </a:bodyPr>
          <a:lstStyle/>
          <a:p>
            <a:pPr algn="ctr" defTabSz="914400">
              <a:lnSpc>
                <a:spcPct val="100000"/>
              </a:lnSpc>
              <a:spcAft>
                <a:spcPts val="99"/>
              </a:spcAft>
            </a:pPr>
            <a:r>
              <a:rPr lang="en-US" sz="1200" b="1" strike="noStrike" spc="-1" dirty="0">
                <a:solidFill>
                  <a:srgbClr val="0091B9"/>
                </a:solidFill>
                <a:latin typeface="Calibri"/>
              </a:rPr>
              <a:t>github.com/</a:t>
            </a:r>
            <a:r>
              <a:rPr lang="en-US" sz="1200" b="1" strike="noStrike" spc="-1" dirty="0" err="1">
                <a:solidFill>
                  <a:srgbClr val="0091B9"/>
                </a:solidFill>
                <a:latin typeface="Calibri"/>
              </a:rPr>
              <a:t>brendankowitz</a:t>
            </a:r>
            <a:endParaRPr lang="en-US" sz="1200" b="0" strike="noStrike" spc="-1" dirty="0">
              <a:solidFill>
                <a:srgbClr val="000000"/>
              </a:solidFill>
              <a:latin typeface="Arial"/>
            </a:endParaRPr>
          </a:p>
          <a:p>
            <a:pPr algn="ctr" defTabSz="914400">
              <a:lnSpc>
                <a:spcPct val="100000"/>
              </a:lnSpc>
              <a:spcAft>
                <a:spcPts val="99"/>
              </a:spcAft>
            </a:pPr>
            <a:r>
              <a:rPr lang="en-US" sz="1200" b="0" strike="noStrike" spc="-1" dirty="0">
                <a:solidFill>
                  <a:srgbClr val="444A4D"/>
                </a:solidFill>
                <a:latin typeface="Calibri"/>
              </a:rPr>
              <a:t>/</a:t>
            </a:r>
            <a:r>
              <a:rPr lang="en-US" sz="1200" b="0" strike="noStrike" spc="-1" dirty="0" err="1">
                <a:solidFill>
                  <a:srgbClr val="444A4D"/>
                </a:solidFill>
                <a:latin typeface="Calibri"/>
              </a:rPr>
              <a:t>ignixa-fhir</a:t>
            </a:r>
            <a:endParaRPr lang="en-US" sz="1200" b="0" strike="noStrike" spc="-1" dirty="0">
              <a:solidFill>
                <a:srgbClr val="000000"/>
              </a:solidFill>
              <a:latin typeface="Arial"/>
            </a:endParaRPr>
          </a:p>
        </p:txBody>
      </p:sp>
      <p:pic>
        <p:nvPicPr>
          <p:cNvPr id="90" name="Speaker Photo"/>
          <p:cNvPicPr/>
          <p:nvPr/>
        </p:nvPicPr>
        <p:blipFill>
          <a:blip r:embed="rId3"/>
          <a:stretch>
            <a:fillRect/>
          </a:stretch>
        </p:blipFill>
        <p:spPr>
          <a:xfrm>
            <a:off x="8630300" y="2330000"/>
            <a:ext cx="1850000" cy="1850000"/>
          </a:xfrm>
          <a:prstGeom prst="ellipse">
            <a:avLst/>
          </a:prstGeom>
          <a:ln w="28575">
            <a:solidFill>
              <a:srgbClr val="0091B9"/>
            </a:solid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SQL on FHIR is solved. Just not in .NET.</a:t>
            </a:r>
            <a:endParaRPr lang="en-US" sz="3600" b="0" strike="noStrike" spc="-1">
              <a:solidFill>
                <a:schemeClr val="dk1"/>
              </a:solidFill>
              <a:latin typeface="Calibri"/>
            </a:endParaRPr>
          </a:p>
        </p:txBody>
      </p:sp>
      <p:sp>
        <p:nvSpPr>
          <p:cNvPr id="88"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dirty="0">
                <a:solidFill>
                  <a:srgbClr val="F26B21"/>
                </a:solidFill>
                <a:latin typeface="Calibri"/>
              </a:rPr>
              <a:t>THE ECOSYSTEM TODAY</a:t>
            </a:r>
            <a:endParaRPr lang="en-US" sz="1200" b="0" strike="noStrike" spc="-1" dirty="0">
              <a:solidFill>
                <a:srgbClr val="000000"/>
              </a:solidFill>
              <a:latin typeface="Arial"/>
            </a:endParaRPr>
          </a:p>
        </p:txBody>
      </p:sp>
      <p:sp>
        <p:nvSpPr>
          <p:cNvPr id="89" name="Rounded Rectangle 3"/>
          <p:cNvSpPr/>
          <p:nvPr/>
        </p:nvSpPr>
        <p:spPr>
          <a:xfrm>
            <a:off x="841320" y="2240280"/>
            <a:ext cx="10506240" cy="8409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90" name="Rectangle 4"/>
          <p:cNvSpPr/>
          <p:nvPr/>
        </p:nvSpPr>
        <p:spPr>
          <a:xfrm>
            <a:off x="841320" y="2295000"/>
            <a:ext cx="63720" cy="7311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91" name="Picture 5" descr="check.png"/>
          <p:cNvPicPr/>
          <p:nvPr/>
        </p:nvPicPr>
        <p:blipFill>
          <a:blip r:embed="rId3"/>
          <a:stretch/>
        </p:blipFill>
        <p:spPr>
          <a:xfrm>
            <a:off x="1161360" y="2432160"/>
            <a:ext cx="456840" cy="456840"/>
          </a:xfrm>
          <a:prstGeom prst="rect">
            <a:avLst/>
          </a:prstGeom>
          <a:ln w="0">
            <a:noFill/>
          </a:ln>
        </p:spPr>
      </p:pic>
      <p:sp>
        <p:nvSpPr>
          <p:cNvPr id="92" name="TextBox 6"/>
          <p:cNvSpPr/>
          <p:nvPr/>
        </p:nvSpPr>
        <p:spPr>
          <a:xfrm>
            <a:off x="1892880" y="2515680"/>
            <a:ext cx="5851800" cy="290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900" b="1" strike="noStrike" spc="-1">
                <a:solidFill>
                  <a:srgbClr val="222A2E"/>
                </a:solidFill>
                <a:latin typeface="Calibri"/>
              </a:rPr>
              <a:t>JavaScript</a:t>
            </a:r>
            <a:endParaRPr lang="en-US" sz="1900" b="0" strike="noStrike" spc="-1">
              <a:solidFill>
                <a:srgbClr val="000000"/>
              </a:solidFill>
              <a:latin typeface="Arial"/>
            </a:endParaRPr>
          </a:p>
        </p:txBody>
      </p:sp>
      <p:sp>
        <p:nvSpPr>
          <p:cNvPr id="93" name="TextBox 7"/>
          <p:cNvSpPr/>
          <p:nvPr/>
        </p:nvSpPr>
        <p:spPr>
          <a:xfrm>
            <a:off x="5961960" y="2553480"/>
            <a:ext cx="585180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400" b="0" strike="noStrike" spc="-1">
                <a:solidFill>
                  <a:srgbClr val="444A4D"/>
                </a:solidFill>
                <a:latin typeface="Calibri"/>
              </a:rPr>
              <a:t>HL7 reference implementation</a:t>
            </a:r>
            <a:endParaRPr lang="en-US" sz="1400" b="0" strike="noStrike" spc="-1">
              <a:solidFill>
                <a:srgbClr val="000000"/>
              </a:solidFill>
              <a:latin typeface="Arial"/>
            </a:endParaRPr>
          </a:p>
        </p:txBody>
      </p:sp>
      <p:sp>
        <p:nvSpPr>
          <p:cNvPr id="94" name="TextBox 8"/>
          <p:cNvSpPr/>
          <p:nvPr/>
        </p:nvSpPr>
        <p:spPr>
          <a:xfrm>
            <a:off x="9793080" y="2538360"/>
            <a:ext cx="1416960" cy="24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gn="r" defTabSz="914400">
              <a:lnSpc>
                <a:spcPct val="100000"/>
              </a:lnSpc>
              <a:spcAft>
                <a:spcPts val="201"/>
              </a:spcAft>
            </a:pPr>
            <a:r>
              <a:rPr lang="en-US" sz="1600" b="1" strike="noStrike" spc="-1">
                <a:solidFill>
                  <a:srgbClr val="2E9E5B"/>
                </a:solidFill>
                <a:latin typeface="Calibri"/>
              </a:rPr>
              <a:t>✓</a:t>
            </a:r>
            <a:endParaRPr lang="en-US" sz="1600" b="0" strike="noStrike" spc="-1">
              <a:solidFill>
                <a:srgbClr val="000000"/>
              </a:solidFill>
              <a:latin typeface="Arial"/>
            </a:endParaRPr>
          </a:p>
        </p:txBody>
      </p:sp>
      <p:sp>
        <p:nvSpPr>
          <p:cNvPr id="95" name="Rounded Rectangle 9"/>
          <p:cNvSpPr/>
          <p:nvPr/>
        </p:nvSpPr>
        <p:spPr>
          <a:xfrm>
            <a:off x="841320" y="3227760"/>
            <a:ext cx="10506240" cy="8409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96" name="Rectangle 10"/>
          <p:cNvSpPr/>
          <p:nvPr/>
        </p:nvSpPr>
        <p:spPr>
          <a:xfrm>
            <a:off x="841320" y="3282840"/>
            <a:ext cx="63720" cy="7311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97" name="Picture 11" descr="check.png"/>
          <p:cNvPicPr/>
          <p:nvPr/>
        </p:nvPicPr>
        <p:blipFill>
          <a:blip r:embed="rId3"/>
          <a:stretch/>
        </p:blipFill>
        <p:spPr>
          <a:xfrm>
            <a:off x="1161360" y="3420000"/>
            <a:ext cx="456840" cy="456840"/>
          </a:xfrm>
          <a:prstGeom prst="rect">
            <a:avLst/>
          </a:prstGeom>
          <a:ln w="0">
            <a:noFill/>
          </a:ln>
        </p:spPr>
      </p:pic>
      <p:sp>
        <p:nvSpPr>
          <p:cNvPr id="98" name="TextBox 12"/>
          <p:cNvSpPr/>
          <p:nvPr/>
        </p:nvSpPr>
        <p:spPr>
          <a:xfrm>
            <a:off x="1892880" y="3503160"/>
            <a:ext cx="5851800" cy="290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900" b="1" strike="noStrike" spc="-1">
                <a:solidFill>
                  <a:srgbClr val="222A2E"/>
                </a:solidFill>
                <a:latin typeface="Calibri"/>
              </a:rPr>
              <a:t>Python</a:t>
            </a:r>
            <a:endParaRPr lang="en-US" sz="1900" b="0" strike="noStrike" spc="-1">
              <a:solidFill>
                <a:srgbClr val="000000"/>
              </a:solidFill>
              <a:latin typeface="Arial"/>
            </a:endParaRPr>
          </a:p>
        </p:txBody>
      </p:sp>
      <p:sp>
        <p:nvSpPr>
          <p:cNvPr id="99" name="TextBox 13"/>
          <p:cNvSpPr/>
          <p:nvPr/>
        </p:nvSpPr>
        <p:spPr>
          <a:xfrm>
            <a:off x="5961960" y="3540960"/>
            <a:ext cx="585180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400" b="0" strike="noStrike" spc="-1">
                <a:solidFill>
                  <a:srgbClr val="444A4D"/>
                </a:solidFill>
                <a:latin typeface="Calibri"/>
              </a:rPr>
              <a:t>Community libraries</a:t>
            </a:r>
            <a:endParaRPr lang="en-US" sz="1400" b="0" strike="noStrike" spc="-1">
              <a:solidFill>
                <a:srgbClr val="000000"/>
              </a:solidFill>
              <a:latin typeface="Arial"/>
            </a:endParaRPr>
          </a:p>
        </p:txBody>
      </p:sp>
      <p:sp>
        <p:nvSpPr>
          <p:cNvPr id="100" name="TextBox 14"/>
          <p:cNvSpPr/>
          <p:nvPr/>
        </p:nvSpPr>
        <p:spPr>
          <a:xfrm>
            <a:off x="9793080" y="3525840"/>
            <a:ext cx="1416960" cy="24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gn="r" defTabSz="914400">
              <a:lnSpc>
                <a:spcPct val="100000"/>
              </a:lnSpc>
              <a:spcAft>
                <a:spcPts val="201"/>
              </a:spcAft>
            </a:pPr>
            <a:r>
              <a:rPr lang="en-US" sz="1600" b="1" strike="noStrike" spc="-1">
                <a:solidFill>
                  <a:srgbClr val="2E9E5B"/>
                </a:solidFill>
                <a:latin typeface="Calibri"/>
              </a:rPr>
              <a:t>✓</a:t>
            </a:r>
            <a:endParaRPr lang="en-US" sz="1600" b="0" strike="noStrike" spc="-1">
              <a:solidFill>
                <a:srgbClr val="000000"/>
              </a:solidFill>
              <a:latin typeface="Arial"/>
            </a:endParaRPr>
          </a:p>
        </p:txBody>
      </p:sp>
      <p:sp>
        <p:nvSpPr>
          <p:cNvPr id="101" name="Rounded Rectangle 15"/>
          <p:cNvSpPr/>
          <p:nvPr/>
        </p:nvSpPr>
        <p:spPr>
          <a:xfrm>
            <a:off x="841320" y="4215240"/>
            <a:ext cx="10506240" cy="8409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02" name="Rectangle 16"/>
          <p:cNvSpPr/>
          <p:nvPr/>
        </p:nvSpPr>
        <p:spPr>
          <a:xfrm>
            <a:off x="841320" y="4270320"/>
            <a:ext cx="63720" cy="7311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103" name="Picture 17" descr="check.png"/>
          <p:cNvPicPr/>
          <p:nvPr/>
        </p:nvPicPr>
        <p:blipFill>
          <a:blip r:embed="rId3"/>
          <a:stretch/>
        </p:blipFill>
        <p:spPr>
          <a:xfrm>
            <a:off x="1161360" y="4407480"/>
            <a:ext cx="456840" cy="456840"/>
          </a:xfrm>
          <a:prstGeom prst="rect">
            <a:avLst/>
          </a:prstGeom>
          <a:ln w="0">
            <a:noFill/>
          </a:ln>
        </p:spPr>
      </p:pic>
      <p:sp>
        <p:nvSpPr>
          <p:cNvPr id="104" name="TextBox 18"/>
          <p:cNvSpPr/>
          <p:nvPr/>
        </p:nvSpPr>
        <p:spPr>
          <a:xfrm>
            <a:off x="1892880" y="4490640"/>
            <a:ext cx="5851800" cy="290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900" b="1" strike="noStrike" spc="-1">
                <a:solidFill>
                  <a:srgbClr val="222A2E"/>
                </a:solidFill>
                <a:latin typeface="Calibri"/>
              </a:rPr>
              <a:t>Java</a:t>
            </a:r>
            <a:endParaRPr lang="en-US" sz="1900" b="0" strike="noStrike" spc="-1">
              <a:solidFill>
                <a:srgbClr val="000000"/>
              </a:solidFill>
              <a:latin typeface="Arial"/>
            </a:endParaRPr>
          </a:p>
        </p:txBody>
      </p:sp>
      <p:sp>
        <p:nvSpPr>
          <p:cNvPr id="105" name="TextBox 19"/>
          <p:cNvSpPr/>
          <p:nvPr/>
        </p:nvSpPr>
        <p:spPr>
          <a:xfrm>
            <a:off x="5961960" y="4528440"/>
            <a:ext cx="585180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400" b="0" strike="noStrike" spc="-1">
                <a:solidFill>
                  <a:srgbClr val="444A4D"/>
                </a:solidFill>
                <a:latin typeface="Calibri"/>
              </a:rPr>
              <a:t>Production tooling</a:t>
            </a:r>
            <a:endParaRPr lang="en-US" sz="1400" b="0" strike="noStrike" spc="-1">
              <a:solidFill>
                <a:srgbClr val="000000"/>
              </a:solidFill>
              <a:latin typeface="Arial"/>
            </a:endParaRPr>
          </a:p>
        </p:txBody>
      </p:sp>
      <p:sp>
        <p:nvSpPr>
          <p:cNvPr id="106" name="TextBox 20"/>
          <p:cNvSpPr/>
          <p:nvPr/>
        </p:nvSpPr>
        <p:spPr>
          <a:xfrm>
            <a:off x="9793080" y="4513320"/>
            <a:ext cx="1416960" cy="24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gn="r" defTabSz="914400">
              <a:lnSpc>
                <a:spcPct val="100000"/>
              </a:lnSpc>
              <a:spcAft>
                <a:spcPts val="201"/>
              </a:spcAft>
            </a:pPr>
            <a:r>
              <a:rPr lang="en-US" sz="1600" b="1" strike="noStrike" spc="-1">
                <a:solidFill>
                  <a:srgbClr val="2E9E5B"/>
                </a:solidFill>
                <a:latin typeface="Calibri"/>
              </a:rPr>
              <a:t>✓</a:t>
            </a:r>
            <a:endParaRPr lang="en-US" sz="1600" b="0" strike="noStrike" spc="-1">
              <a:solidFill>
                <a:srgbClr val="000000"/>
              </a:solidFill>
              <a:latin typeface="Arial"/>
            </a:endParaRPr>
          </a:p>
        </p:txBody>
      </p:sp>
      <p:sp>
        <p:nvSpPr>
          <p:cNvPr id="107" name="Rounded Rectangle 21"/>
          <p:cNvSpPr/>
          <p:nvPr/>
        </p:nvSpPr>
        <p:spPr>
          <a:xfrm>
            <a:off x="841320" y="5203080"/>
            <a:ext cx="10506240" cy="8409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08" name="Rectangle 22"/>
          <p:cNvSpPr/>
          <p:nvPr/>
        </p:nvSpPr>
        <p:spPr>
          <a:xfrm>
            <a:off x="841320" y="5257800"/>
            <a:ext cx="63720" cy="731160"/>
          </a:xfrm>
          <a:prstGeom prst="rect">
            <a:avLst/>
          </a:prstGeom>
          <a:solidFill>
            <a:srgbClr val="C2401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109" name="Picture 23" descr="cross.png"/>
          <p:cNvPicPr/>
          <p:nvPr/>
        </p:nvPicPr>
        <p:blipFill>
          <a:blip r:embed="rId4"/>
          <a:stretch/>
        </p:blipFill>
        <p:spPr>
          <a:xfrm>
            <a:off x="1161360" y="5394960"/>
            <a:ext cx="456840" cy="456840"/>
          </a:xfrm>
          <a:prstGeom prst="rect">
            <a:avLst/>
          </a:prstGeom>
          <a:ln w="0">
            <a:noFill/>
          </a:ln>
        </p:spPr>
      </p:pic>
      <p:sp>
        <p:nvSpPr>
          <p:cNvPr id="110" name="TextBox 24"/>
          <p:cNvSpPr/>
          <p:nvPr/>
        </p:nvSpPr>
        <p:spPr>
          <a:xfrm>
            <a:off x="1892880" y="5478480"/>
            <a:ext cx="5851800" cy="290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900" b="1" strike="noStrike" spc="-1">
                <a:solidFill>
                  <a:srgbClr val="C2401F"/>
                </a:solidFill>
                <a:latin typeface="Calibri"/>
              </a:rPr>
              <a:t>.NET</a:t>
            </a:r>
            <a:endParaRPr lang="en-US" sz="1900" b="0" strike="noStrike" spc="-1">
              <a:solidFill>
                <a:srgbClr val="000000"/>
              </a:solidFill>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PlaceHolder 1"/>
          <p:cNvSpPr>
            <a:spLocks noGrp="1"/>
          </p:cNvSpPr>
          <p:nvPr>
            <p:ph type="title"/>
          </p:nvPr>
        </p:nvSpPr>
        <p:spPr>
          <a:xfrm>
            <a:off x="838200" y="1041400"/>
            <a:ext cx="10515600" cy="660400"/>
          </a:xfrm>
          <a:prstGeom prst="rect">
            <a:avLst/>
          </a:prstGeom>
          <a:noFill/>
          <a:ln w="0">
            <a:noFill/>
          </a:ln>
        </p:spPr>
        <p:txBody>
          <a:bodyPr lIns="0" tIns="45000" rIns="90000" bIns="45000" anchor="t">
            <a:noAutofit/>
          </a:bodyPr>
          <a:lstStyle/>
          <a:p>
            <a:pPr indent="0" algn="l" defTabSz="914400">
              <a:lnSpc>
                <a:spcPct val="100000"/>
              </a:lnSpc>
              <a:buNone/>
            </a:pPr>
            <a:r>
              <a:rPr lang="en-US" sz="3200" b="1" strike="noStrike" spc="-20">
                <a:solidFill>
                  <a:srgbClr val="222A2E"/>
                </a:solidFill>
                <a:latin typeface="Calibri"/>
                <a:ea typeface="Calibri"/>
                <a:cs typeface="Calibri"/>
              </a:rPr>
              <a:t>You're on .NET and want SQL on FHIR.</a:t>
            </a:r>
            <a:endParaRPr lang="en-US" sz="3200" b="1" strike="noStrike" spc="-20" dirty="0">
              <a:solidFill>
                <a:srgbClr val="222A2E"/>
              </a:solidFill>
              <a:latin typeface="Calibri"/>
              <a:ea typeface="Calibri"/>
              <a:cs typeface="Calibri"/>
            </a:endParaRPr>
          </a:p>
        </p:txBody>
      </p:sp>
      <p:sp>
        <p:nvSpPr>
          <p:cNvPr id="114" name="TextBox 2"/>
          <p:cNvSpPr/>
          <p:nvPr/>
        </p:nvSpPr>
        <p:spPr>
          <a:xfrm>
            <a:off x="838200" y="762000"/>
            <a:ext cx="7620000" cy="25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BEFORE THIS PROJECT</a:t>
            </a:r>
            <a:endParaRPr lang="en-US" sz="1200" b="0" strike="noStrike" spc="-1">
              <a:solidFill>
                <a:srgbClr val="000000"/>
              </a:solidFill>
              <a:latin typeface="Arial"/>
            </a:endParaRPr>
          </a:p>
        </p:txBody>
      </p:sp>
      <p:sp>
        <p:nvSpPr>
          <p:cNvPr id="3" name="Subline">
            <a:extLst>
              <a:ext uri="{FF2B5EF4-FFF2-40B4-BE49-F238E27FC236}">
                <a16:creationId xmlns:a16="http://schemas.microsoft.com/office/drawing/2014/main" id="{72F8D2A1-F218-4340-A485-0CDC62F5EECA}"/>
              </a:ext>
            </a:extLst>
          </p:cNvPr>
          <p:cNvSpPr txBox="1"/>
          <p:nvPr/>
        </p:nvSpPr>
        <p:spPr>
          <a:xfrm>
            <a:off x="838200" y="1701800"/>
            <a:ext cx="10515600" cy="369717"/>
          </a:xfrm>
          <a:prstGeom prst="rect">
            <a:avLst/>
          </a:prstGeom>
          <a:noFill/>
        </p:spPr>
        <p:txBody>
          <a:bodyPr vertOverflow="overflow" vert="horz" wrap="square" rtlCol="0" anchor="t">
            <a:spAutoFit/>
          </a:bodyPr>
          <a:lstStyle/>
          <a:p>
            <a:pPr indent="0" defTabSz="914400">
              <a:lnSpc>
                <a:spcPct val="112000"/>
              </a:lnSpc>
              <a:buNone/>
            </a:pPr>
            <a:r>
              <a:rPr lang="en-US" sz="1700" strike="noStrike" spc="-1">
                <a:solidFill>
                  <a:srgbClr val="006E8C"/>
                </a:solidFill>
                <a:latin typeface="Calibri"/>
                <a:ea typeface="Calibri"/>
                <a:cs typeface="Calibri"/>
              </a:rPr>
              <a:t>A few options…</a:t>
            </a:r>
            <a:endParaRPr lang="en-US" sz="1700" strike="noStrike" spc="-1" dirty="0">
              <a:solidFill>
                <a:srgbClr val="006E8C"/>
              </a:solidFill>
              <a:latin typeface="Calibri"/>
              <a:ea typeface="Calibri"/>
              <a:cs typeface="Calibri"/>
            </a:endParaRPr>
          </a:p>
        </p:txBody>
      </p:sp>
      <p:sp>
        <p:nvSpPr>
          <p:cNvPr id="4" name="Card0">
            <a:extLst>
              <a:ext uri="{FF2B5EF4-FFF2-40B4-BE49-F238E27FC236}">
                <a16:creationId xmlns:a16="http://schemas.microsoft.com/office/drawing/2014/main" id="{605CB96A-B173-47A2-828C-EA10BFAA3A04}"/>
              </a:ext>
            </a:extLst>
          </p:cNvPr>
          <p:cNvSpPr/>
          <p:nvPr/>
        </p:nvSpPr>
        <p:spPr>
          <a:xfrm>
            <a:off x="838200" y="2197100"/>
            <a:ext cx="3352800" cy="3975100"/>
          </a:xfrm>
          <a:prstGeom prst="roundRect">
            <a:avLst/>
          </a:prstGeom>
          <a:solidFill>
            <a:srgbClr val="F5F7F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CardBar0">
            <a:extLst>
              <a:ext uri="{FF2B5EF4-FFF2-40B4-BE49-F238E27FC236}">
                <a16:creationId xmlns:a16="http://schemas.microsoft.com/office/drawing/2014/main" id="{11A2668C-1BEA-4C22-999A-29F1CDBC0D19}"/>
              </a:ext>
            </a:extLst>
          </p:cNvPr>
          <p:cNvSpPr/>
          <p:nvPr/>
        </p:nvSpPr>
        <p:spPr>
          <a:xfrm>
            <a:off x="838200" y="2197100"/>
            <a:ext cx="3352800" cy="76200"/>
          </a:xfrm>
          <a:prstGeom prst="rect">
            <a:avLst/>
          </a:prstGeom>
          <a:solidFill>
            <a:srgbClr val="F26B2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Badge0">
            <a:extLst>
              <a:ext uri="{FF2B5EF4-FFF2-40B4-BE49-F238E27FC236}">
                <a16:creationId xmlns:a16="http://schemas.microsoft.com/office/drawing/2014/main" id="{1130DCDE-C5EC-46DC-BB02-39B488A51EC8}"/>
              </a:ext>
            </a:extLst>
          </p:cNvPr>
          <p:cNvSpPr/>
          <p:nvPr/>
        </p:nvSpPr>
        <p:spPr>
          <a:xfrm>
            <a:off x="1117600" y="2552700"/>
            <a:ext cx="533400" cy="533400"/>
          </a:xfrm>
          <a:prstGeom prst="ellipse">
            <a:avLst/>
          </a:prstGeom>
          <a:solidFill>
            <a:srgbClr val="006E8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b="1">
                <a:solidFill>
                  <a:srgbClr val="FFFFFF"/>
                </a:solidFill>
                <a:latin typeface="Calibri"/>
                <a:ea typeface="Calibri"/>
                <a:cs typeface="Calibri"/>
              </a:rPr>
              <a:t>A</a:t>
            </a:r>
          </a:p>
        </p:txBody>
      </p:sp>
      <p:sp>
        <p:nvSpPr>
          <p:cNvPr id="7" name="Head0">
            <a:extLst>
              <a:ext uri="{FF2B5EF4-FFF2-40B4-BE49-F238E27FC236}">
                <a16:creationId xmlns:a16="http://schemas.microsoft.com/office/drawing/2014/main" id="{49102D76-308C-4E9B-9004-A0BB025968E0}"/>
              </a:ext>
            </a:extLst>
          </p:cNvPr>
          <p:cNvSpPr txBox="1"/>
          <p:nvPr/>
        </p:nvSpPr>
        <p:spPr>
          <a:xfrm>
            <a:off x="1117600" y="3276600"/>
            <a:ext cx="2794000" cy="787400"/>
          </a:xfrm>
          <a:prstGeom prst="rect">
            <a:avLst/>
          </a:prstGeom>
          <a:noFill/>
        </p:spPr>
        <p:txBody>
          <a:bodyPr vertOverflow="overflow" vert="horz" wrap="square" rtlCol="0" anchor="t">
            <a:noAutofit/>
          </a:bodyPr>
          <a:lstStyle/>
          <a:p>
            <a:r>
              <a:rPr lang="en-US" sz="1600" b="1">
                <a:solidFill>
                  <a:srgbClr val="222A2E"/>
                </a:solidFill>
                <a:latin typeface="Calibri"/>
                <a:ea typeface="Calibri"/>
                <a:cs typeface="Calibri"/>
              </a:rPr>
              <a:t>Run the reference impl out-of-process</a:t>
            </a:r>
          </a:p>
        </p:txBody>
      </p:sp>
      <p:sp>
        <p:nvSpPr>
          <p:cNvPr id="8" name="Body0">
            <a:extLst>
              <a:ext uri="{FF2B5EF4-FFF2-40B4-BE49-F238E27FC236}">
                <a16:creationId xmlns:a16="http://schemas.microsoft.com/office/drawing/2014/main" id="{D81ADF30-49BF-465A-AC8D-3CC5B6F4DED8}"/>
              </a:ext>
            </a:extLst>
          </p:cNvPr>
          <p:cNvSpPr txBox="1"/>
          <p:nvPr/>
        </p:nvSpPr>
        <p:spPr>
          <a:xfrm>
            <a:off x="1117600" y="4140200"/>
            <a:ext cx="2794000" cy="1905000"/>
          </a:xfrm>
          <a:prstGeom prst="rect">
            <a:avLst/>
          </a:prstGeom>
          <a:noFill/>
        </p:spPr>
        <p:txBody>
          <a:bodyPr vertOverflow="overflow" vert="horz" wrap="square" rtlCol="0" anchor="t">
            <a:noAutofit/>
          </a:bodyPr>
          <a:lstStyle/>
          <a:p>
            <a:r>
              <a:rPr lang="en-US" sz="1400" b="0">
                <a:solidFill>
                  <a:srgbClr val="444A4D"/>
                </a:solidFill>
                <a:latin typeface="Calibri"/>
                <a:ea typeface="Calibri"/>
                <a:cs typeface="Calibri"/>
              </a:rPr>
              <a:t>Shell out to the JS/Python runner — now you're running a non-.NET runtime inside a .NET stack.</a:t>
            </a:r>
          </a:p>
        </p:txBody>
      </p:sp>
      <p:sp>
        <p:nvSpPr>
          <p:cNvPr id="9" name="Card1">
            <a:extLst>
              <a:ext uri="{FF2B5EF4-FFF2-40B4-BE49-F238E27FC236}">
                <a16:creationId xmlns:a16="http://schemas.microsoft.com/office/drawing/2014/main" id="{7716CFB9-9BF9-498C-AA6C-2095D74AD0A5}"/>
              </a:ext>
            </a:extLst>
          </p:cNvPr>
          <p:cNvSpPr/>
          <p:nvPr/>
        </p:nvSpPr>
        <p:spPr>
          <a:xfrm>
            <a:off x="4419600" y="2197100"/>
            <a:ext cx="3352800" cy="3975100"/>
          </a:xfrm>
          <a:prstGeom prst="roundRect">
            <a:avLst/>
          </a:prstGeom>
          <a:solidFill>
            <a:srgbClr val="F5F7F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CardBar1">
            <a:extLst>
              <a:ext uri="{FF2B5EF4-FFF2-40B4-BE49-F238E27FC236}">
                <a16:creationId xmlns:a16="http://schemas.microsoft.com/office/drawing/2014/main" id="{93A7DF5C-469E-446B-BA0F-0237EFBFF402}"/>
              </a:ext>
            </a:extLst>
          </p:cNvPr>
          <p:cNvSpPr/>
          <p:nvPr/>
        </p:nvSpPr>
        <p:spPr>
          <a:xfrm>
            <a:off x="4419600" y="2197100"/>
            <a:ext cx="3352800" cy="76200"/>
          </a:xfrm>
          <a:prstGeom prst="rect">
            <a:avLst/>
          </a:prstGeom>
          <a:solidFill>
            <a:srgbClr val="F26B2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Badge1">
            <a:extLst>
              <a:ext uri="{FF2B5EF4-FFF2-40B4-BE49-F238E27FC236}">
                <a16:creationId xmlns:a16="http://schemas.microsoft.com/office/drawing/2014/main" id="{9188993B-76D1-4DFB-B6B1-D16AF9B8529C}"/>
              </a:ext>
            </a:extLst>
          </p:cNvPr>
          <p:cNvSpPr/>
          <p:nvPr/>
        </p:nvSpPr>
        <p:spPr>
          <a:xfrm>
            <a:off x="4699000" y="2552700"/>
            <a:ext cx="533400" cy="533400"/>
          </a:xfrm>
          <a:prstGeom prst="ellipse">
            <a:avLst/>
          </a:prstGeom>
          <a:solidFill>
            <a:srgbClr val="006E8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b="1">
                <a:solidFill>
                  <a:srgbClr val="FFFFFF"/>
                </a:solidFill>
                <a:latin typeface="Calibri"/>
                <a:ea typeface="Calibri"/>
                <a:cs typeface="Calibri"/>
              </a:rPr>
              <a:t>B</a:t>
            </a:r>
          </a:p>
        </p:txBody>
      </p:sp>
      <p:sp>
        <p:nvSpPr>
          <p:cNvPr id="12" name="Head1">
            <a:extLst>
              <a:ext uri="{FF2B5EF4-FFF2-40B4-BE49-F238E27FC236}">
                <a16:creationId xmlns:a16="http://schemas.microsoft.com/office/drawing/2014/main" id="{E7C0A530-B475-4416-92EC-1B1C8C1FF254}"/>
              </a:ext>
            </a:extLst>
          </p:cNvPr>
          <p:cNvSpPr txBox="1"/>
          <p:nvPr/>
        </p:nvSpPr>
        <p:spPr>
          <a:xfrm>
            <a:off x="4699000" y="3276600"/>
            <a:ext cx="2794000" cy="787400"/>
          </a:xfrm>
          <a:prstGeom prst="rect">
            <a:avLst/>
          </a:prstGeom>
          <a:noFill/>
        </p:spPr>
        <p:txBody>
          <a:bodyPr vertOverflow="overflow" vert="horz" wrap="square" rtlCol="0" anchor="t">
            <a:noAutofit/>
          </a:bodyPr>
          <a:lstStyle/>
          <a:p>
            <a:r>
              <a:rPr lang="en-US" sz="1600" b="1">
                <a:solidFill>
                  <a:srgbClr val="222A2E"/>
                </a:solidFill>
                <a:latin typeface="Calibri"/>
                <a:ea typeface="Calibri"/>
                <a:cs typeface="Calibri"/>
              </a:rPr>
              <a:t>Build the ViewDefinition layer yourself</a:t>
            </a:r>
          </a:p>
        </p:txBody>
      </p:sp>
      <p:sp>
        <p:nvSpPr>
          <p:cNvPr id="13" name="Body1">
            <a:extLst>
              <a:ext uri="{FF2B5EF4-FFF2-40B4-BE49-F238E27FC236}">
                <a16:creationId xmlns:a16="http://schemas.microsoft.com/office/drawing/2014/main" id="{8193D4E1-FBA5-4135-AD63-3954F756753B}"/>
              </a:ext>
            </a:extLst>
          </p:cNvPr>
          <p:cNvSpPr txBox="1"/>
          <p:nvPr/>
        </p:nvSpPr>
        <p:spPr>
          <a:xfrm>
            <a:off x="4699000" y="4140200"/>
            <a:ext cx="2794000" cy="1905000"/>
          </a:xfrm>
          <a:prstGeom prst="rect">
            <a:avLst/>
          </a:prstGeom>
          <a:noFill/>
        </p:spPr>
        <p:txBody>
          <a:bodyPr vertOverflow="overflow" vert="horz" wrap="square" rtlCol="0" anchor="t">
            <a:noAutofit/>
          </a:bodyPr>
          <a:lstStyle/>
          <a:p>
            <a:r>
              <a:rPr lang="en-US" sz="1400" b="0">
                <a:solidFill>
                  <a:srgbClr val="444A4D"/>
                </a:solidFill>
                <a:latin typeface="Calibri"/>
                <a:ea typeface="Calibri"/>
                <a:cs typeface="Calibri"/>
              </a:rPr>
              <a:t>You own the flattening and every spec-conformance edge case — and re-own it each release.</a:t>
            </a:r>
          </a:p>
        </p:txBody>
      </p:sp>
      <p:sp>
        <p:nvSpPr>
          <p:cNvPr id="14" name="Card2">
            <a:extLst>
              <a:ext uri="{FF2B5EF4-FFF2-40B4-BE49-F238E27FC236}">
                <a16:creationId xmlns:a16="http://schemas.microsoft.com/office/drawing/2014/main" id="{0D0E0650-BBEC-49DD-BDF8-773956029F44}"/>
              </a:ext>
            </a:extLst>
          </p:cNvPr>
          <p:cNvSpPr/>
          <p:nvPr/>
        </p:nvSpPr>
        <p:spPr>
          <a:xfrm>
            <a:off x="8001000" y="2197100"/>
            <a:ext cx="3352800" cy="3975100"/>
          </a:xfrm>
          <a:prstGeom prst="roundRect">
            <a:avLst/>
          </a:prstGeom>
          <a:solidFill>
            <a:srgbClr val="F5F7F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5" name="CardBar2">
            <a:extLst>
              <a:ext uri="{FF2B5EF4-FFF2-40B4-BE49-F238E27FC236}">
                <a16:creationId xmlns:a16="http://schemas.microsoft.com/office/drawing/2014/main" id="{1059EB38-754E-4F1E-A17E-981DD74EC6DB}"/>
              </a:ext>
            </a:extLst>
          </p:cNvPr>
          <p:cNvSpPr/>
          <p:nvPr/>
        </p:nvSpPr>
        <p:spPr>
          <a:xfrm>
            <a:off x="8001000" y="2197100"/>
            <a:ext cx="3352800" cy="76200"/>
          </a:xfrm>
          <a:prstGeom prst="rect">
            <a:avLst/>
          </a:prstGeom>
          <a:solidFill>
            <a:srgbClr val="F26B2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6" name="Badge2">
            <a:extLst>
              <a:ext uri="{FF2B5EF4-FFF2-40B4-BE49-F238E27FC236}">
                <a16:creationId xmlns:a16="http://schemas.microsoft.com/office/drawing/2014/main" id="{DB570DB5-08BA-4E28-A9D9-8A90393316FA}"/>
              </a:ext>
            </a:extLst>
          </p:cNvPr>
          <p:cNvSpPr/>
          <p:nvPr/>
        </p:nvSpPr>
        <p:spPr>
          <a:xfrm>
            <a:off x="8280400" y="2552700"/>
            <a:ext cx="533400" cy="533400"/>
          </a:xfrm>
          <a:prstGeom prst="ellipse">
            <a:avLst/>
          </a:prstGeom>
          <a:solidFill>
            <a:srgbClr val="006E8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b="1">
                <a:solidFill>
                  <a:srgbClr val="FFFFFF"/>
                </a:solidFill>
                <a:latin typeface="Calibri"/>
                <a:ea typeface="Calibri"/>
                <a:cs typeface="Calibri"/>
              </a:rPr>
              <a:t>C</a:t>
            </a:r>
          </a:p>
        </p:txBody>
      </p:sp>
      <p:sp>
        <p:nvSpPr>
          <p:cNvPr id="17" name="Head2">
            <a:extLst>
              <a:ext uri="{FF2B5EF4-FFF2-40B4-BE49-F238E27FC236}">
                <a16:creationId xmlns:a16="http://schemas.microsoft.com/office/drawing/2014/main" id="{32E4C41A-E53A-4512-BC4E-8A79632F2880}"/>
              </a:ext>
            </a:extLst>
          </p:cNvPr>
          <p:cNvSpPr txBox="1"/>
          <p:nvPr/>
        </p:nvSpPr>
        <p:spPr>
          <a:xfrm>
            <a:off x="8280400" y="3276600"/>
            <a:ext cx="2794000" cy="787400"/>
          </a:xfrm>
          <a:prstGeom prst="rect">
            <a:avLst/>
          </a:prstGeom>
          <a:noFill/>
        </p:spPr>
        <p:txBody>
          <a:bodyPr vertOverflow="overflow" vert="horz" wrap="square" rtlCol="0" anchor="t">
            <a:noAutofit/>
          </a:bodyPr>
          <a:lstStyle/>
          <a:p>
            <a:r>
              <a:rPr lang="en-US" sz="1600" b="1">
                <a:solidFill>
                  <a:srgbClr val="222A2E"/>
                </a:solidFill>
                <a:latin typeface="Calibri"/>
                <a:ea typeface="Calibri"/>
                <a:cs typeface="Calibri"/>
              </a:rPr>
              <a:t>Use database view architecture</a:t>
            </a:r>
          </a:p>
        </p:txBody>
      </p:sp>
      <p:sp>
        <p:nvSpPr>
          <p:cNvPr id="18" name="Body2">
            <a:extLst>
              <a:ext uri="{FF2B5EF4-FFF2-40B4-BE49-F238E27FC236}">
                <a16:creationId xmlns:a16="http://schemas.microsoft.com/office/drawing/2014/main" id="{79E6C120-0D3E-463A-AE11-B8F73DF5FCE0}"/>
              </a:ext>
            </a:extLst>
          </p:cNvPr>
          <p:cNvSpPr txBox="1"/>
          <p:nvPr/>
        </p:nvSpPr>
        <p:spPr>
          <a:xfrm>
            <a:off x="8280400" y="4140200"/>
            <a:ext cx="2794000" cy="1905000"/>
          </a:xfrm>
          <a:prstGeom prst="rect">
            <a:avLst/>
          </a:prstGeom>
          <a:noFill/>
        </p:spPr>
        <p:txBody>
          <a:bodyPr vertOverflow="overflow" vert="horz" wrap="square" rtlCol="0" anchor="t">
            <a:noAutofit/>
          </a:bodyPr>
          <a:lstStyle/>
          <a:p>
            <a:r>
              <a:rPr lang="en-US" sz="1400">
                <a:solidFill>
                  <a:srgbClr val="444A4D"/>
                </a:solidFill>
                <a:latin typeface="Calibri"/>
                <a:ea typeface="Calibri"/>
                <a:cs typeface="Calibri"/>
              </a:rPr>
              <a:t>Translate ViewDefinitions to SQL inside a FHIR-native database. Powerful — but a full architectural commitment that may not fit your .NET stack.</a:t>
            </a:r>
          </a:p>
        </p:txBody>
      </p:sp>
    </p:spTree>
    <p:extLst>
      <p:ext uri="{BB962C8B-B14F-4D97-AF65-F5344CB8AC3E}">
        <p14:creationId xmlns:p14="http://schemas.microsoft.com/office/powerpoint/2010/main" val="5720200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Ignixa.SqlOnFhir</a:t>
            </a:r>
            <a:endParaRPr lang="en-US" sz="3600" b="0" strike="noStrike" spc="-1">
              <a:solidFill>
                <a:schemeClr val="dk1"/>
              </a:solidFill>
              <a:latin typeface="Calibri"/>
            </a:endParaRPr>
          </a:p>
        </p:txBody>
      </p:sp>
      <p:sp>
        <p:nvSpPr>
          <p:cNvPr id="137"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INTRODUCING</a:t>
            </a:r>
            <a:endParaRPr lang="en-US" sz="1200" b="0" strike="noStrike" spc="-1">
              <a:solidFill>
                <a:srgbClr val="000000"/>
              </a:solidFill>
              <a:latin typeface="Arial"/>
            </a:endParaRPr>
          </a:p>
        </p:txBody>
      </p:sp>
      <p:sp>
        <p:nvSpPr>
          <p:cNvPr id="138" name="Rounded Rectangle 3"/>
          <p:cNvSpPr/>
          <p:nvPr/>
        </p:nvSpPr>
        <p:spPr>
          <a:xfrm>
            <a:off x="841320" y="2197100"/>
            <a:ext cx="5760360" cy="77470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39" name="Rectangle 4"/>
          <p:cNvSpPr/>
          <p:nvPr/>
        </p:nvSpPr>
        <p:spPr>
          <a:xfrm>
            <a:off x="841320" y="2247900"/>
            <a:ext cx="63720" cy="67310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140" name="Picture 5" descr="dotnet.png"/>
          <p:cNvPicPr/>
          <p:nvPr/>
        </p:nvPicPr>
        <p:blipFill>
          <a:blip r:embed="rId3"/>
          <a:stretch/>
        </p:blipFill>
        <p:spPr>
          <a:xfrm>
            <a:off x="1134000" y="2324100"/>
            <a:ext cx="502560" cy="502560"/>
          </a:xfrm>
          <a:prstGeom prst="rect">
            <a:avLst/>
          </a:prstGeom>
          <a:ln w="0">
            <a:noFill/>
          </a:ln>
        </p:spPr>
      </p:pic>
      <p:sp>
        <p:nvSpPr>
          <p:cNvPr id="141" name="TextBox 6"/>
          <p:cNvSpPr/>
          <p:nvPr/>
        </p:nvSpPr>
        <p:spPr>
          <a:xfrm>
            <a:off x="1892880" y="2311400"/>
            <a:ext cx="4571640" cy="259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700" b="1" strike="noStrike" spc="-1">
                <a:solidFill>
                  <a:srgbClr val="222A2E"/>
                </a:solidFill>
                <a:latin typeface="Calibri"/>
              </a:rPr>
              <a:t>Native .NET 9</a:t>
            </a:r>
            <a:endParaRPr lang="en-US" sz="1700" b="0" strike="noStrike" spc="-1">
              <a:solidFill>
                <a:srgbClr val="000000"/>
              </a:solidFill>
              <a:latin typeface="Arial"/>
            </a:endParaRPr>
          </a:p>
        </p:txBody>
      </p:sp>
      <p:sp>
        <p:nvSpPr>
          <p:cNvPr id="142" name="TextBox 7"/>
          <p:cNvSpPr/>
          <p:nvPr/>
        </p:nvSpPr>
        <p:spPr>
          <a:xfrm>
            <a:off x="1892880" y="2590800"/>
            <a:ext cx="4571640" cy="190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50" b="0" strike="noStrike" spc="-1">
                <a:solidFill>
                  <a:srgbClr val="444A4D"/>
                </a:solidFill>
                <a:latin typeface="Calibri"/>
              </a:rPr>
              <a:t>No JVM. No Python. No sidecar.</a:t>
            </a:r>
            <a:endParaRPr lang="en-US" sz="1250" b="0" strike="noStrike" spc="-1">
              <a:solidFill>
                <a:srgbClr val="000000"/>
              </a:solidFill>
              <a:latin typeface="Arial"/>
            </a:endParaRPr>
          </a:p>
        </p:txBody>
      </p:sp>
      <p:sp>
        <p:nvSpPr>
          <p:cNvPr id="143" name="Rounded Rectangle 8"/>
          <p:cNvSpPr/>
          <p:nvPr/>
        </p:nvSpPr>
        <p:spPr>
          <a:xfrm>
            <a:off x="841320" y="3111500"/>
            <a:ext cx="5760360" cy="77470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44" name="Rectangle 9"/>
          <p:cNvSpPr/>
          <p:nvPr/>
        </p:nvSpPr>
        <p:spPr>
          <a:xfrm>
            <a:off x="841320" y="3162300"/>
            <a:ext cx="63720" cy="67310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145" name="Picture 10" descr="versions.png"/>
          <p:cNvPicPr/>
          <p:nvPr/>
        </p:nvPicPr>
        <p:blipFill>
          <a:blip r:embed="rId4"/>
          <a:stretch/>
        </p:blipFill>
        <p:spPr>
          <a:xfrm>
            <a:off x="1134000" y="3238500"/>
            <a:ext cx="502560" cy="502560"/>
          </a:xfrm>
          <a:prstGeom prst="rect">
            <a:avLst/>
          </a:prstGeom>
          <a:ln w="0">
            <a:noFill/>
          </a:ln>
        </p:spPr>
      </p:pic>
      <p:sp>
        <p:nvSpPr>
          <p:cNvPr id="146" name="TextBox 11"/>
          <p:cNvSpPr/>
          <p:nvPr/>
        </p:nvSpPr>
        <p:spPr>
          <a:xfrm>
            <a:off x="1892880" y="3225800"/>
            <a:ext cx="4571640" cy="259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700" b="1" strike="noStrike" spc="-1">
                <a:solidFill>
                  <a:srgbClr val="222A2E"/>
                </a:solidFill>
                <a:latin typeface="Calibri"/>
              </a:rPr>
              <a:t>Multi-version</a:t>
            </a:r>
            <a:endParaRPr lang="en-US" sz="1700" b="0" strike="noStrike" spc="-1">
              <a:solidFill>
                <a:srgbClr val="000000"/>
              </a:solidFill>
              <a:latin typeface="Arial"/>
            </a:endParaRPr>
          </a:p>
        </p:txBody>
      </p:sp>
      <p:sp>
        <p:nvSpPr>
          <p:cNvPr id="147" name="TextBox 12"/>
          <p:cNvSpPr/>
          <p:nvPr/>
        </p:nvSpPr>
        <p:spPr>
          <a:xfrm>
            <a:off x="1892880" y="3505200"/>
            <a:ext cx="4571640" cy="190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50" b="0" strike="noStrike" spc="-1" dirty="0">
                <a:solidFill>
                  <a:srgbClr val="444A4D"/>
                </a:solidFill>
                <a:latin typeface="Calibri"/>
              </a:rPr>
              <a:t>STU3 · R4 · R4B · R5 - one codebase.</a:t>
            </a:r>
            <a:endParaRPr lang="en-US" sz="1250" b="0" strike="noStrike" spc="-1" dirty="0">
              <a:solidFill>
                <a:srgbClr val="000000"/>
              </a:solidFill>
              <a:latin typeface="Arial"/>
            </a:endParaRPr>
          </a:p>
        </p:txBody>
      </p:sp>
      <p:sp>
        <p:nvSpPr>
          <p:cNvPr id="148" name="Rounded Rectangle 13"/>
          <p:cNvSpPr/>
          <p:nvPr/>
        </p:nvSpPr>
        <p:spPr>
          <a:xfrm>
            <a:off x="841320" y="4025900"/>
            <a:ext cx="5760360" cy="77470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49" name="Rectangle 14"/>
          <p:cNvSpPr/>
          <p:nvPr/>
        </p:nvSpPr>
        <p:spPr>
          <a:xfrm>
            <a:off x="841320" y="4076700"/>
            <a:ext cx="63720" cy="67310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150" name="Picture 15" descr="check.png"/>
          <p:cNvPicPr/>
          <p:nvPr/>
        </p:nvPicPr>
        <p:blipFill>
          <a:blip r:embed="rId5"/>
          <a:stretch/>
        </p:blipFill>
        <p:spPr>
          <a:xfrm>
            <a:off x="1134000" y="4152900"/>
            <a:ext cx="502560" cy="502560"/>
          </a:xfrm>
          <a:prstGeom prst="rect">
            <a:avLst/>
          </a:prstGeom>
          <a:ln w="0">
            <a:noFill/>
          </a:ln>
        </p:spPr>
      </p:pic>
      <p:sp>
        <p:nvSpPr>
          <p:cNvPr id="151" name="TextBox 16"/>
          <p:cNvSpPr/>
          <p:nvPr/>
        </p:nvSpPr>
        <p:spPr>
          <a:xfrm>
            <a:off x="1892880" y="4140200"/>
            <a:ext cx="4571640" cy="259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700" b="1" strike="noStrike" spc="-1">
                <a:solidFill>
                  <a:srgbClr val="222A2E"/>
                </a:solidFill>
                <a:latin typeface="Calibri"/>
              </a:rPr>
              <a:t>MIT licensed</a:t>
            </a:r>
            <a:endParaRPr lang="en-US" sz="1700" b="0" strike="noStrike" spc="-1">
              <a:solidFill>
                <a:srgbClr val="000000"/>
              </a:solidFill>
              <a:latin typeface="Arial"/>
            </a:endParaRPr>
          </a:p>
        </p:txBody>
      </p:sp>
      <p:sp>
        <p:nvSpPr>
          <p:cNvPr id="152" name="TextBox 17"/>
          <p:cNvSpPr/>
          <p:nvPr/>
        </p:nvSpPr>
        <p:spPr>
          <a:xfrm>
            <a:off x="1892880" y="4419600"/>
            <a:ext cx="4571640" cy="190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50" b="0" strike="noStrike" spc="-1">
                <a:solidFill>
                  <a:srgbClr val="444A4D"/>
                </a:solidFill>
                <a:latin typeface="Calibri"/>
              </a:rPr>
              <a:t>Open source. Contributions welcome.</a:t>
            </a:r>
            <a:endParaRPr lang="en-US" sz="1250" b="0" strike="noStrike" spc="-1">
              <a:solidFill>
                <a:srgbClr val="000000"/>
              </a:solidFill>
              <a:latin typeface="Arial"/>
            </a:endParaRPr>
          </a:p>
        </p:txBody>
      </p:sp>
      <p:sp>
        <p:nvSpPr>
          <p:cNvPr id="153" name="Rounded Rectangle 18"/>
          <p:cNvSpPr/>
          <p:nvPr/>
        </p:nvSpPr>
        <p:spPr>
          <a:xfrm>
            <a:off x="6903720" y="2194560"/>
            <a:ext cx="4443480" cy="3520080"/>
          </a:xfrm>
          <a:prstGeom prst="roundRect">
            <a:avLst>
              <a:gd name="adj" fmla="val 4500"/>
            </a:avLst>
          </a:prstGeom>
          <a:solidFill>
            <a:srgbClr val="1B2A33"/>
          </a:solidFill>
          <a:ln>
            <a:no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54" name="Rounded Rectangle 19"/>
          <p:cNvSpPr/>
          <p:nvPr/>
        </p:nvSpPr>
        <p:spPr>
          <a:xfrm>
            <a:off x="6903720" y="2194560"/>
            <a:ext cx="4443480" cy="383760"/>
          </a:xfrm>
          <a:prstGeom prst="roundRect">
            <a:avLst>
              <a:gd name="adj" fmla="val 10000"/>
            </a:avLst>
          </a:prstGeom>
          <a:solidFill>
            <a:srgbClr val="142027"/>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55" name="Oval 20"/>
          <p:cNvSpPr/>
          <p:nvPr/>
        </p:nvSpPr>
        <p:spPr>
          <a:xfrm>
            <a:off x="7104960" y="2318040"/>
            <a:ext cx="136800" cy="136800"/>
          </a:xfrm>
          <a:prstGeom prst="ellipse">
            <a:avLst/>
          </a:prstGeom>
          <a:solidFill>
            <a:srgbClr val="F55F5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56" name="Oval 21"/>
          <p:cNvSpPr/>
          <p:nvPr/>
        </p:nvSpPr>
        <p:spPr>
          <a:xfrm>
            <a:off x="7342560" y="2318040"/>
            <a:ext cx="136800" cy="136800"/>
          </a:xfrm>
          <a:prstGeom prst="ellipse">
            <a:avLst/>
          </a:prstGeom>
          <a:solidFill>
            <a:srgbClr val="F5BD2E"/>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57" name="Oval 22"/>
          <p:cNvSpPr/>
          <p:nvPr/>
        </p:nvSpPr>
        <p:spPr>
          <a:xfrm>
            <a:off x="7580520" y="2318040"/>
            <a:ext cx="136800" cy="136800"/>
          </a:xfrm>
          <a:prstGeom prst="ellipse">
            <a:avLst/>
          </a:prstGeom>
          <a:solidFill>
            <a:srgbClr val="27C93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58" name="TextBox 23"/>
          <p:cNvSpPr/>
          <p:nvPr/>
        </p:nvSpPr>
        <p:spPr>
          <a:xfrm>
            <a:off x="8046720" y="2267640"/>
            <a:ext cx="3163320" cy="168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100" b="0" strike="noStrike" spc="-1">
                <a:solidFill>
                  <a:srgbClr val="7E8C94"/>
                </a:solidFill>
                <a:latin typeface="Consolas"/>
              </a:rPr>
              <a:t>get started</a:t>
            </a:r>
            <a:endParaRPr lang="en-US" sz="1100" b="0" strike="noStrike" spc="-1">
              <a:solidFill>
                <a:srgbClr val="000000"/>
              </a:solidFill>
              <a:latin typeface="Arial"/>
            </a:endParaRPr>
          </a:p>
        </p:txBody>
      </p:sp>
      <p:sp>
        <p:nvSpPr>
          <p:cNvPr id="159" name="TextBox 24"/>
          <p:cNvSpPr/>
          <p:nvPr/>
        </p:nvSpPr>
        <p:spPr>
          <a:xfrm>
            <a:off x="7455960" y="2706480"/>
            <a:ext cx="3338640" cy="224820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spcAft>
                <a:spcPts val="300"/>
              </a:spcAft>
            </a:pPr>
            <a:r>
              <a:rPr lang="en-US" sz="1250" b="0" strike="noStrike" spc="-1">
                <a:solidFill>
                  <a:srgbClr val="7E8C94"/>
                </a:solidFill>
                <a:latin typeface="Consolas"/>
              </a:rPr>
              <a:t># library</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dotnet add package </a:t>
            </a:r>
            <a:r>
              <a:rPr lang="en-US" sz="1250" b="0" strike="noStrike" spc="-1">
                <a:solidFill>
                  <a:srgbClr val="6FD0C8"/>
                </a:solidFill>
                <a:latin typeface="Consolas"/>
              </a:rPr>
              <a:t>Ignixa.SqlOnFhir</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7E8C94"/>
                </a:solidFill>
                <a:latin typeface="Consolas"/>
              </a:rPr>
              <a:t># cli (global tool)</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dotnet tool install -g \</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a:t>
            </a:r>
            <a:r>
              <a:rPr lang="en-US" sz="1250" b="0" strike="noStrike" spc="-1">
                <a:solidFill>
                  <a:srgbClr val="6FD0C8"/>
                </a:solidFill>
                <a:latin typeface="Consolas"/>
              </a:rPr>
              <a:t>Ignixa.SqlOnFhir.Cli</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7E8C94"/>
                </a:solidFill>
                <a:latin typeface="Consolas"/>
              </a:rPr>
              <a:t># run your first view</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ignixa-sqlonfhir </a:t>
            </a:r>
            <a:r>
              <a:rPr lang="en-US" sz="1250" b="0" strike="noStrike" spc="-1">
                <a:solidFill>
                  <a:srgbClr val="F29E4B"/>
                </a:solidFill>
                <a:latin typeface="Consolas"/>
              </a:rPr>
              <a:t>r4</a:t>
            </a:r>
            <a:r>
              <a:rPr lang="en-US" sz="1250" b="0" strike="noStrike" spc="-1">
                <a:solidFill>
                  <a:srgbClr val="E7ECEF"/>
                </a:solidFill>
                <a:latin typeface="Consolas"/>
              </a:rPr>
              <a:t> preview \</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--views </a:t>
            </a:r>
            <a:r>
              <a:rPr lang="en-US" sz="1250" b="0" strike="noStrike" spc="-1">
                <a:solidFill>
                  <a:srgbClr val="9FC9E8"/>
                </a:solidFill>
                <a:latin typeface="Consolas"/>
              </a:rPr>
              <a:t>patient-view.json</a:t>
            </a:r>
            <a:endParaRPr lang="en-US" sz="1250" b="0" strike="noStrike" spc="-1">
              <a:solidFill>
                <a:srgbClr val="000000"/>
              </a:solidFill>
              <a:latin typeface="Arial"/>
            </a:endParaRPr>
          </a:p>
        </p:txBody>
      </p:sp>
      <p:sp>
        <p:nvSpPr>
          <p:cNvPr id="2" name="Card4Bg">
            <a:extLst>
              <a:ext uri="{FF2B5EF4-FFF2-40B4-BE49-F238E27FC236}">
                <a16:creationId xmlns:a16="http://schemas.microsoft.com/office/drawing/2014/main" id="{3BFAB7BF-7E9B-4D92-B185-87C1B2ABDE94}"/>
              </a:ext>
            </a:extLst>
          </p:cNvPr>
          <p:cNvSpPr/>
          <p:nvPr/>
        </p:nvSpPr>
        <p:spPr>
          <a:xfrm>
            <a:off x="838200" y="4940300"/>
            <a:ext cx="5765800" cy="774700"/>
          </a:xfrm>
          <a:prstGeom prst="roundRect">
            <a:avLst/>
          </a:prstGeom>
          <a:solidFill>
            <a:srgbClr val="FFF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Card4Bar">
            <a:extLst>
              <a:ext uri="{FF2B5EF4-FFF2-40B4-BE49-F238E27FC236}">
                <a16:creationId xmlns:a16="http://schemas.microsoft.com/office/drawing/2014/main" id="{AC1D054E-B067-4967-9F9E-71FB089E95CA}"/>
              </a:ext>
            </a:extLst>
          </p:cNvPr>
          <p:cNvSpPr/>
          <p:nvPr/>
        </p:nvSpPr>
        <p:spPr>
          <a:xfrm>
            <a:off x="838200" y="4991100"/>
            <a:ext cx="63500" cy="673100"/>
          </a:xfrm>
          <a:prstGeom prst="rect">
            <a:avLst/>
          </a:prstGeom>
          <a:solidFill>
            <a:srgbClr val="0091B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Card4Title">
            <a:extLst>
              <a:ext uri="{FF2B5EF4-FFF2-40B4-BE49-F238E27FC236}">
                <a16:creationId xmlns:a16="http://schemas.microsoft.com/office/drawing/2014/main" id="{2F6704CD-3A04-4FDB-BE7A-4797508B48F5}"/>
              </a:ext>
            </a:extLst>
          </p:cNvPr>
          <p:cNvSpPr txBox="1"/>
          <p:nvPr/>
        </p:nvSpPr>
        <p:spPr>
          <a:xfrm>
            <a:off x="1892300" y="5054600"/>
            <a:ext cx="4572000" cy="254000"/>
          </a:xfrm>
          <a:prstGeom prst="rect">
            <a:avLst/>
          </a:prstGeom>
          <a:noFill/>
        </p:spPr>
        <p:txBody>
          <a:bodyPr vertOverflow="overflow" vert="horz" wrap="square" rtlCol="0" anchor="t">
            <a:spAutoFit/>
          </a:bodyPr>
          <a:lstStyle/>
          <a:p>
            <a:r>
              <a:rPr lang="en-US" sz="1700" b="1">
                <a:solidFill>
                  <a:srgbClr val="222A2E"/>
                </a:solidFill>
                <a:latin typeface="Calibri"/>
                <a:ea typeface="Calibri"/>
                <a:cs typeface="Calibri"/>
              </a:rPr>
              <a:t>Conformance-tested</a:t>
            </a:r>
          </a:p>
        </p:txBody>
      </p:sp>
      <p:sp>
        <p:nvSpPr>
          <p:cNvPr id="5" name="Card4Sub">
            <a:extLst>
              <a:ext uri="{FF2B5EF4-FFF2-40B4-BE49-F238E27FC236}">
                <a16:creationId xmlns:a16="http://schemas.microsoft.com/office/drawing/2014/main" id="{B9A51D7A-19FB-4A58-848E-F11CF0BC58D7}"/>
              </a:ext>
            </a:extLst>
          </p:cNvPr>
          <p:cNvSpPr txBox="1"/>
          <p:nvPr/>
        </p:nvSpPr>
        <p:spPr>
          <a:xfrm>
            <a:off x="1892300" y="5334000"/>
            <a:ext cx="4572000" cy="190500"/>
          </a:xfrm>
          <a:prstGeom prst="rect">
            <a:avLst/>
          </a:prstGeom>
          <a:noFill/>
        </p:spPr>
        <p:txBody>
          <a:bodyPr vertOverflow="overflow" vert="horz" wrap="square" rtlCol="0" anchor="t">
            <a:spAutoFit/>
          </a:bodyPr>
          <a:lstStyle/>
          <a:p>
            <a:r>
              <a:rPr lang="en-US" sz="1250">
                <a:solidFill>
                  <a:srgbClr val="444A4D"/>
                </a:solidFill>
                <a:latin typeface="Calibri"/>
                <a:ea typeface="Calibri"/>
                <a:cs typeface="Calibri"/>
              </a:rPr>
              <a:t>Passes the official SQL on FHIR v2 test suite.</a:t>
            </a:r>
          </a:p>
        </p:txBody>
      </p:sp>
      <p:pic>
        <p:nvPicPr>
          <p:cNvPr id="160" name="Graphic 160" descr="Conformance checkmark"/>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30300" y="5067300"/>
            <a:ext cx="508000" cy="508000"/>
          </a:xfrm>
          <a:prstGeom prst="rect">
            <a:avLst/>
          </a:prstGeom>
        </p:spPr>
      </p:pic>
    </p:spTree>
    <p:extLst>
      <p:ext uri="{BB962C8B-B14F-4D97-AF65-F5344CB8AC3E}">
        <p14:creationId xmlns:p14="http://schemas.microsoft.com/office/powerpoint/2010/main" val="37867431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dirty="0">
                <a:solidFill>
                  <a:srgbClr val="0091B9"/>
                </a:solidFill>
                <a:latin typeface="Calibri"/>
                <a:ea typeface="Calibri"/>
              </a:rPr>
              <a:t>Fast enough for $export pipelines</a:t>
            </a:r>
            <a:endParaRPr lang="en-US" sz="3600" b="0" strike="noStrike" spc="-1" dirty="0">
              <a:solidFill>
                <a:schemeClr val="dk1"/>
              </a:solidFill>
              <a:latin typeface="Calibri"/>
            </a:endParaRPr>
          </a:p>
        </p:txBody>
      </p:sp>
      <p:sp>
        <p:nvSpPr>
          <p:cNvPr id="175"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dirty="0" err="1">
                <a:solidFill>
                  <a:srgbClr val="F26B21"/>
                </a:solidFill>
                <a:latin typeface="Calibri"/>
              </a:rPr>
              <a:t>FHIRPath</a:t>
            </a:r>
            <a:r>
              <a:rPr lang="en-US" sz="1200" b="1" strike="noStrike" spc="-1" dirty="0">
                <a:solidFill>
                  <a:srgbClr val="F26B21"/>
                </a:solidFill>
                <a:latin typeface="Calibri"/>
              </a:rPr>
              <a:t> PERFORMANCE</a:t>
            </a:r>
            <a:endParaRPr lang="en-US" sz="1200" b="0" strike="noStrike" spc="-1" dirty="0">
              <a:solidFill>
                <a:srgbClr val="000000"/>
              </a:solidFill>
              <a:latin typeface="Arial"/>
            </a:endParaRPr>
          </a:p>
        </p:txBody>
      </p:sp>
      <p:sp>
        <p:nvSpPr>
          <p:cNvPr id="176" name="TextBox 3"/>
          <p:cNvSpPr/>
          <p:nvPr/>
        </p:nvSpPr>
        <p:spPr>
          <a:xfrm>
            <a:off x="838200" y="1905000"/>
            <a:ext cx="10515600" cy="508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5000"/>
              </a:lnSpc>
              <a:spcAft>
                <a:spcPts val="400"/>
              </a:spcAft>
            </a:pPr>
            <a:r>
              <a:rPr lang="en-US" sz="1600" strike="noStrike" spc="-1">
                <a:solidFill>
                  <a:srgbClr val="444A4D"/>
                </a:solidFill>
                <a:latin typeface="Calibri"/>
                <a:ea typeface="Calibri"/>
                <a:cs typeface="Calibri"/>
              </a:rPr>
              <a:t>Not a wrapper — a ground-up, visitor-pattern engine with optimization passes at parse time and fast paths at run time.</a:t>
            </a:r>
            <a:endParaRPr lang="en-US" sz="1600" strike="noStrike" spc="-1" dirty="0">
              <a:solidFill>
                <a:srgbClr val="444A4D"/>
              </a:solidFill>
              <a:latin typeface="Calibri"/>
              <a:ea typeface="Calibri"/>
              <a:cs typeface="Calibri"/>
            </a:endParaRPr>
          </a:p>
        </p:txBody>
      </p:sp>
      <p:sp>
        <p:nvSpPr>
          <p:cNvPr id="4" name="EngCardBg">
            <a:extLst>
              <a:ext uri="{FF2B5EF4-FFF2-40B4-BE49-F238E27FC236}">
                <a16:creationId xmlns:a16="http://schemas.microsoft.com/office/drawing/2014/main" id="{FC2AB505-1597-4874-82CA-2B438129ED7B}"/>
              </a:ext>
            </a:extLst>
          </p:cNvPr>
          <p:cNvSpPr/>
          <p:nvPr/>
        </p:nvSpPr>
        <p:spPr>
          <a:xfrm>
            <a:off x="838200" y="2603500"/>
            <a:ext cx="5067300" cy="3048000"/>
          </a:xfrm>
          <a:prstGeom prst="roundRect">
            <a:avLst>
              <a:gd name="adj" fmla="val 2600"/>
            </a:avLst>
          </a:prstGeom>
          <a:solidFill>
            <a:srgbClr val="FFFFFF"/>
          </a:solidFill>
          <a:ln w="9525" cap="flat" cmpd="sng" algn="ctr">
            <a:solidFill>
              <a:srgbClr val="D7DDE1"/>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EngCardBar">
            <a:extLst>
              <a:ext uri="{FF2B5EF4-FFF2-40B4-BE49-F238E27FC236}">
                <a16:creationId xmlns:a16="http://schemas.microsoft.com/office/drawing/2014/main" id="{5DD8F997-BA67-48A7-B83E-0A3F924BD407}"/>
              </a:ext>
            </a:extLst>
          </p:cNvPr>
          <p:cNvSpPr/>
          <p:nvPr/>
        </p:nvSpPr>
        <p:spPr>
          <a:xfrm>
            <a:off x="838200" y="2654300"/>
            <a:ext cx="63500" cy="2946400"/>
          </a:xfrm>
          <a:prstGeom prst="rect">
            <a:avLst/>
          </a:prstGeom>
          <a:solidFill>
            <a:srgbClr val="F5A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EngCardTitle">
            <a:extLst>
              <a:ext uri="{FF2B5EF4-FFF2-40B4-BE49-F238E27FC236}">
                <a16:creationId xmlns:a16="http://schemas.microsoft.com/office/drawing/2014/main" id="{E3B4DDFA-AAF8-4513-BACE-902F0A019BBE}"/>
              </a:ext>
            </a:extLst>
          </p:cNvPr>
          <p:cNvSpPr txBox="1"/>
          <p:nvPr/>
        </p:nvSpPr>
        <p:spPr>
          <a:xfrm>
            <a:off x="1117600" y="3721100"/>
            <a:ext cx="4572000" cy="228600"/>
          </a:xfrm>
          <a:prstGeom prst="rect">
            <a:avLst/>
          </a:prstGeom>
          <a:noFill/>
        </p:spPr>
        <p:txBody>
          <a:bodyPr vertOverflow="overflow" vert="horz" wrap="square" rtlCol="0" anchor="t">
            <a:spAutoFit/>
          </a:bodyPr>
          <a:lstStyle/>
          <a:p>
            <a:r>
              <a:rPr lang="en-US" sz="1600" b="1" dirty="0">
                <a:solidFill>
                  <a:srgbClr val="222A2E"/>
                </a:solidFill>
                <a:latin typeface="Consolas"/>
              </a:rPr>
              <a:t>Compile time</a:t>
            </a:r>
          </a:p>
        </p:txBody>
      </p:sp>
      <p:sp>
        <p:nvSpPr>
          <p:cNvPr id="7" name="EngCardBody">
            <a:extLst>
              <a:ext uri="{FF2B5EF4-FFF2-40B4-BE49-F238E27FC236}">
                <a16:creationId xmlns:a16="http://schemas.microsoft.com/office/drawing/2014/main" id="{AE4D13ED-5125-4378-88F3-BFEBEA7F20D1}"/>
              </a:ext>
            </a:extLst>
          </p:cNvPr>
          <p:cNvSpPr txBox="1"/>
          <p:nvPr/>
        </p:nvSpPr>
        <p:spPr>
          <a:xfrm>
            <a:off x="1117600" y="4152900"/>
            <a:ext cx="4572000" cy="1356910"/>
          </a:xfrm>
          <a:prstGeom prst="rect">
            <a:avLst/>
          </a:prstGeom>
          <a:noFill/>
        </p:spPr>
        <p:txBody>
          <a:bodyPr vertOverflow="overflow" vert="horz" wrap="square" rtlCol="0" anchor="t">
            <a:spAutoFit/>
          </a:bodyPr>
          <a:lstStyle/>
          <a:p>
            <a:pPr marL="228600" indent="-228600" algn="l">
              <a:lnSpc>
                <a:spcPct val="118000"/>
              </a:lnSpc>
              <a:spcAft>
                <a:spcPts val="500"/>
              </a:spcAft>
              <a:buClr>
                <a:srgbClr val="F5A800"/>
              </a:buClr>
              <a:buFont typeface="Arial"/>
              <a:buChar char="•"/>
            </a:pPr>
            <a:r>
              <a:rPr lang="en-US" sz="1500" b="1" dirty="0">
                <a:solidFill>
                  <a:srgbClr val="222A2E"/>
                </a:solidFill>
                <a:latin typeface="Calibri"/>
              </a:rPr>
              <a:t>Constant folding</a:t>
            </a:r>
          </a:p>
          <a:p>
            <a:pPr marL="228600" indent="-228600" algn="l">
              <a:lnSpc>
                <a:spcPct val="118000"/>
              </a:lnSpc>
              <a:spcAft>
                <a:spcPts val="500"/>
              </a:spcAft>
              <a:buClr>
                <a:srgbClr val="F5A800"/>
              </a:buClr>
              <a:buFont typeface="Arial"/>
              <a:buChar char="•"/>
            </a:pPr>
            <a:r>
              <a:rPr lang="en-US" sz="1500" b="1" dirty="0">
                <a:solidFill>
                  <a:srgbClr val="222A2E"/>
                </a:solidFill>
                <a:latin typeface="Calibri"/>
              </a:rPr>
              <a:t>Short-circuit evaluation</a:t>
            </a:r>
          </a:p>
          <a:p>
            <a:pPr marL="228600" indent="-228600" algn="l">
              <a:lnSpc>
                <a:spcPct val="118000"/>
              </a:lnSpc>
              <a:spcAft>
                <a:spcPts val="500"/>
              </a:spcAft>
              <a:buClr>
                <a:srgbClr val="F5A800"/>
              </a:buClr>
              <a:buFont typeface="Arial"/>
              <a:buChar char="•"/>
            </a:pPr>
            <a:r>
              <a:rPr lang="en-US" sz="1500" b="1" dirty="0">
                <a:solidFill>
                  <a:srgbClr val="222A2E"/>
                </a:solidFill>
                <a:latin typeface="Calibri"/>
              </a:rPr>
              <a:t>Algebraic simplification</a:t>
            </a:r>
          </a:p>
          <a:p>
            <a:pPr marL="228600" indent="-228600" algn="l">
              <a:lnSpc>
                <a:spcPct val="118000"/>
              </a:lnSpc>
              <a:spcAft>
                <a:spcPts val="500"/>
              </a:spcAft>
              <a:buClr>
                <a:srgbClr val="F5A800"/>
              </a:buClr>
              <a:buFont typeface="Arial"/>
              <a:buChar char="•"/>
            </a:pPr>
            <a:r>
              <a:rPr lang="en-US" sz="1500" b="1" dirty="0">
                <a:solidFill>
                  <a:srgbClr val="222A2E"/>
                </a:solidFill>
                <a:latin typeface="Calibri"/>
              </a:rPr>
              <a:t>Static type-checking</a:t>
            </a:r>
          </a:p>
        </p:txBody>
      </p:sp>
      <p:sp>
        <p:nvSpPr>
          <p:cNvPr id="8" name="EngCardBg">
            <a:extLst>
              <a:ext uri="{FF2B5EF4-FFF2-40B4-BE49-F238E27FC236}">
                <a16:creationId xmlns:a16="http://schemas.microsoft.com/office/drawing/2014/main" id="{A8A65F3A-0A58-4462-A813-A1929B48ED0D}"/>
              </a:ext>
            </a:extLst>
          </p:cNvPr>
          <p:cNvSpPr/>
          <p:nvPr/>
        </p:nvSpPr>
        <p:spPr>
          <a:xfrm>
            <a:off x="6273800" y="2603500"/>
            <a:ext cx="5067300" cy="3048000"/>
          </a:xfrm>
          <a:prstGeom prst="roundRect">
            <a:avLst>
              <a:gd name="adj" fmla="val 2600"/>
            </a:avLst>
          </a:prstGeom>
          <a:solidFill>
            <a:srgbClr val="FFFFFF"/>
          </a:solidFill>
          <a:ln w="9525" cap="flat" cmpd="sng" algn="ctr">
            <a:solidFill>
              <a:srgbClr val="D7DDE1"/>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ngCardBar">
            <a:extLst>
              <a:ext uri="{FF2B5EF4-FFF2-40B4-BE49-F238E27FC236}">
                <a16:creationId xmlns:a16="http://schemas.microsoft.com/office/drawing/2014/main" id="{1C016856-2F65-4AC2-B390-D75D6A473646}"/>
              </a:ext>
            </a:extLst>
          </p:cNvPr>
          <p:cNvSpPr/>
          <p:nvPr/>
        </p:nvSpPr>
        <p:spPr>
          <a:xfrm>
            <a:off x="6273800" y="2654300"/>
            <a:ext cx="63500" cy="2946400"/>
          </a:xfrm>
          <a:prstGeom prst="rect">
            <a:avLst/>
          </a:prstGeom>
          <a:solidFill>
            <a:srgbClr val="F5A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EngCardTitle">
            <a:extLst>
              <a:ext uri="{FF2B5EF4-FFF2-40B4-BE49-F238E27FC236}">
                <a16:creationId xmlns:a16="http://schemas.microsoft.com/office/drawing/2014/main" id="{FDD41CA1-7F41-4D67-8D9A-2E688B544ED0}"/>
              </a:ext>
            </a:extLst>
          </p:cNvPr>
          <p:cNvSpPr txBox="1"/>
          <p:nvPr/>
        </p:nvSpPr>
        <p:spPr>
          <a:xfrm>
            <a:off x="6553200" y="3721100"/>
            <a:ext cx="4572000" cy="228600"/>
          </a:xfrm>
          <a:prstGeom prst="rect">
            <a:avLst/>
          </a:prstGeom>
          <a:noFill/>
        </p:spPr>
        <p:txBody>
          <a:bodyPr vertOverflow="overflow" vert="horz" wrap="square" rtlCol="0" anchor="t">
            <a:spAutoFit/>
          </a:bodyPr>
          <a:lstStyle/>
          <a:p>
            <a:r>
              <a:rPr lang="en-US" sz="1600" b="1">
                <a:solidFill>
                  <a:srgbClr val="222A2E"/>
                </a:solidFill>
                <a:latin typeface="Consolas"/>
              </a:rPr>
              <a:t>Run time</a:t>
            </a:r>
          </a:p>
        </p:txBody>
      </p:sp>
      <p:sp>
        <p:nvSpPr>
          <p:cNvPr id="11" name="EngCardBody">
            <a:extLst>
              <a:ext uri="{FF2B5EF4-FFF2-40B4-BE49-F238E27FC236}">
                <a16:creationId xmlns:a16="http://schemas.microsoft.com/office/drawing/2014/main" id="{15F8CA50-BAA5-4527-833D-DD106CD63F2D}"/>
              </a:ext>
            </a:extLst>
          </p:cNvPr>
          <p:cNvSpPr txBox="1"/>
          <p:nvPr/>
        </p:nvSpPr>
        <p:spPr>
          <a:xfrm>
            <a:off x="6553200" y="4152900"/>
            <a:ext cx="4572000" cy="1020408"/>
          </a:xfrm>
          <a:prstGeom prst="rect">
            <a:avLst/>
          </a:prstGeom>
          <a:noFill/>
        </p:spPr>
        <p:txBody>
          <a:bodyPr vertOverflow="overflow" vert="horz" wrap="square" rtlCol="0" anchor="t">
            <a:spAutoFit/>
          </a:bodyPr>
          <a:lstStyle/>
          <a:p>
            <a:pPr marL="228600" indent="-228600" algn="l">
              <a:lnSpc>
                <a:spcPct val="118000"/>
              </a:lnSpc>
              <a:spcAft>
                <a:spcPts val="500"/>
              </a:spcAft>
              <a:buClr>
                <a:srgbClr val="F5A800"/>
              </a:buClr>
              <a:buFont typeface="Arial"/>
              <a:buChar char="•"/>
            </a:pPr>
            <a:r>
              <a:rPr lang="en-US" sz="1500" b="1" dirty="0">
                <a:solidFill>
                  <a:srgbClr val="222A2E"/>
                </a:solidFill>
                <a:latin typeface="Calibri"/>
              </a:rPr>
              <a:t>Cached compiled delegates</a:t>
            </a:r>
          </a:p>
          <a:p>
            <a:pPr marL="228600" indent="-228600" algn="l">
              <a:lnSpc>
                <a:spcPct val="118000"/>
              </a:lnSpc>
              <a:spcAft>
                <a:spcPts val="500"/>
              </a:spcAft>
              <a:buClr>
                <a:srgbClr val="F5A800"/>
              </a:buClr>
              <a:buFont typeface="Arial"/>
              <a:buChar char="•"/>
            </a:pPr>
            <a:r>
              <a:rPr lang="en-US" sz="1500" b="1" dirty="0">
                <a:solidFill>
                  <a:srgbClr val="222A2E"/>
                </a:solidFill>
                <a:latin typeface="Calibri"/>
              </a:rPr>
              <a:t>Allocation-free fast paths</a:t>
            </a:r>
          </a:p>
          <a:p>
            <a:pPr marL="228600" indent="-228600" algn="l">
              <a:lnSpc>
                <a:spcPct val="118000"/>
              </a:lnSpc>
              <a:spcAft>
                <a:spcPts val="500"/>
              </a:spcAft>
              <a:buClr>
                <a:srgbClr val="F5A800"/>
              </a:buClr>
              <a:buFont typeface="Arial"/>
              <a:buChar char="•"/>
            </a:pPr>
            <a:r>
              <a:rPr lang="en-US" sz="1500" b="1" dirty="0">
                <a:solidFill>
                  <a:srgbClr val="222A2E"/>
                </a:solidFill>
                <a:latin typeface="Calibri"/>
              </a:rPr>
              <a:t>Automatic interpreter fallback</a:t>
            </a:r>
          </a:p>
        </p:txBody>
      </p:sp>
      <p:sp>
        <p:nvSpPr>
          <p:cNvPr id="12" name="EngCaption">
            <a:extLst>
              <a:ext uri="{FF2B5EF4-FFF2-40B4-BE49-F238E27FC236}">
                <a16:creationId xmlns:a16="http://schemas.microsoft.com/office/drawing/2014/main" id="{F0B96C32-CB55-4957-9473-0EFA089F207C}"/>
              </a:ext>
            </a:extLst>
          </p:cNvPr>
          <p:cNvSpPr txBox="1"/>
          <p:nvPr/>
        </p:nvSpPr>
        <p:spPr>
          <a:xfrm>
            <a:off x="838200" y="5842000"/>
            <a:ext cx="10515600" cy="254000"/>
          </a:xfrm>
          <a:prstGeom prst="rect">
            <a:avLst/>
          </a:prstGeom>
          <a:noFill/>
        </p:spPr>
        <p:txBody>
          <a:bodyPr vertOverflow="overflow" vert="horz" wrap="square" rtlCol="0" anchor="t">
            <a:spAutoFit/>
          </a:bodyPr>
          <a:lstStyle/>
          <a:p>
            <a:r>
              <a:rPr lang="en-US" sz="1200" dirty="0">
                <a:solidFill>
                  <a:srgbClr val="006E8C"/>
                </a:solidFill>
                <a:latin typeface="Calibri"/>
                <a:ea typeface="Calibri"/>
                <a:cs typeface="Calibri"/>
              </a:rPr>
              <a:t>One AST, many visitors — the optimizer, analyzer, and delegate compiler are all just visitors.</a:t>
            </a:r>
          </a:p>
        </p:txBody>
      </p:sp>
      <p:pic>
        <p:nvPicPr>
          <p:cNvPr id="177" name="Graphic 177" descr="Compile-time optimization ic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43000" y="2933700"/>
            <a:ext cx="584200" cy="584200"/>
          </a:xfrm>
          <a:prstGeom prst="rect">
            <a:avLst/>
          </a:prstGeom>
        </p:spPr>
      </p:pic>
      <p:pic>
        <p:nvPicPr>
          <p:cNvPr id="178" name="Graphic 178" descr="Run-time speed ic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78600" y="2933700"/>
            <a:ext cx="584200" cy="584200"/>
          </a:xfrm>
          <a:prstGeom prst="rect">
            <a:avLst/>
          </a:prstGeom>
        </p:spPr>
      </p:pic>
    </p:spTree>
    <p:extLst>
      <p:ext uri="{BB962C8B-B14F-4D97-AF65-F5344CB8AC3E}">
        <p14:creationId xmlns:p14="http://schemas.microsoft.com/office/powerpoint/2010/main" val="28176970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Modular. Pick what you need.</a:t>
            </a:r>
            <a:endParaRPr lang="en-US" sz="3600" b="0" strike="noStrike" spc="-1">
              <a:solidFill>
                <a:schemeClr val="dk1"/>
              </a:solidFill>
              <a:latin typeface="Calibri"/>
            </a:endParaRPr>
          </a:p>
        </p:txBody>
      </p:sp>
      <p:sp>
        <p:nvSpPr>
          <p:cNvPr id="184"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PACKAGE ANATOMY</a:t>
            </a:r>
            <a:endParaRPr lang="en-US" sz="1200" b="0" strike="noStrike" spc="-1">
              <a:solidFill>
                <a:srgbClr val="000000"/>
              </a:solidFill>
              <a:latin typeface="Arial"/>
            </a:endParaRPr>
          </a:p>
        </p:txBody>
      </p:sp>
      <p:sp>
        <p:nvSpPr>
          <p:cNvPr id="185" name="Rounded Rectangle 3"/>
          <p:cNvSpPr/>
          <p:nvPr/>
        </p:nvSpPr>
        <p:spPr>
          <a:xfrm>
            <a:off x="3351240" y="2240280"/>
            <a:ext cx="5486040" cy="840960"/>
          </a:xfrm>
          <a:prstGeom prst="roundRect">
            <a:avLst>
              <a:gd name="adj" fmla="val 7000"/>
            </a:avLst>
          </a:prstGeom>
          <a:solidFill>
            <a:srgbClr val="FFFFFF"/>
          </a:solidFill>
          <a:ln w="19050">
            <a:solidFill>
              <a:srgbClr val="808A90"/>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86" name="TextBox 4"/>
          <p:cNvSpPr/>
          <p:nvPr/>
        </p:nvSpPr>
        <p:spPr>
          <a:xfrm>
            <a:off x="3579840" y="2359080"/>
            <a:ext cx="5028840" cy="221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450" b="1" strike="noStrike" spc="-1">
                <a:solidFill>
                  <a:srgbClr val="808A90"/>
                </a:solidFill>
                <a:latin typeface="Consolas"/>
              </a:rPr>
              <a:t>Ignixa.Abstractions</a:t>
            </a:r>
            <a:endParaRPr lang="en-US" sz="1450" b="0" strike="noStrike" spc="-1">
              <a:solidFill>
                <a:srgbClr val="000000"/>
              </a:solidFill>
              <a:latin typeface="Arial"/>
            </a:endParaRPr>
          </a:p>
        </p:txBody>
      </p:sp>
      <p:sp>
        <p:nvSpPr>
          <p:cNvPr id="187" name="TextBox 5"/>
          <p:cNvSpPr/>
          <p:nvPr/>
        </p:nvSpPr>
        <p:spPr>
          <a:xfrm>
            <a:off x="3579840" y="2697480"/>
            <a:ext cx="5028840" cy="175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150" b="0" strike="noStrike" spc="-1">
                <a:solidFill>
                  <a:srgbClr val="444A4D"/>
                </a:solidFill>
                <a:latin typeface="Calibri"/>
              </a:rPr>
              <a:t>IElement, ISourceNavigator — no dependencies</a:t>
            </a:r>
            <a:endParaRPr lang="en-US" sz="1150" b="0" strike="noStrike" spc="-1">
              <a:solidFill>
                <a:srgbClr val="000000"/>
              </a:solidFill>
              <a:latin typeface="Arial"/>
            </a:endParaRPr>
          </a:p>
        </p:txBody>
      </p:sp>
      <p:sp>
        <p:nvSpPr>
          <p:cNvPr id="188" name="Down Arrow 6"/>
          <p:cNvSpPr/>
          <p:nvPr/>
        </p:nvSpPr>
        <p:spPr>
          <a:xfrm>
            <a:off x="6003000" y="3099960"/>
            <a:ext cx="182520" cy="173520"/>
          </a:xfrm>
          <a:prstGeom prst="downArrow">
            <a:avLst>
              <a:gd name="adj1" fmla="val 50000"/>
              <a:gd name="adj2" fmla="val 50000"/>
            </a:avLst>
          </a:prstGeom>
          <a:solidFill>
            <a:srgbClr val="808A90"/>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89" name="Rounded Rectangle 7"/>
          <p:cNvSpPr/>
          <p:nvPr/>
        </p:nvSpPr>
        <p:spPr>
          <a:xfrm>
            <a:off x="1705320" y="3282840"/>
            <a:ext cx="8777880" cy="840960"/>
          </a:xfrm>
          <a:prstGeom prst="roundRect">
            <a:avLst>
              <a:gd name="adj" fmla="val 7000"/>
            </a:avLst>
          </a:prstGeom>
          <a:solidFill>
            <a:srgbClr val="FFFFFF"/>
          </a:solidFill>
          <a:ln w="19050">
            <a:solidFill>
              <a:srgbClr val="0091B9"/>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90" name="TextBox 8"/>
          <p:cNvSpPr/>
          <p:nvPr/>
        </p:nvSpPr>
        <p:spPr>
          <a:xfrm>
            <a:off x="1933920" y="3401640"/>
            <a:ext cx="8320680" cy="221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450" b="1" strike="noStrike" spc="-1">
                <a:solidFill>
                  <a:srgbClr val="0091B9"/>
                </a:solidFill>
                <a:latin typeface="Consolas"/>
              </a:rPr>
              <a:t>Ignixa.Serialization  ·  Ignixa.Specification  ·  Ignixa.FhirPath</a:t>
            </a:r>
            <a:endParaRPr lang="en-US" sz="1450" b="0" strike="noStrike" spc="-1">
              <a:solidFill>
                <a:srgbClr val="000000"/>
              </a:solidFill>
              <a:latin typeface="Arial"/>
            </a:endParaRPr>
          </a:p>
        </p:txBody>
      </p:sp>
      <p:sp>
        <p:nvSpPr>
          <p:cNvPr id="191" name="TextBox 9"/>
          <p:cNvSpPr/>
          <p:nvPr/>
        </p:nvSpPr>
        <p:spPr>
          <a:xfrm>
            <a:off x="1933920" y="3740040"/>
            <a:ext cx="8320680" cy="175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150" b="0" strike="noStrike" spc="-1">
                <a:solidFill>
                  <a:srgbClr val="444A4D"/>
                </a:solidFill>
                <a:latin typeface="Calibri"/>
              </a:rPr>
              <a:t>JSON → navigator · version-aware schema · compiled FHIRPath</a:t>
            </a:r>
            <a:endParaRPr lang="en-US" sz="1150" b="0" strike="noStrike" spc="-1">
              <a:solidFill>
                <a:srgbClr val="000000"/>
              </a:solidFill>
              <a:latin typeface="Arial"/>
            </a:endParaRPr>
          </a:p>
        </p:txBody>
      </p:sp>
      <p:sp>
        <p:nvSpPr>
          <p:cNvPr id="192" name="Down Arrow 10"/>
          <p:cNvSpPr/>
          <p:nvPr/>
        </p:nvSpPr>
        <p:spPr>
          <a:xfrm>
            <a:off x="6003000" y="4142160"/>
            <a:ext cx="182520" cy="173520"/>
          </a:xfrm>
          <a:prstGeom prst="downArrow">
            <a:avLst>
              <a:gd name="adj1" fmla="val 50000"/>
              <a:gd name="adj2" fmla="val 50000"/>
            </a:avLst>
          </a:prstGeom>
          <a:solidFill>
            <a:srgbClr val="808A90"/>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93" name="Rounded Rectangle 11"/>
          <p:cNvSpPr/>
          <p:nvPr/>
        </p:nvSpPr>
        <p:spPr>
          <a:xfrm>
            <a:off x="1705320" y="4325040"/>
            <a:ext cx="8777880" cy="840960"/>
          </a:xfrm>
          <a:prstGeom prst="roundRect">
            <a:avLst>
              <a:gd name="adj" fmla="val 7000"/>
            </a:avLst>
          </a:prstGeom>
          <a:solidFill>
            <a:srgbClr val="FFFFFF"/>
          </a:solidFill>
          <a:ln w="19050">
            <a:solidFill>
              <a:srgbClr val="006E8C"/>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94" name="TextBox 12"/>
          <p:cNvSpPr/>
          <p:nvPr/>
        </p:nvSpPr>
        <p:spPr>
          <a:xfrm>
            <a:off x="1933920" y="4443840"/>
            <a:ext cx="8320680" cy="221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450" b="1" strike="noStrike" spc="-1">
                <a:solidFill>
                  <a:srgbClr val="006E8C"/>
                </a:solidFill>
                <a:latin typeface="Consolas"/>
              </a:rPr>
              <a:t>Ignixa.SqlOnFhir  ·  Ignixa.SqlOnFhir.Writers</a:t>
            </a:r>
            <a:endParaRPr lang="en-US" sz="1450" b="0" strike="noStrike" spc="-1">
              <a:solidFill>
                <a:srgbClr val="000000"/>
              </a:solidFill>
              <a:latin typeface="Arial"/>
            </a:endParaRPr>
          </a:p>
        </p:txBody>
      </p:sp>
      <p:sp>
        <p:nvSpPr>
          <p:cNvPr id="195" name="TextBox 13"/>
          <p:cNvSpPr/>
          <p:nvPr/>
        </p:nvSpPr>
        <p:spPr>
          <a:xfrm>
            <a:off x="1933920" y="4782240"/>
            <a:ext cx="8320680" cy="175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150" b="0" strike="noStrike" spc="-1">
                <a:solidFill>
                  <a:srgbClr val="444A4D"/>
                </a:solidFill>
                <a:latin typeface="Calibri"/>
              </a:rPr>
              <a:t>ViewDefinition parser + row evaluator · Parquet / CSV / NDJSON</a:t>
            </a:r>
            <a:endParaRPr lang="en-US" sz="1150" b="0" strike="noStrike" spc="-1">
              <a:solidFill>
                <a:srgbClr val="000000"/>
              </a:solidFill>
              <a:latin typeface="Arial"/>
            </a:endParaRPr>
          </a:p>
        </p:txBody>
      </p:sp>
      <p:sp>
        <p:nvSpPr>
          <p:cNvPr id="196" name="Down Arrow 14"/>
          <p:cNvSpPr/>
          <p:nvPr/>
        </p:nvSpPr>
        <p:spPr>
          <a:xfrm>
            <a:off x="6003000" y="5184720"/>
            <a:ext cx="182520" cy="173520"/>
          </a:xfrm>
          <a:prstGeom prst="downArrow">
            <a:avLst>
              <a:gd name="adj1" fmla="val 50000"/>
              <a:gd name="adj2" fmla="val 50000"/>
            </a:avLst>
          </a:prstGeom>
          <a:solidFill>
            <a:srgbClr val="808A90"/>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97" name="Rounded Rectangle 15"/>
          <p:cNvSpPr/>
          <p:nvPr/>
        </p:nvSpPr>
        <p:spPr>
          <a:xfrm>
            <a:off x="3625560" y="5367600"/>
            <a:ext cx="4937400" cy="840960"/>
          </a:xfrm>
          <a:prstGeom prst="roundRect">
            <a:avLst>
              <a:gd name="adj" fmla="val 7000"/>
            </a:avLst>
          </a:prstGeom>
          <a:solidFill>
            <a:srgbClr val="FFFFFF"/>
          </a:solidFill>
          <a:ln w="19050">
            <a:solidFill>
              <a:srgbClr val="F26B2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98" name="TextBox 16"/>
          <p:cNvSpPr/>
          <p:nvPr/>
        </p:nvSpPr>
        <p:spPr>
          <a:xfrm>
            <a:off x="3854160" y="5486400"/>
            <a:ext cx="4480200" cy="221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450" b="1" strike="noStrike" spc="-1">
                <a:solidFill>
                  <a:srgbClr val="F26B21"/>
                </a:solidFill>
                <a:latin typeface="Consolas"/>
              </a:rPr>
              <a:t>Ignixa.SqlOnFhir.Cli</a:t>
            </a:r>
            <a:endParaRPr lang="en-US" sz="1450" b="0" strike="noStrike" spc="-1">
              <a:solidFill>
                <a:srgbClr val="000000"/>
              </a:solidFill>
              <a:latin typeface="Arial"/>
            </a:endParaRPr>
          </a:p>
        </p:txBody>
      </p:sp>
      <p:sp>
        <p:nvSpPr>
          <p:cNvPr id="199" name="TextBox 17"/>
          <p:cNvSpPr/>
          <p:nvPr/>
        </p:nvSpPr>
        <p:spPr>
          <a:xfrm>
            <a:off x="3854160" y="5824800"/>
            <a:ext cx="4480200" cy="175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150" b="0" strike="noStrike" spc="-1">
                <a:solidFill>
                  <a:srgbClr val="444A4D"/>
                </a:solidFill>
                <a:latin typeface="Calibri"/>
              </a:rPr>
              <a:t>dotnet global tool  (ignixa-sqlonfhir)</a:t>
            </a:r>
            <a:endParaRPr lang="en-US" sz="1150" b="0" strike="noStrike" spc="-1">
              <a:solidFill>
                <a:srgbClr val="000000"/>
              </a:solidFill>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Parse → Evaluate → Write</a:t>
            </a:r>
            <a:endParaRPr lang="en-US" sz="3600" b="0" strike="noStrike" spc="-1">
              <a:solidFill>
                <a:schemeClr val="dk1"/>
              </a:solidFill>
              <a:latin typeface="Calibri"/>
            </a:endParaRPr>
          </a:p>
        </p:txBody>
      </p:sp>
      <p:sp>
        <p:nvSpPr>
          <p:cNvPr id="209"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THREE STAGES. CLEAN SEPARATION.</a:t>
            </a:r>
            <a:endParaRPr lang="en-US" sz="1200" b="0" strike="noStrike" spc="-1">
              <a:solidFill>
                <a:srgbClr val="000000"/>
              </a:solidFill>
              <a:latin typeface="Arial"/>
            </a:endParaRPr>
          </a:p>
        </p:txBody>
      </p:sp>
      <p:sp>
        <p:nvSpPr>
          <p:cNvPr id="210" name="Rounded Rectangle 3"/>
          <p:cNvSpPr/>
          <p:nvPr/>
        </p:nvSpPr>
        <p:spPr>
          <a:xfrm>
            <a:off x="841320" y="2240280"/>
            <a:ext cx="3318840" cy="3611520"/>
          </a:xfrm>
          <a:prstGeom prst="roundRect">
            <a:avLst>
              <a:gd name="adj" fmla="val 5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11" name="Rectangle 4"/>
          <p:cNvSpPr/>
          <p:nvPr/>
        </p:nvSpPr>
        <p:spPr>
          <a:xfrm>
            <a:off x="841320" y="2240280"/>
            <a:ext cx="3318840" cy="8208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37440" rIns="90000" bIns="37440" anchor="ctr">
            <a:noAutofit/>
          </a:bodyPr>
          <a:lstStyle/>
          <a:p>
            <a:pPr algn="ctr" defTabSz="914400">
              <a:lnSpc>
                <a:spcPct val="100000"/>
              </a:lnSpc>
            </a:pPr>
            <a:endParaRPr lang="en-US" sz="1800" b="0" strike="noStrike" spc="-1">
              <a:solidFill>
                <a:schemeClr val="lt1"/>
              </a:solidFill>
              <a:latin typeface="Calibri"/>
            </a:endParaRPr>
          </a:p>
        </p:txBody>
      </p:sp>
      <p:pic>
        <p:nvPicPr>
          <p:cNvPr id="212" name="Picture 5" descr="parse.png"/>
          <p:cNvPicPr/>
          <p:nvPr/>
        </p:nvPicPr>
        <p:blipFill>
          <a:blip r:embed="rId3"/>
          <a:stretch/>
        </p:blipFill>
        <p:spPr>
          <a:xfrm>
            <a:off x="1097280" y="2514600"/>
            <a:ext cx="511560" cy="511560"/>
          </a:xfrm>
          <a:prstGeom prst="rect">
            <a:avLst/>
          </a:prstGeom>
          <a:ln w="0">
            <a:noFill/>
          </a:ln>
        </p:spPr>
      </p:pic>
      <p:sp>
        <p:nvSpPr>
          <p:cNvPr id="213" name="TextBox 6"/>
          <p:cNvSpPr/>
          <p:nvPr/>
        </p:nvSpPr>
        <p:spPr>
          <a:xfrm>
            <a:off x="1710000" y="2649600"/>
            <a:ext cx="2313000" cy="259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700" b="1" strike="noStrike" spc="-1">
                <a:solidFill>
                  <a:srgbClr val="0091B9"/>
                </a:solidFill>
                <a:latin typeface="Calibri"/>
              </a:rPr>
              <a:t>1 · Parse</a:t>
            </a:r>
            <a:endParaRPr lang="en-US" sz="1700" b="0" strike="noStrike" spc="-1">
              <a:solidFill>
                <a:srgbClr val="000000"/>
              </a:solidFill>
              <a:latin typeface="Arial"/>
            </a:endParaRPr>
          </a:p>
        </p:txBody>
      </p:sp>
      <p:sp>
        <p:nvSpPr>
          <p:cNvPr id="214" name="Rectangle 7"/>
          <p:cNvSpPr/>
          <p:nvPr/>
        </p:nvSpPr>
        <p:spPr>
          <a:xfrm>
            <a:off x="1097280" y="3200400"/>
            <a:ext cx="2806920" cy="712800"/>
          </a:xfrm>
          <a:prstGeom prst="rect">
            <a:avLst/>
          </a:prstGeom>
          <a:solidFill>
            <a:srgbClr val="EEF3F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15" name="TextBox 8"/>
          <p:cNvSpPr/>
          <p:nvPr/>
        </p:nvSpPr>
        <p:spPr>
          <a:xfrm>
            <a:off x="1170360" y="3385080"/>
            <a:ext cx="2660400" cy="361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5000"/>
              </a:lnSpc>
              <a:spcAft>
                <a:spcPts val="201"/>
              </a:spcAft>
            </a:pPr>
            <a:r>
              <a:rPr lang="en-US" sz="1050" b="1" strike="noStrike" spc="-1">
                <a:solidFill>
                  <a:srgbClr val="006E8C"/>
                </a:solidFill>
                <a:latin typeface="Consolas"/>
              </a:rPr>
              <a:t>ViewDefinitionExpressionParser</a:t>
            </a:r>
            <a:endParaRPr lang="en-US" sz="1050" b="0" strike="noStrike" spc="-1">
              <a:solidFill>
                <a:srgbClr val="000000"/>
              </a:solidFill>
              <a:latin typeface="Arial"/>
            </a:endParaRPr>
          </a:p>
          <a:p>
            <a:pPr defTabSz="914400">
              <a:lnSpc>
                <a:spcPct val="105000"/>
              </a:lnSpc>
              <a:spcAft>
                <a:spcPts val="201"/>
              </a:spcAft>
            </a:pPr>
            <a:r>
              <a:rPr lang="en-US" sz="1050" b="1" strike="noStrike" spc="-1">
                <a:solidFill>
                  <a:srgbClr val="006E8C"/>
                </a:solidFill>
                <a:latin typeface="Consolas"/>
              </a:rPr>
              <a:t>    .Parse()</a:t>
            </a:r>
            <a:endParaRPr lang="en-US" sz="1050" b="0" strike="noStrike" spc="-1">
              <a:solidFill>
                <a:srgbClr val="000000"/>
              </a:solidFill>
              <a:latin typeface="Arial"/>
            </a:endParaRPr>
          </a:p>
        </p:txBody>
      </p:sp>
      <p:sp>
        <p:nvSpPr>
          <p:cNvPr id="216" name="TextBox 9"/>
          <p:cNvSpPr/>
          <p:nvPr/>
        </p:nvSpPr>
        <p:spPr>
          <a:xfrm>
            <a:off x="1115640" y="4087440"/>
            <a:ext cx="2770200" cy="657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5000"/>
              </a:lnSpc>
              <a:spcAft>
                <a:spcPts val="201"/>
              </a:spcAft>
            </a:pPr>
            <a:r>
              <a:rPr lang="en-US" sz="1250" b="0" strike="noStrike" spc="-1">
                <a:solidFill>
                  <a:srgbClr val="444A4D"/>
                </a:solidFill>
                <a:latin typeface="Calibri"/>
              </a:rPr>
              <a:t>Compiles all FHIRPath upfront. Fail fast — invalid FHIRPath is caught here, not at evaluation time.</a:t>
            </a:r>
            <a:endParaRPr lang="en-US" sz="1250" b="0" strike="noStrike" spc="-1">
              <a:solidFill>
                <a:srgbClr val="000000"/>
              </a:solidFill>
              <a:latin typeface="Arial"/>
            </a:endParaRPr>
          </a:p>
        </p:txBody>
      </p:sp>
      <p:sp>
        <p:nvSpPr>
          <p:cNvPr id="217" name="Right Arrow 10"/>
          <p:cNvSpPr/>
          <p:nvPr/>
        </p:nvSpPr>
        <p:spPr>
          <a:xfrm>
            <a:off x="4178880" y="3927240"/>
            <a:ext cx="237240" cy="237240"/>
          </a:xfrm>
          <a:prstGeom prst="rightArrow">
            <a:avLst>
              <a:gd name="adj1" fmla="val 50000"/>
              <a:gd name="adj2" fmla="val 50000"/>
            </a:avLst>
          </a:prstGeom>
          <a:solidFill>
            <a:srgbClr val="808A90"/>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18" name="Rounded Rectangle 11"/>
          <p:cNvSpPr/>
          <p:nvPr/>
        </p:nvSpPr>
        <p:spPr>
          <a:xfrm>
            <a:off x="4434840" y="2240280"/>
            <a:ext cx="3318840" cy="3611520"/>
          </a:xfrm>
          <a:prstGeom prst="roundRect">
            <a:avLst>
              <a:gd name="adj" fmla="val 5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19" name="Rectangle 12"/>
          <p:cNvSpPr/>
          <p:nvPr/>
        </p:nvSpPr>
        <p:spPr>
          <a:xfrm>
            <a:off x="4434840" y="2240280"/>
            <a:ext cx="3318840" cy="82080"/>
          </a:xfrm>
          <a:prstGeom prst="rect">
            <a:avLst/>
          </a:prstGeom>
          <a:solidFill>
            <a:srgbClr val="F26B21"/>
          </a:solidFill>
          <a:ln>
            <a:noFill/>
          </a:ln>
        </p:spPr>
        <p:style>
          <a:lnRef idx="1">
            <a:schemeClr val="accent1"/>
          </a:lnRef>
          <a:fillRef idx="3">
            <a:schemeClr val="accent1"/>
          </a:fillRef>
          <a:effectRef idx="2">
            <a:schemeClr val="accent1"/>
          </a:effectRef>
          <a:fontRef idx="minor"/>
        </p:style>
        <p:txBody>
          <a:bodyPr lIns="90000" tIns="37440" rIns="90000" bIns="37440" anchor="ctr">
            <a:noAutofit/>
          </a:bodyPr>
          <a:lstStyle/>
          <a:p>
            <a:pPr algn="ctr" defTabSz="914400">
              <a:lnSpc>
                <a:spcPct val="100000"/>
              </a:lnSpc>
            </a:pPr>
            <a:endParaRPr lang="en-US" sz="1800" b="0" strike="noStrike" spc="-1">
              <a:solidFill>
                <a:schemeClr val="lt1"/>
              </a:solidFill>
              <a:latin typeface="Calibri"/>
            </a:endParaRPr>
          </a:p>
        </p:txBody>
      </p:sp>
      <p:pic>
        <p:nvPicPr>
          <p:cNvPr id="220" name="Picture 13" descr="evaluate.png"/>
          <p:cNvPicPr/>
          <p:nvPr/>
        </p:nvPicPr>
        <p:blipFill>
          <a:blip r:embed="rId4"/>
          <a:stretch/>
        </p:blipFill>
        <p:spPr>
          <a:xfrm>
            <a:off x="4690800" y="2514600"/>
            <a:ext cx="511560" cy="511560"/>
          </a:xfrm>
          <a:prstGeom prst="rect">
            <a:avLst/>
          </a:prstGeom>
          <a:ln w="0">
            <a:noFill/>
          </a:ln>
        </p:spPr>
      </p:pic>
      <p:sp>
        <p:nvSpPr>
          <p:cNvPr id="221" name="TextBox 14"/>
          <p:cNvSpPr/>
          <p:nvPr/>
        </p:nvSpPr>
        <p:spPr>
          <a:xfrm>
            <a:off x="5303520" y="2649600"/>
            <a:ext cx="2313000" cy="259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700" b="1" strike="noStrike" spc="-1">
                <a:solidFill>
                  <a:srgbClr val="F26B21"/>
                </a:solidFill>
                <a:latin typeface="Calibri"/>
              </a:rPr>
              <a:t>2 · Evaluate</a:t>
            </a:r>
            <a:endParaRPr lang="en-US" sz="1700" b="0" strike="noStrike" spc="-1">
              <a:solidFill>
                <a:srgbClr val="000000"/>
              </a:solidFill>
              <a:latin typeface="Arial"/>
            </a:endParaRPr>
          </a:p>
        </p:txBody>
      </p:sp>
      <p:sp>
        <p:nvSpPr>
          <p:cNvPr id="222" name="Rectangle 15"/>
          <p:cNvSpPr/>
          <p:nvPr/>
        </p:nvSpPr>
        <p:spPr>
          <a:xfrm>
            <a:off x="4690800" y="3200400"/>
            <a:ext cx="2806920" cy="712800"/>
          </a:xfrm>
          <a:prstGeom prst="rect">
            <a:avLst/>
          </a:prstGeom>
          <a:solidFill>
            <a:srgbClr val="EEF3F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23" name="TextBox 16"/>
          <p:cNvSpPr/>
          <p:nvPr/>
        </p:nvSpPr>
        <p:spPr>
          <a:xfrm>
            <a:off x="4763880" y="3385080"/>
            <a:ext cx="2660400" cy="361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5000"/>
              </a:lnSpc>
              <a:spcAft>
                <a:spcPts val="201"/>
              </a:spcAft>
            </a:pPr>
            <a:r>
              <a:rPr lang="en-US" sz="1050" b="1" strike="noStrike" spc="-1">
                <a:solidFill>
                  <a:srgbClr val="006E8C"/>
                </a:solidFill>
                <a:latin typeface="Consolas"/>
              </a:rPr>
              <a:t>SqlOnFhirEvaluator</a:t>
            </a:r>
            <a:endParaRPr lang="en-US" sz="1050" b="0" strike="noStrike" spc="-1">
              <a:solidFill>
                <a:srgbClr val="000000"/>
              </a:solidFill>
              <a:latin typeface="Arial"/>
            </a:endParaRPr>
          </a:p>
          <a:p>
            <a:pPr defTabSz="914400">
              <a:lnSpc>
                <a:spcPct val="105000"/>
              </a:lnSpc>
              <a:spcAft>
                <a:spcPts val="201"/>
              </a:spcAft>
            </a:pPr>
            <a:r>
              <a:rPr lang="en-US" sz="1050" b="1" strike="noStrike" spc="-1">
                <a:solidFill>
                  <a:srgbClr val="006E8C"/>
                </a:solidFill>
                <a:latin typeface="Consolas"/>
              </a:rPr>
              <a:t>    .Evaluate(view, resource)</a:t>
            </a:r>
            <a:endParaRPr lang="en-US" sz="1050" b="0" strike="noStrike" spc="-1">
              <a:solidFill>
                <a:srgbClr val="000000"/>
              </a:solidFill>
              <a:latin typeface="Arial"/>
            </a:endParaRPr>
          </a:p>
        </p:txBody>
      </p:sp>
      <p:sp>
        <p:nvSpPr>
          <p:cNvPr id="224" name="TextBox 17"/>
          <p:cNvSpPr/>
          <p:nvPr/>
        </p:nvSpPr>
        <p:spPr>
          <a:xfrm>
            <a:off x="4709160" y="4087440"/>
            <a:ext cx="2770200" cy="657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5000"/>
              </a:lnSpc>
              <a:spcAft>
                <a:spcPts val="201"/>
              </a:spcAft>
            </a:pPr>
            <a:r>
              <a:rPr lang="en-US" sz="1250" b="0" strike="noStrike" spc="-1">
                <a:solidFill>
                  <a:srgbClr val="444A4D"/>
                </a:solidFill>
                <a:latin typeface="Calibri"/>
              </a:rPr>
              <a:t>WHERE filters · SELECT extracts · forEach unnests arrays into rows · %resource reaches the root. Pure &amp; stateless.</a:t>
            </a:r>
            <a:endParaRPr lang="en-US" sz="1250" b="0" strike="noStrike" spc="-1">
              <a:solidFill>
                <a:srgbClr val="000000"/>
              </a:solidFill>
              <a:latin typeface="Arial"/>
            </a:endParaRPr>
          </a:p>
        </p:txBody>
      </p:sp>
      <p:sp>
        <p:nvSpPr>
          <p:cNvPr id="225" name="Right Arrow 18"/>
          <p:cNvSpPr/>
          <p:nvPr/>
        </p:nvSpPr>
        <p:spPr>
          <a:xfrm>
            <a:off x="7772400" y="3927240"/>
            <a:ext cx="237240" cy="237240"/>
          </a:xfrm>
          <a:prstGeom prst="rightArrow">
            <a:avLst>
              <a:gd name="adj1" fmla="val 50000"/>
              <a:gd name="adj2" fmla="val 50000"/>
            </a:avLst>
          </a:prstGeom>
          <a:solidFill>
            <a:srgbClr val="808A90"/>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26" name="Rounded Rectangle 19"/>
          <p:cNvSpPr/>
          <p:nvPr/>
        </p:nvSpPr>
        <p:spPr>
          <a:xfrm>
            <a:off x="8028360" y="2240280"/>
            <a:ext cx="3318840" cy="3611520"/>
          </a:xfrm>
          <a:prstGeom prst="roundRect">
            <a:avLst>
              <a:gd name="adj" fmla="val 5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27" name="Rectangle 20"/>
          <p:cNvSpPr/>
          <p:nvPr/>
        </p:nvSpPr>
        <p:spPr>
          <a:xfrm>
            <a:off x="8028360" y="2240280"/>
            <a:ext cx="3318840" cy="82080"/>
          </a:xfrm>
          <a:prstGeom prst="rect">
            <a:avLst/>
          </a:prstGeom>
          <a:solidFill>
            <a:srgbClr val="2E9E5B"/>
          </a:solidFill>
          <a:ln>
            <a:noFill/>
          </a:ln>
        </p:spPr>
        <p:style>
          <a:lnRef idx="1">
            <a:schemeClr val="accent1"/>
          </a:lnRef>
          <a:fillRef idx="3">
            <a:schemeClr val="accent1"/>
          </a:fillRef>
          <a:effectRef idx="2">
            <a:schemeClr val="accent1"/>
          </a:effectRef>
          <a:fontRef idx="minor"/>
        </p:style>
        <p:txBody>
          <a:bodyPr lIns="90000" tIns="37440" rIns="90000" bIns="37440" anchor="ctr">
            <a:noAutofit/>
          </a:bodyPr>
          <a:lstStyle/>
          <a:p>
            <a:pPr algn="ctr" defTabSz="914400">
              <a:lnSpc>
                <a:spcPct val="100000"/>
              </a:lnSpc>
            </a:pPr>
            <a:endParaRPr lang="en-US" sz="1800" b="0" strike="noStrike" spc="-1">
              <a:solidFill>
                <a:schemeClr val="lt1"/>
              </a:solidFill>
              <a:latin typeface="Calibri"/>
            </a:endParaRPr>
          </a:p>
        </p:txBody>
      </p:sp>
      <p:pic>
        <p:nvPicPr>
          <p:cNvPr id="228" name="Picture 21" descr="write.png"/>
          <p:cNvPicPr/>
          <p:nvPr/>
        </p:nvPicPr>
        <p:blipFill>
          <a:blip r:embed="rId5"/>
          <a:stretch/>
        </p:blipFill>
        <p:spPr>
          <a:xfrm>
            <a:off x="8284320" y="2514600"/>
            <a:ext cx="511560" cy="511560"/>
          </a:xfrm>
          <a:prstGeom prst="rect">
            <a:avLst/>
          </a:prstGeom>
          <a:ln w="0">
            <a:noFill/>
          </a:ln>
        </p:spPr>
      </p:pic>
      <p:sp>
        <p:nvSpPr>
          <p:cNvPr id="229" name="TextBox 22"/>
          <p:cNvSpPr/>
          <p:nvPr/>
        </p:nvSpPr>
        <p:spPr>
          <a:xfrm>
            <a:off x="8897040" y="2649600"/>
            <a:ext cx="2313000" cy="259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700" b="1" strike="noStrike" spc="-1">
                <a:solidFill>
                  <a:srgbClr val="2E9E5B"/>
                </a:solidFill>
                <a:latin typeface="Calibri"/>
              </a:rPr>
              <a:t>3 · Write</a:t>
            </a:r>
            <a:endParaRPr lang="en-US" sz="1700" b="0" strike="noStrike" spc="-1">
              <a:solidFill>
                <a:srgbClr val="000000"/>
              </a:solidFill>
              <a:latin typeface="Arial"/>
            </a:endParaRPr>
          </a:p>
        </p:txBody>
      </p:sp>
      <p:sp>
        <p:nvSpPr>
          <p:cNvPr id="230" name="Rectangle 23"/>
          <p:cNvSpPr/>
          <p:nvPr/>
        </p:nvSpPr>
        <p:spPr>
          <a:xfrm>
            <a:off x="8284320" y="3200400"/>
            <a:ext cx="2806920" cy="712800"/>
          </a:xfrm>
          <a:prstGeom prst="rect">
            <a:avLst/>
          </a:prstGeom>
          <a:solidFill>
            <a:srgbClr val="EEF3F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31" name="TextBox 24"/>
          <p:cNvSpPr/>
          <p:nvPr/>
        </p:nvSpPr>
        <p:spPr>
          <a:xfrm>
            <a:off x="8357760" y="3385080"/>
            <a:ext cx="2660400" cy="361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5000"/>
              </a:lnSpc>
              <a:spcAft>
                <a:spcPts val="201"/>
              </a:spcAft>
            </a:pPr>
            <a:r>
              <a:rPr lang="en-US" sz="1050" b="1" strike="noStrike" spc="-1">
                <a:solidFill>
                  <a:srgbClr val="006E8C"/>
                </a:solidFill>
                <a:latin typeface="Consolas"/>
              </a:rPr>
              <a:t>ParquetFileWriter</a:t>
            </a:r>
            <a:endParaRPr lang="en-US" sz="1050" b="0" strike="noStrike" spc="-1">
              <a:solidFill>
                <a:srgbClr val="000000"/>
              </a:solidFill>
              <a:latin typeface="Arial"/>
            </a:endParaRPr>
          </a:p>
          <a:p>
            <a:pPr defTabSz="914400">
              <a:lnSpc>
                <a:spcPct val="105000"/>
              </a:lnSpc>
              <a:spcAft>
                <a:spcPts val="201"/>
              </a:spcAft>
            </a:pPr>
            <a:r>
              <a:rPr lang="en-US" sz="1050" b="1" strike="noStrike" spc="-1">
                <a:solidFill>
                  <a:srgbClr val="006E8C"/>
                </a:solidFill>
                <a:latin typeface="Consolas"/>
              </a:rPr>
              <a:t>    Csv · Ndjson · IRowWriter</a:t>
            </a:r>
            <a:endParaRPr lang="en-US" sz="1050" b="0" strike="noStrike" spc="-1">
              <a:solidFill>
                <a:srgbClr val="000000"/>
              </a:solidFill>
              <a:latin typeface="Arial"/>
            </a:endParaRPr>
          </a:p>
        </p:txBody>
      </p:sp>
      <p:sp>
        <p:nvSpPr>
          <p:cNvPr id="232" name="TextBox 25"/>
          <p:cNvSpPr/>
          <p:nvPr/>
        </p:nvSpPr>
        <p:spPr>
          <a:xfrm>
            <a:off x="8302680" y="4087440"/>
            <a:ext cx="2770200" cy="657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5000"/>
              </a:lnSpc>
              <a:spcAft>
                <a:spcPts val="201"/>
              </a:spcAft>
            </a:pPr>
            <a:r>
              <a:rPr lang="en-US" sz="1250" b="0" strike="noStrike" spc="-1">
                <a:solidFill>
                  <a:srgbClr val="444A4D"/>
                </a:solidFill>
                <a:latin typeface="Calibri"/>
              </a:rPr>
              <a:t>Consumes the row stream. Pluggable — implement IRowWriter to add your own sink.</a:t>
            </a:r>
            <a:endParaRPr lang="en-US" sz="1250" b="0" strike="noStrike" spc="-1">
              <a:solidFill>
                <a:srgbClr val="000000"/>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One codebase. Five FHIR versions.</a:t>
            </a:r>
            <a:endParaRPr lang="en-US" sz="3600" b="0" strike="noStrike" spc="-1">
              <a:solidFill>
                <a:schemeClr val="dk1"/>
              </a:solidFill>
              <a:latin typeface="Calibri"/>
            </a:endParaRPr>
          </a:p>
        </p:txBody>
      </p:sp>
      <p:sp>
        <p:nvSpPr>
          <p:cNvPr id="234"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MULTI-VERSION</a:t>
            </a:r>
            <a:endParaRPr lang="en-US" sz="1200" b="0" strike="noStrike" spc="-1">
              <a:solidFill>
                <a:srgbClr val="000000"/>
              </a:solidFill>
              <a:latin typeface="Arial"/>
            </a:endParaRPr>
          </a:p>
        </p:txBody>
      </p:sp>
      <p:sp>
        <p:nvSpPr>
          <p:cNvPr id="235" name="Rounded Rectangle 3"/>
          <p:cNvSpPr/>
          <p:nvPr/>
        </p:nvSpPr>
        <p:spPr>
          <a:xfrm>
            <a:off x="1234440" y="2331720"/>
            <a:ext cx="1782720" cy="959760"/>
          </a:xfrm>
          <a:prstGeom prst="roundRect">
            <a:avLst>
              <a:gd name="adj" fmla="val 10000"/>
            </a:avLst>
          </a:prstGeom>
          <a:solidFill>
            <a:srgbClr val="FFFFFF"/>
          </a:solidFill>
          <a:ln w="19050">
            <a:solidFill>
              <a:srgbClr val="0091B9"/>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36" name="TextBox 4"/>
          <p:cNvSpPr/>
          <p:nvPr/>
        </p:nvSpPr>
        <p:spPr>
          <a:xfrm>
            <a:off x="1234440" y="2578680"/>
            <a:ext cx="178272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2400" b="1" strike="noStrike" spc="-1">
                <a:solidFill>
                  <a:srgbClr val="0091B9"/>
                </a:solidFill>
                <a:latin typeface="Calibri"/>
              </a:rPr>
              <a:t>STU3</a:t>
            </a:r>
            <a:endParaRPr lang="en-US" sz="2400" b="0" strike="noStrike" spc="-1">
              <a:solidFill>
                <a:srgbClr val="000000"/>
              </a:solidFill>
              <a:latin typeface="Arial"/>
            </a:endParaRPr>
          </a:p>
        </p:txBody>
      </p:sp>
      <p:sp>
        <p:nvSpPr>
          <p:cNvPr id="237" name="Rounded Rectangle 5"/>
          <p:cNvSpPr/>
          <p:nvPr/>
        </p:nvSpPr>
        <p:spPr>
          <a:xfrm>
            <a:off x="3218760" y="2331720"/>
            <a:ext cx="1782720" cy="959760"/>
          </a:xfrm>
          <a:prstGeom prst="roundRect">
            <a:avLst>
              <a:gd name="adj" fmla="val 10000"/>
            </a:avLst>
          </a:prstGeom>
          <a:solidFill>
            <a:srgbClr val="FFFFFF"/>
          </a:solidFill>
          <a:ln w="19050">
            <a:solidFill>
              <a:srgbClr val="0091B9"/>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38" name="TextBox 6"/>
          <p:cNvSpPr/>
          <p:nvPr/>
        </p:nvSpPr>
        <p:spPr>
          <a:xfrm>
            <a:off x="3218760" y="2578680"/>
            <a:ext cx="178272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2400" b="1" strike="noStrike" spc="-1">
                <a:solidFill>
                  <a:srgbClr val="0091B9"/>
                </a:solidFill>
                <a:latin typeface="Calibri"/>
              </a:rPr>
              <a:t>R4</a:t>
            </a:r>
            <a:endParaRPr lang="en-US" sz="2400" b="0" strike="noStrike" spc="-1">
              <a:solidFill>
                <a:srgbClr val="000000"/>
              </a:solidFill>
              <a:latin typeface="Arial"/>
            </a:endParaRPr>
          </a:p>
        </p:txBody>
      </p:sp>
      <p:sp>
        <p:nvSpPr>
          <p:cNvPr id="239" name="Rounded Rectangle 7"/>
          <p:cNvSpPr/>
          <p:nvPr/>
        </p:nvSpPr>
        <p:spPr>
          <a:xfrm>
            <a:off x="5203080" y="2331720"/>
            <a:ext cx="1782720" cy="959760"/>
          </a:xfrm>
          <a:prstGeom prst="roundRect">
            <a:avLst>
              <a:gd name="adj" fmla="val 10000"/>
            </a:avLst>
          </a:prstGeom>
          <a:solidFill>
            <a:srgbClr val="FFFFFF"/>
          </a:solidFill>
          <a:ln w="19050">
            <a:solidFill>
              <a:srgbClr val="0091B9"/>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40" name="TextBox 8"/>
          <p:cNvSpPr/>
          <p:nvPr/>
        </p:nvSpPr>
        <p:spPr>
          <a:xfrm>
            <a:off x="5203080" y="2578680"/>
            <a:ext cx="178272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2400" b="1" strike="noStrike" spc="-1">
                <a:solidFill>
                  <a:srgbClr val="0091B9"/>
                </a:solidFill>
                <a:latin typeface="Calibri"/>
              </a:rPr>
              <a:t>R4B</a:t>
            </a:r>
            <a:endParaRPr lang="en-US" sz="2400" b="0" strike="noStrike" spc="-1">
              <a:solidFill>
                <a:srgbClr val="000000"/>
              </a:solidFill>
              <a:latin typeface="Arial"/>
            </a:endParaRPr>
          </a:p>
        </p:txBody>
      </p:sp>
      <p:sp>
        <p:nvSpPr>
          <p:cNvPr id="241" name="Rounded Rectangle 9"/>
          <p:cNvSpPr/>
          <p:nvPr/>
        </p:nvSpPr>
        <p:spPr>
          <a:xfrm>
            <a:off x="7187040" y="2331720"/>
            <a:ext cx="1782720" cy="959760"/>
          </a:xfrm>
          <a:prstGeom prst="roundRect">
            <a:avLst>
              <a:gd name="adj" fmla="val 10000"/>
            </a:avLst>
          </a:prstGeom>
          <a:solidFill>
            <a:srgbClr val="FFFFFF"/>
          </a:solidFill>
          <a:ln w="19050">
            <a:solidFill>
              <a:srgbClr val="0091B9"/>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42" name="TextBox 10"/>
          <p:cNvSpPr/>
          <p:nvPr/>
        </p:nvSpPr>
        <p:spPr>
          <a:xfrm>
            <a:off x="7187040" y="2578680"/>
            <a:ext cx="178272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2400" b="1" strike="noStrike" spc="-1">
                <a:solidFill>
                  <a:srgbClr val="0091B9"/>
                </a:solidFill>
                <a:latin typeface="Calibri"/>
              </a:rPr>
              <a:t>R5</a:t>
            </a:r>
            <a:endParaRPr lang="en-US" sz="2400" b="0" strike="noStrike" spc="-1">
              <a:solidFill>
                <a:srgbClr val="000000"/>
              </a:solidFill>
              <a:latin typeface="Arial"/>
            </a:endParaRPr>
          </a:p>
        </p:txBody>
      </p:sp>
      <p:sp>
        <p:nvSpPr>
          <p:cNvPr id="243" name="Rounded Rectangle 11"/>
          <p:cNvSpPr/>
          <p:nvPr/>
        </p:nvSpPr>
        <p:spPr>
          <a:xfrm>
            <a:off x="9171360" y="2331720"/>
            <a:ext cx="1782720" cy="959760"/>
          </a:xfrm>
          <a:prstGeom prst="roundRect">
            <a:avLst>
              <a:gd name="adj" fmla="val 10000"/>
            </a:avLst>
          </a:prstGeom>
          <a:solidFill>
            <a:srgbClr val="FFFFFF"/>
          </a:solidFill>
          <a:ln w="19050">
            <a:solidFill>
              <a:srgbClr val="0091B9"/>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44" name="TextBox 12"/>
          <p:cNvSpPr/>
          <p:nvPr/>
        </p:nvSpPr>
        <p:spPr>
          <a:xfrm>
            <a:off x="9171360" y="2578680"/>
            <a:ext cx="1782720" cy="3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2400" b="1" strike="noStrike" spc="-1">
                <a:solidFill>
                  <a:srgbClr val="0091B9"/>
                </a:solidFill>
                <a:latin typeface="Calibri"/>
              </a:rPr>
              <a:t>R6</a:t>
            </a:r>
            <a:endParaRPr lang="en-US" sz="2400" b="0" strike="noStrike" spc="-1">
              <a:solidFill>
                <a:srgbClr val="000000"/>
              </a:solidFill>
              <a:latin typeface="Arial"/>
            </a:endParaRPr>
          </a:p>
        </p:txBody>
      </p:sp>
      <p:sp>
        <p:nvSpPr>
          <p:cNvPr id="245" name="TextBox 13"/>
          <p:cNvSpPr/>
          <p:nvPr/>
        </p:nvSpPr>
        <p:spPr>
          <a:xfrm>
            <a:off x="841320" y="3703320"/>
            <a:ext cx="10506240" cy="631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30000"/>
              </a:lnSpc>
              <a:spcAft>
                <a:spcPts val="601"/>
              </a:spcAft>
            </a:pPr>
            <a:r>
              <a:rPr lang="en-US" sz="1400" b="0" strike="noStrike" spc="-1">
                <a:solidFill>
                  <a:srgbClr val="444A4D"/>
                </a:solidFill>
                <a:latin typeface="Calibri"/>
              </a:rPr>
              <a:t>Version is the first CLI argument:  </a:t>
            </a:r>
            <a:r>
              <a:rPr lang="en-US" sz="1400" b="1" strike="noStrike" spc="-1">
                <a:solidFill>
                  <a:srgbClr val="222A2E"/>
                </a:solidFill>
                <a:latin typeface="Consolas"/>
              </a:rPr>
              <a:t>ignixa-sqlonfhir </a:t>
            </a:r>
            <a:r>
              <a:rPr lang="en-US" sz="1400" b="1" strike="noStrike" spc="-1">
                <a:solidFill>
                  <a:srgbClr val="F26B21"/>
                </a:solidFill>
                <a:latin typeface="Consolas"/>
              </a:rPr>
              <a:t>r4</a:t>
            </a:r>
            <a:r>
              <a:rPr lang="en-US" sz="1400" b="1" strike="noStrike" spc="-1">
                <a:solidFill>
                  <a:srgbClr val="222A2E"/>
                </a:solidFill>
                <a:latin typeface="Consolas"/>
              </a:rPr>
              <a:t> run …</a:t>
            </a:r>
            <a:endParaRPr lang="en-US" sz="1400" b="0" strike="noStrike" spc="-1">
              <a:solidFill>
                <a:srgbClr val="000000"/>
              </a:solidFill>
              <a:latin typeface="Arial"/>
            </a:endParaRPr>
          </a:p>
          <a:p>
            <a:pPr defTabSz="914400">
              <a:lnSpc>
                <a:spcPct val="130000"/>
              </a:lnSpc>
              <a:spcAft>
                <a:spcPts val="601"/>
              </a:spcAft>
            </a:pPr>
            <a:r>
              <a:rPr lang="en-US" sz="1400" b="0" strike="noStrike" spc="-1">
                <a:solidFill>
                  <a:srgbClr val="444A4D"/>
                </a:solidFill>
                <a:latin typeface="Calibri"/>
              </a:rPr>
              <a:t>In code:  </a:t>
            </a:r>
            <a:r>
              <a:rPr lang="en-US" sz="1400" b="1" strike="noStrike" spc="-1">
                <a:solidFill>
                  <a:srgbClr val="006E8C"/>
                </a:solidFill>
                <a:latin typeface="Consolas"/>
              </a:rPr>
              <a:t>FhirVersion.R4.GetSchemaProvider()</a:t>
            </a:r>
            <a:endParaRPr lang="en-US" sz="1400" b="0" strike="noStrike" spc="-1">
              <a:solidFill>
                <a:srgbClr val="000000"/>
              </a:solidFill>
              <a:latin typeface="Arial"/>
            </a:endParaRPr>
          </a:p>
        </p:txBody>
      </p:sp>
      <p:sp>
        <p:nvSpPr>
          <p:cNvPr id="246" name="TextBox 14"/>
          <p:cNvSpPr/>
          <p:nvPr/>
        </p:nvSpPr>
        <p:spPr>
          <a:xfrm>
            <a:off x="841320" y="4892040"/>
            <a:ext cx="10506240" cy="484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8000"/>
              </a:lnSpc>
              <a:spcAft>
                <a:spcPts val="201"/>
              </a:spcAft>
            </a:pPr>
            <a:r>
              <a:rPr lang="en-US" sz="1350" b="0" strike="noStrike" spc="-1">
                <a:solidFill>
                  <a:srgbClr val="444A4D"/>
                </a:solidFill>
                <a:latin typeface="Calibri"/>
              </a:rPr>
              <a:t>The same ViewDefinition JSON runs against any version. Version-specific schema resolves element types, bindings and cardinality — important for organizations mid-migration between FHIR versions.</a:t>
            </a:r>
            <a:endParaRPr lang="en-US" sz="1350" b="0" strike="noStrike" spc="-1">
              <a:solidFill>
                <a:srgbClr val="000000"/>
              </a:solidFill>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7"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dirty="0">
                <a:solidFill>
                  <a:srgbClr val="0091B9"/>
                </a:solidFill>
                <a:latin typeface="Calibri"/>
                <a:ea typeface="Calibri"/>
              </a:rPr>
              <a:t>A </a:t>
            </a:r>
            <a:r>
              <a:rPr lang="en-US" sz="3600" b="0" strike="noStrike" spc="-1" dirty="0" err="1">
                <a:solidFill>
                  <a:srgbClr val="0091B9"/>
                </a:solidFill>
                <a:latin typeface="Calibri"/>
                <a:ea typeface="Calibri"/>
              </a:rPr>
              <a:t>ViewDefinition</a:t>
            </a:r>
            <a:r>
              <a:rPr lang="en-US" sz="3600" b="0" strike="noStrike" spc="-1" dirty="0">
                <a:solidFill>
                  <a:srgbClr val="0091B9"/>
                </a:solidFill>
                <a:latin typeface="Calibri"/>
                <a:ea typeface="Calibri"/>
              </a:rPr>
              <a:t> example</a:t>
            </a:r>
            <a:endParaRPr lang="en-US" sz="3600" b="0" strike="noStrike" spc="-1" dirty="0">
              <a:solidFill>
                <a:schemeClr val="dk1"/>
              </a:solidFill>
              <a:latin typeface="Calibri"/>
            </a:endParaRPr>
          </a:p>
        </p:txBody>
      </p:sp>
      <p:sp>
        <p:nvSpPr>
          <p:cNvPr id="248"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THE SHAPE OF THE THING</a:t>
            </a:r>
            <a:endParaRPr lang="en-US" sz="1200" b="0" strike="noStrike" spc="-1">
              <a:solidFill>
                <a:srgbClr val="000000"/>
              </a:solidFill>
              <a:latin typeface="Arial"/>
            </a:endParaRPr>
          </a:p>
        </p:txBody>
      </p:sp>
      <p:sp>
        <p:nvSpPr>
          <p:cNvPr id="249" name="Rounded Rectangle 3"/>
          <p:cNvSpPr/>
          <p:nvPr/>
        </p:nvSpPr>
        <p:spPr>
          <a:xfrm>
            <a:off x="841320" y="2103120"/>
            <a:ext cx="10506240" cy="4068720"/>
          </a:xfrm>
          <a:prstGeom prst="roundRect">
            <a:avLst>
              <a:gd name="adj" fmla="val 4500"/>
            </a:avLst>
          </a:prstGeom>
          <a:solidFill>
            <a:srgbClr val="1B2A33"/>
          </a:solidFill>
          <a:ln>
            <a:no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50" name="Rounded Rectangle 4"/>
          <p:cNvSpPr/>
          <p:nvPr/>
        </p:nvSpPr>
        <p:spPr>
          <a:xfrm>
            <a:off x="841320" y="2103120"/>
            <a:ext cx="10506240" cy="383760"/>
          </a:xfrm>
          <a:prstGeom prst="roundRect">
            <a:avLst>
              <a:gd name="adj" fmla="val 10000"/>
            </a:avLst>
          </a:prstGeom>
          <a:solidFill>
            <a:srgbClr val="142027"/>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51" name="Oval 5"/>
          <p:cNvSpPr/>
          <p:nvPr/>
        </p:nvSpPr>
        <p:spPr>
          <a:xfrm>
            <a:off x="1042560" y="2226600"/>
            <a:ext cx="136800" cy="136800"/>
          </a:xfrm>
          <a:prstGeom prst="ellipse">
            <a:avLst/>
          </a:prstGeom>
          <a:solidFill>
            <a:srgbClr val="F55F5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52" name="Oval 6"/>
          <p:cNvSpPr/>
          <p:nvPr/>
        </p:nvSpPr>
        <p:spPr>
          <a:xfrm>
            <a:off x="1280160" y="2226600"/>
            <a:ext cx="136800" cy="136800"/>
          </a:xfrm>
          <a:prstGeom prst="ellipse">
            <a:avLst/>
          </a:prstGeom>
          <a:solidFill>
            <a:srgbClr val="F5BD2E"/>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53" name="Oval 7"/>
          <p:cNvSpPr/>
          <p:nvPr/>
        </p:nvSpPr>
        <p:spPr>
          <a:xfrm>
            <a:off x="1517760" y="2226600"/>
            <a:ext cx="136800" cy="136800"/>
          </a:xfrm>
          <a:prstGeom prst="ellipse">
            <a:avLst/>
          </a:prstGeom>
          <a:solidFill>
            <a:srgbClr val="27C93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54" name="TextBox 8"/>
          <p:cNvSpPr/>
          <p:nvPr/>
        </p:nvSpPr>
        <p:spPr>
          <a:xfrm>
            <a:off x="1984320" y="2176200"/>
            <a:ext cx="9226080" cy="168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100" b="0" strike="noStrike" spc="-1">
                <a:solidFill>
                  <a:srgbClr val="7E8C94"/>
                </a:solidFill>
                <a:latin typeface="Consolas"/>
              </a:rPr>
              <a:t>patient-view.json</a:t>
            </a:r>
            <a:endParaRPr lang="en-US" sz="1100" b="0" strike="noStrike" spc="-1">
              <a:solidFill>
                <a:srgbClr val="000000"/>
              </a:solidFill>
              <a:latin typeface="Arial"/>
            </a:endParaRPr>
          </a:p>
        </p:txBody>
      </p:sp>
      <p:sp>
        <p:nvSpPr>
          <p:cNvPr id="255" name="TextBox 9"/>
          <p:cNvSpPr/>
          <p:nvPr/>
        </p:nvSpPr>
        <p:spPr>
          <a:xfrm>
            <a:off x="2379960" y="2615040"/>
            <a:ext cx="7428960" cy="26146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spcAft>
                <a:spcPts val="300"/>
              </a:spcAft>
            </a:pPr>
            <a:r>
              <a:rPr lang="en-US" sz="1200" b="0" strike="noStrike" spc="-1">
                <a:solidFill>
                  <a:srgbClr val="E7ECEF"/>
                </a:solidFill>
                <a:latin typeface="Consolas"/>
              </a:rPr>
              <a:t>{</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9FC9E8"/>
                </a:solidFill>
                <a:latin typeface="Consolas"/>
              </a:rPr>
              <a:t>  "resourceType"</a:t>
            </a:r>
            <a:r>
              <a:rPr lang="en-US" sz="1200" b="0" strike="noStrike" spc="-1">
                <a:solidFill>
                  <a:srgbClr val="E7ECEF"/>
                </a:solidFill>
                <a:latin typeface="Consolas"/>
              </a:rPr>
              <a:t>: </a:t>
            </a:r>
            <a:r>
              <a:rPr lang="en-US" sz="1200" b="0" strike="noStrike" spc="-1">
                <a:solidFill>
                  <a:srgbClr val="6FD0C8"/>
                </a:solidFill>
                <a:latin typeface="Consolas"/>
              </a:rPr>
              <a:t>"ViewDefinition"</a:t>
            </a:r>
            <a:r>
              <a:rPr lang="en-US" sz="1200" b="0" strike="noStrike" spc="-1">
                <a:solidFill>
                  <a:srgbClr val="E7ECEF"/>
                </a:solidFill>
                <a:latin typeface="Consolas"/>
              </a:rPr>
              <a:t>,</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9FC9E8"/>
                </a:solidFill>
                <a:latin typeface="Consolas"/>
              </a:rPr>
              <a:t>  "resource"</a:t>
            </a:r>
            <a:r>
              <a:rPr lang="en-US" sz="1200" b="0" strike="noStrike" spc="-1">
                <a:solidFill>
                  <a:srgbClr val="E7ECEF"/>
                </a:solidFill>
                <a:latin typeface="Consolas"/>
              </a:rPr>
              <a:t>: </a:t>
            </a:r>
            <a:r>
              <a:rPr lang="en-US" sz="1200" b="0" strike="noStrike" spc="-1">
                <a:solidFill>
                  <a:srgbClr val="6FD0C8"/>
                </a:solidFill>
                <a:latin typeface="Consolas"/>
              </a:rPr>
              <a:t>"Patient"</a:t>
            </a:r>
            <a:r>
              <a:rPr lang="en-US" sz="1200" b="0" strike="noStrike" spc="-1">
                <a:solidFill>
                  <a:srgbClr val="E7ECEF"/>
                </a:solidFill>
                <a:latin typeface="Consolas"/>
              </a:rPr>
              <a:t>,</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9FC9E8"/>
                </a:solidFill>
                <a:latin typeface="Consolas"/>
              </a:rPr>
              <a:t>  "where"</a:t>
            </a:r>
            <a:r>
              <a:rPr lang="en-US" sz="1200" b="0" strike="noStrike" spc="-1">
                <a:solidFill>
                  <a:srgbClr val="E7ECEF"/>
                </a:solidFill>
                <a:latin typeface="Consolas"/>
              </a:rPr>
              <a:t>: [{ </a:t>
            </a:r>
            <a:r>
              <a:rPr lang="en-US" sz="1200" b="0" strike="noStrike" spc="-1">
                <a:solidFill>
                  <a:srgbClr val="9FC9E8"/>
                </a:solidFill>
                <a:latin typeface="Consolas"/>
              </a:rPr>
              <a:t>"path"</a:t>
            </a:r>
            <a:r>
              <a:rPr lang="en-US" sz="1200" b="0" strike="noStrike" spc="-1">
                <a:solidFill>
                  <a:srgbClr val="E7ECEF"/>
                </a:solidFill>
                <a:latin typeface="Consolas"/>
              </a:rPr>
              <a:t>: </a:t>
            </a:r>
            <a:r>
              <a:rPr lang="en-US" sz="1200" b="0" strike="noStrike" spc="-1">
                <a:solidFill>
                  <a:srgbClr val="6FD0C8"/>
                </a:solidFill>
                <a:latin typeface="Consolas"/>
              </a:rPr>
              <a:t>"active = true"</a:t>
            </a:r>
            <a:r>
              <a:rPr lang="en-US" sz="1200" b="0" strike="noStrike" spc="-1">
                <a:solidFill>
                  <a:srgbClr val="E7ECEF"/>
                </a:solidFill>
                <a:latin typeface="Consolas"/>
              </a:rPr>
              <a:t>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9FC9E8"/>
                </a:solidFill>
                <a:latin typeface="Consolas"/>
              </a:rPr>
              <a:t>  "select"</a:t>
            </a:r>
            <a:r>
              <a:rPr lang="en-US" sz="1200" b="0" strike="noStrike" spc="-1">
                <a:solidFill>
                  <a:srgbClr val="E7ECEF"/>
                </a:solidFill>
                <a:latin typeface="Consolas"/>
              </a:rPr>
              <a:t>: [{ </a:t>
            </a:r>
            <a:r>
              <a:rPr lang="en-US" sz="1200" b="0" strike="noStrike" spc="-1">
                <a:solidFill>
                  <a:srgbClr val="9FC9E8"/>
                </a:solidFill>
                <a:latin typeface="Consolas"/>
              </a:rPr>
              <a:t>"column"</a:t>
            </a:r>
            <a:r>
              <a:rPr lang="en-US" sz="1200" b="0" strike="noStrike" spc="-1">
                <a:solidFill>
                  <a:srgbClr val="E7ECEF"/>
                </a:solidFill>
                <a:latin typeface="Consolas"/>
              </a:rPr>
              <a:t>: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E7ECEF"/>
                </a:solidFill>
                <a:latin typeface="Consolas"/>
              </a:rPr>
              <a:t>    { "name":"id",          "path":"id",  "type":"string"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E7ECEF"/>
                </a:solidFill>
                <a:latin typeface="Consolas"/>
              </a:rPr>
              <a:t>    { "name":"family_name", "path":</a:t>
            </a:r>
            <a:r>
              <a:rPr lang="en-US" sz="1200" b="0" strike="noStrike" spc="-1">
                <a:solidFill>
                  <a:srgbClr val="6FD0C8"/>
                </a:solidFill>
                <a:latin typeface="Consolas"/>
              </a:rPr>
              <a:t>"name.where(use='official').first().family"</a:t>
            </a:r>
            <a:r>
              <a:rPr lang="en-US" sz="1200" b="0" strike="noStrike" spc="-1">
                <a:solidFill>
                  <a:srgbClr val="E7ECEF"/>
                </a:solidFill>
                <a:latin typeface="Consolas"/>
              </a:rPr>
              <a:t>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E7ECEF"/>
                </a:solidFill>
                <a:latin typeface="Consolas"/>
              </a:rPr>
              <a:t>    { "name":"given_name",  "path":</a:t>
            </a:r>
            <a:r>
              <a:rPr lang="en-US" sz="1200" b="0" strike="noStrike" spc="-1">
                <a:solidFill>
                  <a:srgbClr val="6FD0C8"/>
                </a:solidFill>
                <a:latin typeface="Consolas"/>
              </a:rPr>
              <a:t>"name.where(use='official').first().given.first()"</a:t>
            </a:r>
            <a:r>
              <a:rPr lang="en-US" sz="1200" b="0" strike="noStrike" spc="-1">
                <a:solidFill>
                  <a:srgbClr val="E7ECEF"/>
                </a:solidFill>
                <a:latin typeface="Consolas"/>
              </a:rPr>
              <a:t>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E7ECEF"/>
                </a:solidFill>
                <a:latin typeface="Consolas"/>
              </a:rPr>
              <a:t>    { "name":"birth_date",  "path":"birthDate", "type":"date"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E7ECEF"/>
                </a:solidFill>
                <a:latin typeface="Consolas"/>
              </a:rPr>
              <a:t>    { "name":"gender",      "path":"gender", "type":"string"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E7ECEF"/>
                </a:solidFill>
                <a:latin typeface="Consolas"/>
              </a:rPr>
              <a:t>  ]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E7ECEF"/>
                </a:solidFill>
                <a:latin typeface="Consolas"/>
              </a:rPr>
              <a:t>}</a:t>
            </a:r>
            <a:endParaRPr lang="en-US" sz="1200" b="0" strike="noStrike" spc="-1">
              <a:solidFill>
                <a:srgbClr val="000000"/>
              </a:solidFill>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One resource. Many rows.</a:t>
            </a:r>
            <a:endParaRPr lang="en-US" sz="3600" b="0" strike="noStrike" spc="-1">
              <a:solidFill>
                <a:schemeClr val="dk1"/>
              </a:solidFill>
              <a:latin typeface="Calibri"/>
            </a:endParaRPr>
          </a:p>
        </p:txBody>
      </p:sp>
      <p:sp>
        <p:nvSpPr>
          <p:cNvPr id="257"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FOREACH — THE OPERATION THAT MAKES ANALYTICS WORK</a:t>
            </a:r>
            <a:endParaRPr lang="en-US" sz="1200" b="0" strike="noStrike" spc="-1">
              <a:solidFill>
                <a:srgbClr val="000000"/>
              </a:solidFill>
              <a:latin typeface="Arial"/>
            </a:endParaRPr>
          </a:p>
        </p:txBody>
      </p:sp>
      <p:sp>
        <p:nvSpPr>
          <p:cNvPr id="258" name="Rounded Rectangle 3"/>
          <p:cNvSpPr/>
          <p:nvPr/>
        </p:nvSpPr>
        <p:spPr>
          <a:xfrm>
            <a:off x="841320" y="2057400"/>
            <a:ext cx="5988960" cy="4114440"/>
          </a:xfrm>
          <a:prstGeom prst="roundRect">
            <a:avLst>
              <a:gd name="adj" fmla="val 4500"/>
            </a:avLst>
          </a:prstGeom>
          <a:solidFill>
            <a:srgbClr val="1B2A33"/>
          </a:solidFill>
          <a:ln>
            <a:no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59" name="Rounded Rectangle 4"/>
          <p:cNvSpPr/>
          <p:nvPr/>
        </p:nvSpPr>
        <p:spPr>
          <a:xfrm>
            <a:off x="841320" y="2057400"/>
            <a:ext cx="5988960" cy="383760"/>
          </a:xfrm>
          <a:prstGeom prst="roundRect">
            <a:avLst>
              <a:gd name="adj" fmla="val 10000"/>
            </a:avLst>
          </a:prstGeom>
          <a:solidFill>
            <a:srgbClr val="142027"/>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60" name="Oval 5"/>
          <p:cNvSpPr/>
          <p:nvPr/>
        </p:nvSpPr>
        <p:spPr>
          <a:xfrm>
            <a:off x="1042560" y="2180880"/>
            <a:ext cx="136800" cy="136800"/>
          </a:xfrm>
          <a:prstGeom prst="ellipse">
            <a:avLst/>
          </a:prstGeom>
          <a:solidFill>
            <a:srgbClr val="F55F5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61" name="Oval 6"/>
          <p:cNvSpPr/>
          <p:nvPr/>
        </p:nvSpPr>
        <p:spPr>
          <a:xfrm>
            <a:off x="1280160" y="2180880"/>
            <a:ext cx="136800" cy="136800"/>
          </a:xfrm>
          <a:prstGeom prst="ellipse">
            <a:avLst/>
          </a:prstGeom>
          <a:solidFill>
            <a:srgbClr val="F5BD2E"/>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62" name="Oval 7"/>
          <p:cNvSpPr/>
          <p:nvPr/>
        </p:nvSpPr>
        <p:spPr>
          <a:xfrm>
            <a:off x="1517760" y="2180880"/>
            <a:ext cx="136800" cy="136800"/>
          </a:xfrm>
          <a:prstGeom prst="ellipse">
            <a:avLst/>
          </a:prstGeom>
          <a:solidFill>
            <a:srgbClr val="27C93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63" name="TextBox 8"/>
          <p:cNvSpPr/>
          <p:nvPr/>
        </p:nvSpPr>
        <p:spPr>
          <a:xfrm>
            <a:off x="1984320" y="2130480"/>
            <a:ext cx="4708800" cy="168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100" b="0" strike="noStrike" spc="-1">
                <a:solidFill>
                  <a:srgbClr val="7E8C94"/>
                </a:solidFill>
                <a:latin typeface="Consolas"/>
              </a:rPr>
              <a:t>name-rows.json</a:t>
            </a:r>
            <a:endParaRPr lang="en-US" sz="1100" b="0" strike="noStrike" spc="-1">
              <a:solidFill>
                <a:srgbClr val="000000"/>
              </a:solidFill>
              <a:latin typeface="Arial"/>
            </a:endParaRPr>
          </a:p>
        </p:txBody>
      </p:sp>
      <p:sp>
        <p:nvSpPr>
          <p:cNvPr id="264" name="TextBox 9"/>
          <p:cNvSpPr/>
          <p:nvPr/>
        </p:nvSpPr>
        <p:spPr>
          <a:xfrm>
            <a:off x="1415160" y="2569320"/>
            <a:ext cx="4841280" cy="25239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spcAft>
                <a:spcPts val="300"/>
              </a:spcAft>
            </a:pPr>
            <a:r>
              <a:rPr lang="en-US" sz="1150" b="0" strike="noStrike" spc="-1">
                <a:solidFill>
                  <a:srgbClr val="E7ECEF"/>
                </a:solidFill>
                <a:latin typeface="Consolas"/>
              </a:rPr>
              <a:t>{</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9FC9E8"/>
                </a:solidFill>
                <a:latin typeface="Consolas"/>
              </a:rPr>
              <a:t>  "resource"</a:t>
            </a:r>
            <a:r>
              <a:rPr lang="en-US" sz="1150" b="0" strike="noStrike" spc="-1">
                <a:solidFill>
                  <a:srgbClr val="E7ECEF"/>
                </a:solidFill>
                <a:latin typeface="Consolas"/>
              </a:rPr>
              <a:t>: </a:t>
            </a:r>
            <a:r>
              <a:rPr lang="en-US" sz="1150" b="0" strike="noStrike" spc="-1">
                <a:solidFill>
                  <a:srgbClr val="6FD0C8"/>
                </a:solidFill>
                <a:latin typeface="Consolas"/>
              </a:rPr>
              <a:t>"Patient"</a:t>
            </a:r>
            <a:r>
              <a:rPr lang="en-US" sz="1150" b="0" strike="noStrike" spc="-1">
                <a:solidFill>
                  <a:srgbClr val="E7ECEF"/>
                </a:solidFill>
                <a:latin typeface="Consolas"/>
              </a:rPr>
              <a:t>,</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9FC9E8"/>
                </a:solidFill>
                <a:latin typeface="Consolas"/>
              </a:rPr>
              <a:t>  "select"</a:t>
            </a:r>
            <a:r>
              <a:rPr lang="en-US" sz="1150" b="0" strike="noStrike" spc="-1">
                <a:solidFill>
                  <a:srgbClr val="E7ECEF"/>
                </a:solidFill>
                <a:latin typeface="Consolas"/>
              </a:rPr>
              <a:t>: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 "column":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 "name":"id", "path":"id" } ]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 </a:t>
            </a:r>
            <a:r>
              <a:rPr lang="en-US" sz="1150" b="0" strike="noStrike" spc="-1">
                <a:solidFill>
                  <a:srgbClr val="F29E4B"/>
                </a:solidFill>
                <a:latin typeface="Consolas"/>
              </a:rPr>
              <a:t>"forEach"</a:t>
            </a:r>
            <a:r>
              <a:rPr lang="en-US" sz="1150" b="0" strike="noStrike" spc="-1">
                <a:solidFill>
                  <a:srgbClr val="E7ECEF"/>
                </a:solidFill>
                <a:latin typeface="Consolas"/>
              </a:rPr>
              <a:t>: </a:t>
            </a:r>
            <a:r>
              <a:rPr lang="en-US" sz="1150" b="0" strike="noStrike" spc="-1">
                <a:solidFill>
                  <a:srgbClr val="6FD0C8"/>
                </a:solidFill>
                <a:latin typeface="Consolas"/>
              </a:rPr>
              <a:t>"name"</a:t>
            </a:r>
            <a:r>
              <a:rPr lang="en-US" sz="1150" b="0" strike="noStrike" spc="-1">
                <a:solidFill>
                  <a:srgbClr val="E7ECEF"/>
                </a:solidFill>
                <a:latin typeface="Consolas"/>
              </a:rPr>
              <a:t>, "column":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 "name":"name_use",   "path":"use"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 "name":"family",     "path":"family"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 "name":"given_name", "path":</a:t>
            </a:r>
            <a:r>
              <a:rPr lang="en-US" sz="1150" b="0" strike="noStrike" spc="-1">
                <a:solidFill>
                  <a:srgbClr val="6FD0C8"/>
                </a:solidFill>
                <a:latin typeface="Consolas"/>
              </a:rPr>
              <a:t>"given.first()"</a:t>
            </a:r>
            <a:r>
              <a:rPr lang="en-US" sz="1150" b="0" strike="noStrike" spc="-1">
                <a:solidFill>
                  <a:srgbClr val="E7ECEF"/>
                </a:solidFill>
                <a:latin typeface="Consolas"/>
              </a:rPr>
              <a:t>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a:t>
            </a:r>
            <a:endParaRPr lang="en-US" sz="1150" b="0" strike="noStrike" spc="-1">
              <a:solidFill>
                <a:srgbClr val="000000"/>
              </a:solidFill>
              <a:latin typeface="Arial"/>
            </a:endParaRPr>
          </a:p>
        </p:txBody>
      </p:sp>
      <p:sp>
        <p:nvSpPr>
          <p:cNvPr id="265" name="TextBox 10"/>
          <p:cNvSpPr/>
          <p:nvPr/>
        </p:nvSpPr>
        <p:spPr>
          <a:xfrm>
            <a:off x="7086600" y="2057400"/>
            <a:ext cx="4205880" cy="198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300" b="1" strike="noStrike" spc="-1">
                <a:solidFill>
                  <a:srgbClr val="222A2E"/>
                </a:solidFill>
                <a:latin typeface="Calibri"/>
              </a:rPr>
              <a:t>Result — one row per name</a:t>
            </a:r>
            <a:endParaRPr lang="en-US" sz="1300" b="0" strike="noStrike" spc="-1">
              <a:solidFill>
                <a:srgbClr val="000000"/>
              </a:solidFill>
              <a:latin typeface="Arial"/>
            </a:endParaRPr>
          </a:p>
        </p:txBody>
      </p:sp>
      <p:graphicFrame>
        <p:nvGraphicFramePr>
          <p:cNvPr id="266" name="Table 11"/>
          <p:cNvGraphicFramePr/>
          <p:nvPr/>
        </p:nvGraphicFramePr>
        <p:xfrm>
          <a:off x="7086600" y="2423160"/>
          <a:ext cx="4260960" cy="1463040"/>
        </p:xfrm>
        <a:graphic>
          <a:graphicData uri="http://schemas.openxmlformats.org/drawingml/2006/table">
            <a:tbl>
              <a:tblPr/>
              <a:tblGrid>
                <a:gridCol w="105156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969120">
                  <a:extLst>
                    <a:ext uri="{9D8B030D-6E8A-4147-A177-3AD203B41FA5}">
                      <a16:colId xmlns:a16="http://schemas.microsoft.com/office/drawing/2014/main" val="20003"/>
                    </a:ext>
                  </a:extLst>
                </a:gridCol>
              </a:tblGrid>
              <a:tr h="457200">
                <a:tc>
                  <a:txBody>
                    <a:bodyPr/>
                    <a:lstStyle/>
                    <a:p>
                      <a:pPr defTabSz="914400">
                        <a:lnSpc>
                          <a:spcPct val="100000"/>
                        </a:lnSpc>
                      </a:pPr>
                      <a:r>
                        <a:rPr lang="en-US" sz="1100" b="1" strike="noStrike" spc="-1">
                          <a:solidFill>
                            <a:srgbClr val="FFFFFF"/>
                          </a:solidFill>
                          <a:latin typeface="Calibri"/>
                        </a:rPr>
                        <a:t>id</a:t>
                      </a:r>
                      <a:endParaRPr lang="en-US" sz="1100" b="0" strike="noStrike" spc="-1">
                        <a:solidFill>
                          <a:srgbClr val="FFFFFF"/>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91B9"/>
                    </a:solidFill>
                  </a:tcPr>
                </a:tc>
                <a:tc>
                  <a:txBody>
                    <a:bodyPr/>
                    <a:lstStyle/>
                    <a:p>
                      <a:pPr defTabSz="914400">
                        <a:lnSpc>
                          <a:spcPct val="100000"/>
                        </a:lnSpc>
                      </a:pPr>
                      <a:r>
                        <a:rPr lang="en-US" sz="1100" b="1" strike="noStrike" spc="-1">
                          <a:solidFill>
                            <a:srgbClr val="FFFFFF"/>
                          </a:solidFill>
                          <a:latin typeface="Calibri"/>
                        </a:rPr>
                        <a:t>name_use</a:t>
                      </a:r>
                      <a:endParaRPr lang="en-US" sz="1100" b="0" strike="noStrike" spc="-1">
                        <a:solidFill>
                          <a:srgbClr val="FFFFFF"/>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91B9"/>
                    </a:solidFill>
                  </a:tcPr>
                </a:tc>
                <a:tc>
                  <a:txBody>
                    <a:bodyPr/>
                    <a:lstStyle/>
                    <a:p>
                      <a:pPr defTabSz="914400">
                        <a:lnSpc>
                          <a:spcPct val="100000"/>
                        </a:lnSpc>
                      </a:pPr>
                      <a:r>
                        <a:rPr lang="en-US" sz="1100" b="1" strike="noStrike" spc="-1">
                          <a:solidFill>
                            <a:srgbClr val="FFFFFF"/>
                          </a:solidFill>
                          <a:latin typeface="Calibri"/>
                        </a:rPr>
                        <a:t>family</a:t>
                      </a:r>
                      <a:endParaRPr lang="en-US" sz="1100" b="0" strike="noStrike" spc="-1">
                        <a:solidFill>
                          <a:srgbClr val="FFFFFF"/>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91B9"/>
                    </a:solidFill>
                  </a:tcPr>
                </a:tc>
                <a:tc>
                  <a:txBody>
                    <a:bodyPr/>
                    <a:lstStyle/>
                    <a:p>
                      <a:pPr defTabSz="914400">
                        <a:lnSpc>
                          <a:spcPct val="100000"/>
                        </a:lnSpc>
                      </a:pPr>
                      <a:r>
                        <a:rPr lang="en-US" sz="1100" b="1" strike="noStrike" spc="-1">
                          <a:solidFill>
                            <a:srgbClr val="FFFFFF"/>
                          </a:solidFill>
                          <a:latin typeface="Calibri"/>
                        </a:rPr>
                        <a:t>given</a:t>
                      </a:r>
                      <a:endParaRPr lang="en-US" sz="1100" b="0" strike="noStrike" spc="-1">
                        <a:solidFill>
                          <a:srgbClr val="FFFFFF"/>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91B9"/>
                    </a:solidFill>
                  </a:tcPr>
                </a:tc>
                <a:extLst>
                  <a:ext uri="{0D108BD9-81ED-4DB2-BD59-A6C34878D82A}">
                    <a16:rowId xmlns:a16="http://schemas.microsoft.com/office/drawing/2014/main" val="10000"/>
                  </a:ext>
                </a:extLst>
              </a:tr>
              <a:tr h="502920">
                <a:tc>
                  <a:txBody>
                    <a:bodyPr/>
                    <a:lstStyle/>
                    <a:p>
                      <a:pPr defTabSz="914400">
                        <a:lnSpc>
                          <a:spcPct val="100000"/>
                        </a:lnSpc>
                      </a:pPr>
                      <a:r>
                        <a:rPr lang="en-US" sz="1100" b="0" strike="noStrike" spc="-1">
                          <a:solidFill>
                            <a:srgbClr val="444A4D"/>
                          </a:solidFill>
                          <a:latin typeface="Consolas"/>
                        </a:rPr>
                        <a:t>pt-001</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n-US" sz="1100" b="0" strike="noStrike" spc="-1">
                          <a:solidFill>
                            <a:srgbClr val="444A4D"/>
                          </a:solidFill>
                          <a:latin typeface="Consolas"/>
                        </a:rPr>
                        <a:t>official</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n-US" sz="1100" b="0" strike="noStrike" spc="-1">
                          <a:solidFill>
                            <a:srgbClr val="444A4D"/>
                          </a:solidFill>
                          <a:latin typeface="Consolas"/>
                        </a:rPr>
                        <a:t>Smith</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n-US" sz="1100" b="0" strike="noStrike" spc="-1">
                          <a:solidFill>
                            <a:srgbClr val="444A4D"/>
                          </a:solidFill>
                          <a:latin typeface="Consolas"/>
                        </a:rPr>
                        <a:t>Alice</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extLst>
                  <a:ext uri="{0D108BD9-81ED-4DB2-BD59-A6C34878D82A}">
                    <a16:rowId xmlns:a16="http://schemas.microsoft.com/office/drawing/2014/main" val="10001"/>
                  </a:ext>
                </a:extLst>
              </a:tr>
              <a:tr h="502920">
                <a:tc>
                  <a:txBody>
                    <a:bodyPr/>
                    <a:lstStyle/>
                    <a:p>
                      <a:pPr defTabSz="914400">
                        <a:lnSpc>
                          <a:spcPct val="100000"/>
                        </a:lnSpc>
                      </a:pPr>
                      <a:r>
                        <a:rPr lang="en-US" sz="1100" b="0" strike="noStrike" spc="-1">
                          <a:solidFill>
                            <a:srgbClr val="444A4D"/>
                          </a:solidFill>
                          <a:latin typeface="Consolas"/>
                        </a:rPr>
                        <a:t>pt-001</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tc>
                  <a:txBody>
                    <a:bodyPr/>
                    <a:lstStyle/>
                    <a:p>
                      <a:pPr defTabSz="914400">
                        <a:lnSpc>
                          <a:spcPct val="100000"/>
                        </a:lnSpc>
                      </a:pPr>
                      <a:r>
                        <a:rPr lang="en-US" sz="1100" b="0" strike="noStrike" spc="-1">
                          <a:solidFill>
                            <a:srgbClr val="444A4D"/>
                          </a:solidFill>
                          <a:latin typeface="Consolas"/>
                        </a:rPr>
                        <a:t>maiden</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tc>
                  <a:txBody>
                    <a:bodyPr/>
                    <a:lstStyle/>
                    <a:p>
                      <a:pPr defTabSz="914400">
                        <a:lnSpc>
                          <a:spcPct val="100000"/>
                        </a:lnSpc>
                      </a:pPr>
                      <a:r>
                        <a:rPr lang="en-US" sz="1100" b="0" strike="noStrike" spc="-1">
                          <a:solidFill>
                            <a:srgbClr val="444A4D"/>
                          </a:solidFill>
                          <a:latin typeface="Consolas"/>
                        </a:rPr>
                        <a:t>Jones</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tc>
                  <a:txBody>
                    <a:bodyPr/>
                    <a:lstStyle/>
                    <a:p>
                      <a:pPr defTabSz="914400">
                        <a:lnSpc>
                          <a:spcPct val="100000"/>
                        </a:lnSpc>
                      </a:pPr>
                      <a:r>
                        <a:rPr lang="en-US" sz="1100" b="0" strike="noStrike" spc="-1">
                          <a:solidFill>
                            <a:srgbClr val="444A4D"/>
                          </a:solidFill>
                          <a:latin typeface="Consolas"/>
                        </a:rPr>
                        <a:t>Alice</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extLst>
                  <a:ext uri="{0D108BD9-81ED-4DB2-BD59-A6C34878D82A}">
                    <a16:rowId xmlns:a16="http://schemas.microsoft.com/office/drawing/2014/main" val="10002"/>
                  </a:ext>
                </a:extLst>
              </a:tr>
            </a:tbl>
          </a:graphicData>
        </a:graphic>
      </p:graphicFrame>
      <p:sp>
        <p:nvSpPr>
          <p:cNvPr id="267" name="TextBox 12"/>
          <p:cNvSpPr/>
          <p:nvPr/>
        </p:nvSpPr>
        <p:spPr>
          <a:xfrm>
            <a:off x="7086600" y="4069080"/>
            <a:ext cx="4205880" cy="1587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2000"/>
              </a:lnSpc>
              <a:spcAft>
                <a:spcPts val="201"/>
              </a:spcAft>
            </a:pPr>
            <a:r>
              <a:rPr lang="en-US" sz="1300" b="0" strike="noStrike" spc="-1">
                <a:solidFill>
                  <a:srgbClr val="444A4D"/>
                </a:solidFill>
                <a:latin typeface="Calibri"/>
              </a:rPr>
              <a:t>The first select group emits </a:t>
            </a:r>
            <a:r>
              <a:rPr lang="en-US" sz="1300" b="1" strike="noStrike" spc="-1">
                <a:solidFill>
                  <a:srgbClr val="006E8C"/>
                </a:solidFill>
                <a:latin typeface="Consolas"/>
              </a:rPr>
              <a:t>id</a:t>
            </a:r>
            <a:r>
              <a:rPr lang="en-US" sz="1300" b="0" strike="noStrike" spc="-1">
                <a:solidFill>
                  <a:srgbClr val="444A4D"/>
                </a:solidFill>
                <a:latin typeface="Calibri"/>
              </a:rPr>
              <a:t> once.</a:t>
            </a:r>
            <a:endParaRPr lang="en-US" sz="1300" b="0" strike="noStrike" spc="-1">
              <a:solidFill>
                <a:srgbClr val="000000"/>
              </a:solidFill>
              <a:latin typeface="Arial"/>
            </a:endParaRPr>
          </a:p>
          <a:p>
            <a:pPr defTabSz="914400">
              <a:lnSpc>
                <a:spcPct val="112000"/>
              </a:lnSpc>
              <a:spcAft>
                <a:spcPts val="201"/>
              </a:spcAft>
            </a:pPr>
            <a:r>
              <a:rPr lang="en-US" sz="1300" b="0" strike="noStrike" spc="-1">
                <a:solidFill>
                  <a:srgbClr val="444A4D"/>
                </a:solidFill>
                <a:latin typeface="Calibri"/>
              </a:rPr>
              <a:t>The </a:t>
            </a:r>
            <a:r>
              <a:rPr lang="en-US" sz="1300" b="1" strike="noStrike" spc="-1">
                <a:solidFill>
                  <a:srgbClr val="F26B21"/>
                </a:solidFill>
                <a:latin typeface="Consolas"/>
              </a:rPr>
              <a:t>forEach</a:t>
            </a:r>
            <a:r>
              <a:rPr lang="en-US" sz="1300" b="0" strike="noStrike" spc="-1">
                <a:solidFill>
                  <a:srgbClr val="444A4D"/>
                </a:solidFill>
                <a:latin typeface="Calibri"/>
              </a:rPr>
              <a:t> group repeats per element</a:t>
            </a:r>
            <a:endParaRPr lang="en-US" sz="1300" b="0" strike="noStrike" spc="-1">
              <a:solidFill>
                <a:srgbClr val="000000"/>
              </a:solidFill>
              <a:latin typeface="Arial"/>
            </a:endParaRPr>
          </a:p>
          <a:p>
            <a:pPr defTabSz="914400">
              <a:lnSpc>
                <a:spcPct val="112000"/>
              </a:lnSpc>
              <a:spcAft>
                <a:spcPts val="201"/>
              </a:spcAft>
            </a:pPr>
            <a:r>
              <a:rPr lang="en-US" sz="1300" b="0" strike="noStrike" spc="-1">
                <a:solidFill>
                  <a:srgbClr val="444A4D"/>
                </a:solidFill>
                <a:latin typeface="Calibri"/>
              </a:rPr>
              <a:t>in the </a:t>
            </a:r>
            <a:r>
              <a:rPr lang="en-US" sz="1300" b="1" strike="noStrike" spc="-1">
                <a:solidFill>
                  <a:srgbClr val="006E8C"/>
                </a:solidFill>
                <a:latin typeface="Consolas"/>
              </a:rPr>
              <a:t>name</a:t>
            </a:r>
            <a:r>
              <a:rPr lang="en-US" sz="1300" b="0" strike="noStrike" spc="-1">
                <a:solidFill>
                  <a:srgbClr val="444A4D"/>
                </a:solidFill>
                <a:latin typeface="Calibri"/>
              </a:rPr>
              <a:t> array — standard SQL</a:t>
            </a:r>
            <a:endParaRPr lang="en-US" sz="1300" b="0" strike="noStrike" spc="-1">
              <a:solidFill>
                <a:srgbClr val="000000"/>
              </a:solidFill>
              <a:latin typeface="Arial"/>
            </a:endParaRPr>
          </a:p>
          <a:p>
            <a:pPr defTabSz="914400">
              <a:lnSpc>
                <a:spcPct val="112000"/>
              </a:lnSpc>
              <a:spcAft>
                <a:spcPts val="201"/>
              </a:spcAft>
            </a:pPr>
            <a:r>
              <a:rPr lang="en-US" sz="1300" b="0" strike="noStrike" spc="-1">
                <a:solidFill>
                  <a:srgbClr val="444A4D"/>
                </a:solidFill>
                <a:latin typeface="Calibri"/>
              </a:rPr>
              <a:t>unnesting, expressed as a ViewDefinition.</a:t>
            </a:r>
            <a:endParaRPr lang="en-US" sz="1300" b="0" strike="noStrike" spc="-1">
              <a:solidFill>
                <a:srgbClr val="000000"/>
              </a:solidFill>
              <a:latin typeface="Arial"/>
            </a:endParaRPr>
          </a:p>
          <a:p>
            <a:pPr defTabSz="914400">
              <a:lnSpc>
                <a:spcPct val="112000"/>
              </a:lnSpc>
              <a:spcAft>
                <a:spcPts val="201"/>
              </a:spcAft>
            </a:pPr>
            <a:r>
              <a:rPr lang="en-US" sz="700" b="0" strike="noStrike" spc="-1">
                <a:solidFill>
                  <a:srgbClr val="444A4D"/>
                </a:solidFill>
                <a:latin typeface="Calibri"/>
              </a:rPr>
              <a:t> </a:t>
            </a:r>
            <a:endParaRPr lang="en-US" sz="700" b="0" strike="noStrike" spc="-1">
              <a:solidFill>
                <a:srgbClr val="000000"/>
              </a:solidFill>
              <a:latin typeface="Arial"/>
            </a:endParaRPr>
          </a:p>
          <a:p>
            <a:pPr defTabSz="914400">
              <a:lnSpc>
                <a:spcPct val="112000"/>
              </a:lnSpc>
              <a:spcAft>
                <a:spcPts val="201"/>
              </a:spcAft>
            </a:pPr>
            <a:r>
              <a:rPr lang="en-US" sz="1250" b="0" strike="noStrike" spc="-1">
                <a:solidFill>
                  <a:srgbClr val="808A90"/>
                </a:solidFill>
                <a:latin typeface="Calibri"/>
              </a:rPr>
              <a:t>Use </a:t>
            </a:r>
            <a:r>
              <a:rPr lang="en-US" sz="1250" b="1" strike="noStrike" spc="-1">
                <a:solidFill>
                  <a:srgbClr val="808A90"/>
                </a:solidFill>
                <a:latin typeface="Consolas"/>
              </a:rPr>
              <a:t>%resource</a:t>
            </a:r>
            <a:r>
              <a:rPr lang="en-US" sz="1250" b="0" strike="noStrike" spc="-1">
                <a:solidFill>
                  <a:srgbClr val="808A90"/>
                </a:solidFill>
                <a:latin typeface="Calibri"/>
              </a:rPr>
              <a:t> inside a forEach to</a:t>
            </a:r>
            <a:endParaRPr lang="en-US" sz="1250" b="0" strike="noStrike" spc="-1">
              <a:solidFill>
                <a:srgbClr val="000000"/>
              </a:solidFill>
              <a:latin typeface="Arial"/>
            </a:endParaRPr>
          </a:p>
          <a:p>
            <a:pPr defTabSz="914400">
              <a:lnSpc>
                <a:spcPct val="112000"/>
              </a:lnSpc>
              <a:spcAft>
                <a:spcPts val="201"/>
              </a:spcAft>
            </a:pPr>
            <a:r>
              <a:rPr lang="en-US" sz="1250" b="0" strike="noStrike" spc="-1">
                <a:solidFill>
                  <a:srgbClr val="808A90"/>
                </a:solidFill>
                <a:latin typeface="Calibri"/>
              </a:rPr>
              <a:t>reference the root resource.</a:t>
            </a:r>
            <a:endParaRPr lang="en-US" sz="1250" b="0" strike="noStrike" spc="-1">
              <a:solidFill>
                <a:srgbClr val="000000"/>
              </a:solidFill>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dirty="0">
                <a:solidFill>
                  <a:srgbClr val="0091B9"/>
                </a:solidFill>
                <a:latin typeface="Calibri"/>
                <a:ea typeface="Calibri"/>
              </a:rPr>
              <a:t>No subprocess. No tables. &lt;10 lines.</a:t>
            </a:r>
            <a:endParaRPr lang="en-US" sz="3600" b="0" strike="noStrike" spc="-1" dirty="0">
              <a:solidFill>
                <a:schemeClr val="dk1"/>
              </a:solidFill>
              <a:latin typeface="Calibri"/>
            </a:endParaRPr>
          </a:p>
        </p:txBody>
      </p:sp>
      <p:sp>
        <p:nvSpPr>
          <p:cNvPr id="269"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FROM C#</a:t>
            </a:r>
            <a:endParaRPr lang="en-US" sz="1200" b="0" strike="noStrike" spc="-1">
              <a:solidFill>
                <a:srgbClr val="000000"/>
              </a:solidFill>
              <a:latin typeface="Arial"/>
            </a:endParaRPr>
          </a:p>
        </p:txBody>
      </p:sp>
      <p:sp>
        <p:nvSpPr>
          <p:cNvPr id="270" name="Rounded Rectangle 3"/>
          <p:cNvSpPr/>
          <p:nvPr/>
        </p:nvSpPr>
        <p:spPr>
          <a:xfrm>
            <a:off x="841320" y="2103120"/>
            <a:ext cx="10506240" cy="4068720"/>
          </a:xfrm>
          <a:prstGeom prst="roundRect">
            <a:avLst>
              <a:gd name="adj" fmla="val 4500"/>
            </a:avLst>
          </a:prstGeom>
          <a:solidFill>
            <a:srgbClr val="1B2A33"/>
          </a:solidFill>
          <a:ln>
            <a:no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71" name="Rounded Rectangle 4"/>
          <p:cNvSpPr/>
          <p:nvPr/>
        </p:nvSpPr>
        <p:spPr>
          <a:xfrm>
            <a:off x="841320" y="2103120"/>
            <a:ext cx="10506240" cy="383760"/>
          </a:xfrm>
          <a:prstGeom prst="roundRect">
            <a:avLst>
              <a:gd name="adj" fmla="val 10000"/>
            </a:avLst>
          </a:prstGeom>
          <a:solidFill>
            <a:srgbClr val="142027"/>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72" name="Oval 5"/>
          <p:cNvSpPr/>
          <p:nvPr/>
        </p:nvSpPr>
        <p:spPr>
          <a:xfrm>
            <a:off x="1042560" y="2226600"/>
            <a:ext cx="136800" cy="136800"/>
          </a:xfrm>
          <a:prstGeom prst="ellipse">
            <a:avLst/>
          </a:prstGeom>
          <a:solidFill>
            <a:srgbClr val="F55F5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73" name="Oval 6"/>
          <p:cNvSpPr/>
          <p:nvPr/>
        </p:nvSpPr>
        <p:spPr>
          <a:xfrm>
            <a:off x="1280160" y="2226600"/>
            <a:ext cx="136800" cy="136800"/>
          </a:xfrm>
          <a:prstGeom prst="ellipse">
            <a:avLst/>
          </a:prstGeom>
          <a:solidFill>
            <a:srgbClr val="F5BD2E"/>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74" name="Oval 7"/>
          <p:cNvSpPr/>
          <p:nvPr/>
        </p:nvSpPr>
        <p:spPr>
          <a:xfrm>
            <a:off x="1517760" y="2226600"/>
            <a:ext cx="136800" cy="136800"/>
          </a:xfrm>
          <a:prstGeom prst="ellipse">
            <a:avLst/>
          </a:prstGeom>
          <a:solidFill>
            <a:srgbClr val="27C93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75" name="TextBox 8"/>
          <p:cNvSpPr/>
          <p:nvPr/>
        </p:nvSpPr>
        <p:spPr>
          <a:xfrm>
            <a:off x="1984320" y="2176200"/>
            <a:ext cx="9226080" cy="168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100" b="0" strike="noStrike" spc="-1">
                <a:solidFill>
                  <a:srgbClr val="7E8C94"/>
                </a:solidFill>
                <a:latin typeface="Consolas"/>
              </a:rPr>
              <a:t>Program.cs</a:t>
            </a:r>
            <a:endParaRPr lang="en-US" sz="1100" b="0" strike="noStrike" spc="-1">
              <a:solidFill>
                <a:srgbClr val="000000"/>
              </a:solidFill>
              <a:latin typeface="Arial"/>
            </a:endParaRPr>
          </a:p>
        </p:txBody>
      </p:sp>
      <p:sp>
        <p:nvSpPr>
          <p:cNvPr id="276" name="TextBox 9"/>
          <p:cNvSpPr/>
          <p:nvPr/>
        </p:nvSpPr>
        <p:spPr>
          <a:xfrm>
            <a:off x="2898720" y="2615040"/>
            <a:ext cx="6391080" cy="247680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spcAft>
                <a:spcPts val="300"/>
              </a:spcAft>
            </a:pPr>
            <a:r>
              <a:rPr lang="en-US" sz="1250" b="0" strike="noStrike" spc="-1">
                <a:solidFill>
                  <a:srgbClr val="F29E4B"/>
                </a:solidFill>
                <a:latin typeface="Consolas"/>
              </a:rPr>
              <a:t>var</a:t>
            </a:r>
            <a:r>
              <a:rPr lang="en-US" sz="1250" b="0" strike="noStrike" spc="-1">
                <a:solidFill>
                  <a:srgbClr val="E7ECEF"/>
                </a:solidFill>
                <a:latin typeface="Consolas"/>
              </a:rPr>
              <a:t> schema = </a:t>
            </a:r>
            <a:r>
              <a:rPr lang="en-US" sz="1250" b="0" strike="noStrike" spc="-1">
                <a:solidFill>
                  <a:srgbClr val="9FC9E8"/>
                </a:solidFill>
                <a:latin typeface="Consolas"/>
              </a:rPr>
              <a:t>FhirVersion</a:t>
            </a:r>
            <a:r>
              <a:rPr lang="en-US" sz="1250" b="0" strike="noStrike" spc="-1">
                <a:solidFill>
                  <a:srgbClr val="E7ECEF"/>
                </a:solidFill>
                <a:latin typeface="Consolas"/>
              </a:rPr>
              <a:t>.R4.</a:t>
            </a:r>
            <a:r>
              <a:rPr lang="en-US" sz="1250" b="0" strike="noStrike" spc="-1">
                <a:solidFill>
                  <a:srgbClr val="6FD0C8"/>
                </a:solidFill>
                <a:latin typeface="Consolas"/>
              </a:rPr>
              <a:t>GetSchemaProvider</a:t>
            </a:r>
            <a:r>
              <a:rPr lang="en-US" sz="1250" b="0" strike="noStrike" spc="-1">
                <a:solidFill>
                  <a:srgbClr val="E7ECEF"/>
                </a:solidFill>
                <a:latin typeface="Consolas"/>
              </a:rPr>
              <a:t>();</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F29E4B"/>
                </a:solidFill>
                <a:latin typeface="Consolas"/>
              </a:rPr>
              <a:t>var</a:t>
            </a:r>
            <a:r>
              <a:rPr lang="en-US" sz="1250" b="0" strike="noStrike" spc="-1">
                <a:solidFill>
                  <a:srgbClr val="E7ECEF"/>
                </a:solidFill>
                <a:latin typeface="Consolas"/>
              </a:rPr>
              <a:t> viewDef = </a:t>
            </a:r>
            <a:r>
              <a:rPr lang="en-US" sz="1250" b="0" strike="noStrike" spc="-1">
                <a:solidFill>
                  <a:srgbClr val="9FC9E8"/>
                </a:solidFill>
                <a:latin typeface="Consolas"/>
              </a:rPr>
              <a:t>JsonSourceNodeFactory</a:t>
            </a:r>
            <a:r>
              <a:rPr lang="en-US" sz="1250" b="0" strike="noStrike" spc="-1">
                <a:solidFill>
                  <a:srgbClr val="E7ECEF"/>
                </a:solidFill>
                <a:latin typeface="Consolas"/>
              </a:rPr>
              <a:t>.Parse(</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File.ReadAllText(</a:t>
            </a:r>
            <a:r>
              <a:rPr lang="en-US" sz="1250" b="0" strike="noStrike" spc="-1">
                <a:solidFill>
                  <a:srgbClr val="6FD0C8"/>
                </a:solidFill>
                <a:latin typeface="Consolas"/>
              </a:rPr>
              <a:t>"patient-view.json"</a:t>
            </a:r>
            <a:r>
              <a:rPr lang="en-US" sz="1250" b="0" strike="noStrike" spc="-1">
                <a:solidFill>
                  <a:srgbClr val="E7ECEF"/>
                </a:solidFill>
                <a:latin typeface="Consolas"/>
              </a:rPr>
              <a:t>)).ToSourceNavigator();</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F29E4B"/>
                </a:solidFill>
                <a:latin typeface="Consolas"/>
              </a:rPr>
              <a:t>var</a:t>
            </a:r>
            <a:r>
              <a:rPr lang="en-US" sz="1250" b="0" strike="noStrike" spc="-1">
                <a:solidFill>
                  <a:srgbClr val="E7ECEF"/>
                </a:solidFill>
                <a:latin typeface="Consolas"/>
              </a:rPr>
              <a:t> patient = </a:t>
            </a:r>
            <a:r>
              <a:rPr lang="en-US" sz="1250" b="0" strike="noStrike" spc="-1">
                <a:solidFill>
                  <a:srgbClr val="9FC9E8"/>
                </a:solidFill>
                <a:latin typeface="Consolas"/>
              </a:rPr>
              <a:t>JsonSourceNodeFactory</a:t>
            </a:r>
            <a:r>
              <a:rPr lang="en-US" sz="1250" b="0" strike="noStrike" spc="-1">
                <a:solidFill>
                  <a:srgbClr val="E7ECEF"/>
                </a:solidFill>
                <a:latin typeface="Consolas"/>
              </a:rPr>
              <a:t>.Parse(</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File.ReadAllText(</a:t>
            </a:r>
            <a:r>
              <a:rPr lang="en-US" sz="1250" b="0" strike="noStrike" spc="-1">
                <a:solidFill>
                  <a:srgbClr val="6FD0C8"/>
                </a:solidFill>
                <a:latin typeface="Consolas"/>
              </a:rPr>
              <a:t>"patient.json"</a:t>
            </a:r>
            <a:r>
              <a:rPr lang="en-US" sz="1250" b="0" strike="noStrike" spc="-1">
                <a:solidFill>
                  <a:srgbClr val="E7ECEF"/>
                </a:solidFill>
                <a:latin typeface="Consolas"/>
              </a:rPr>
              <a:t>)).ToElement(schema);</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F29E4B"/>
                </a:solidFill>
                <a:latin typeface="Consolas"/>
              </a:rPr>
              <a:t>var</a:t>
            </a:r>
            <a:r>
              <a:rPr lang="en-US" sz="1250" b="0" strike="noStrike" spc="-1">
                <a:solidFill>
                  <a:srgbClr val="E7ECEF"/>
                </a:solidFill>
                <a:latin typeface="Consolas"/>
              </a:rPr>
              <a:t> evaluator = </a:t>
            </a:r>
            <a:r>
              <a:rPr lang="en-US" sz="1250" b="0" strike="noStrike" spc="-1">
                <a:solidFill>
                  <a:srgbClr val="F29E4B"/>
                </a:solidFill>
                <a:latin typeface="Consolas"/>
              </a:rPr>
              <a:t>new</a:t>
            </a:r>
            <a:r>
              <a:rPr lang="en-US" sz="1250" b="0" strike="noStrike" spc="-1">
                <a:solidFill>
                  <a:srgbClr val="E7ECEF"/>
                </a:solidFill>
                <a:latin typeface="Consolas"/>
              </a:rPr>
              <a:t> </a:t>
            </a:r>
            <a:r>
              <a:rPr lang="en-US" sz="1250" b="0" strike="noStrike" spc="-1">
                <a:solidFill>
                  <a:srgbClr val="9FC9E8"/>
                </a:solidFill>
                <a:latin typeface="Consolas"/>
              </a:rPr>
              <a:t>SqlOnFhirEvaluator</a:t>
            </a:r>
            <a:r>
              <a:rPr lang="en-US" sz="1250" b="0" strike="noStrike" spc="-1">
                <a:solidFill>
                  <a:srgbClr val="E7ECEF"/>
                </a:solidFill>
                <a:latin typeface="Consolas"/>
              </a:rPr>
              <a:t>();</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F29E4B"/>
                </a:solidFill>
                <a:latin typeface="Consolas"/>
              </a:rPr>
              <a:t>foreach</a:t>
            </a:r>
            <a:r>
              <a:rPr lang="en-US" sz="1250" b="0" strike="noStrike" spc="-1">
                <a:solidFill>
                  <a:srgbClr val="E7ECEF"/>
                </a:solidFill>
                <a:latin typeface="Consolas"/>
              </a:rPr>
              <a:t> (</a:t>
            </a:r>
            <a:r>
              <a:rPr lang="en-US" sz="1250" b="0" strike="noStrike" spc="-1">
                <a:solidFill>
                  <a:srgbClr val="F29E4B"/>
                </a:solidFill>
                <a:latin typeface="Consolas"/>
              </a:rPr>
              <a:t>var</a:t>
            </a:r>
            <a:r>
              <a:rPr lang="en-US" sz="1250" b="0" strike="noStrike" spc="-1">
                <a:solidFill>
                  <a:srgbClr val="E7ECEF"/>
                </a:solidFill>
                <a:latin typeface="Consolas"/>
              </a:rPr>
              <a:t> row </a:t>
            </a:r>
            <a:r>
              <a:rPr lang="en-US" sz="1250" b="0" strike="noStrike" spc="-1">
                <a:solidFill>
                  <a:srgbClr val="F29E4B"/>
                </a:solidFill>
                <a:latin typeface="Consolas"/>
              </a:rPr>
              <a:t>in</a:t>
            </a:r>
            <a:r>
              <a:rPr lang="en-US" sz="1250" b="0" strike="noStrike" spc="-1">
                <a:solidFill>
                  <a:srgbClr val="E7ECEF"/>
                </a:solidFill>
                <a:latin typeface="Consolas"/>
              </a:rPr>
              <a:t> evaluator.Evaluate(viewDef, patient))</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Console.WriteLine(</a:t>
            </a:r>
            <a:r>
              <a:rPr lang="en-US" sz="1250" b="0" strike="noStrike" spc="-1">
                <a:solidFill>
                  <a:srgbClr val="6FD0C8"/>
                </a:solidFill>
                <a:latin typeface="Consolas"/>
              </a:rPr>
              <a:t>$"{row["id"]} — {row["family_name"]}, {row["birth_date"]}"</a:t>
            </a:r>
            <a:r>
              <a:rPr lang="en-US" sz="1250" b="0" strike="noStrike" spc="-1">
                <a:solidFill>
                  <a:srgbClr val="E7ECEF"/>
                </a:solidFill>
                <a:latin typeface="Consolas"/>
              </a:rPr>
              <a:t>);</a:t>
            </a:r>
            <a:endParaRPr lang="en-US" sz="1250" b="0" strike="noStrike" spc="-1">
              <a:solidFill>
                <a:srgbClr val="000000"/>
              </a:solidFill>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7"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Let’s run it.</a:t>
            </a:r>
            <a:endParaRPr lang="en-US" sz="3600" b="0" strike="noStrike" spc="-1">
              <a:solidFill>
                <a:schemeClr val="dk1"/>
              </a:solidFill>
              <a:latin typeface="Calibri"/>
            </a:endParaRPr>
          </a:p>
        </p:txBody>
      </p:sp>
      <p:sp>
        <p:nvSpPr>
          <p:cNvPr id="278"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DEMO 1 · CLI</a:t>
            </a:r>
            <a:endParaRPr lang="en-US" sz="1200" b="0" strike="noStrike" spc="-1">
              <a:solidFill>
                <a:srgbClr val="000000"/>
              </a:solidFill>
              <a:latin typeface="Arial"/>
            </a:endParaRPr>
          </a:p>
        </p:txBody>
      </p:sp>
      <p:pic>
        <p:nvPicPr>
          <p:cNvPr id="279" name="Picture 3" descr="terminal.png"/>
          <p:cNvPicPr/>
          <p:nvPr/>
        </p:nvPicPr>
        <p:blipFill>
          <a:blip r:embed="rId3"/>
          <a:stretch/>
        </p:blipFill>
        <p:spPr>
          <a:xfrm>
            <a:off x="841320" y="2331720"/>
            <a:ext cx="914040" cy="914040"/>
          </a:xfrm>
          <a:prstGeom prst="rect">
            <a:avLst/>
          </a:prstGeom>
          <a:ln w="0">
            <a:noFill/>
          </a:ln>
        </p:spPr>
      </p:pic>
      <p:sp>
        <p:nvSpPr>
          <p:cNvPr id="280" name="TextBox 4"/>
          <p:cNvSpPr/>
          <p:nvPr/>
        </p:nvSpPr>
        <p:spPr>
          <a:xfrm>
            <a:off x="2075760" y="2605320"/>
            <a:ext cx="8229240" cy="45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3000" b="1" strike="noStrike" spc="-1">
                <a:solidFill>
                  <a:srgbClr val="222A2E"/>
                </a:solidFill>
                <a:latin typeface="Calibri"/>
              </a:rPr>
              <a:t>preview  →  validate  →  run  →  batch</a:t>
            </a:r>
            <a:endParaRPr lang="en-US" sz="3000" b="0" strike="noStrike" spc="-1">
              <a:solidFill>
                <a:srgbClr val="000000"/>
              </a:solidFill>
              <a:latin typeface="Arial"/>
            </a:endParaRPr>
          </a:p>
        </p:txBody>
      </p:sp>
      <p:sp>
        <p:nvSpPr>
          <p:cNvPr id="281" name="Rounded Rectangle 5"/>
          <p:cNvSpPr/>
          <p:nvPr/>
        </p:nvSpPr>
        <p:spPr>
          <a:xfrm>
            <a:off x="841320" y="3703320"/>
            <a:ext cx="10506240" cy="2148480"/>
          </a:xfrm>
          <a:prstGeom prst="roundRect">
            <a:avLst>
              <a:gd name="adj" fmla="val 4000"/>
            </a:avLst>
          </a:prstGeom>
          <a:solidFill>
            <a:srgbClr val="1B2A33"/>
          </a:solidFill>
          <a:ln>
            <a:no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82" name="TextBox 6"/>
          <p:cNvSpPr/>
          <p:nvPr/>
        </p:nvSpPr>
        <p:spPr>
          <a:xfrm>
            <a:off x="1207080" y="3931920"/>
            <a:ext cx="9774720" cy="974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20000"/>
              </a:lnSpc>
              <a:spcAft>
                <a:spcPts val="300"/>
              </a:spcAft>
            </a:pPr>
            <a:r>
              <a:rPr lang="en-US" sz="1300" b="0" strike="noStrike" spc="-1">
                <a:solidFill>
                  <a:srgbClr val="7E8C94"/>
                </a:solidFill>
                <a:latin typeface="Consolas"/>
              </a:rPr>
              <a:t># data pre-staged in demo/data/  (NDJSON patients +</a:t>
            </a:r>
            <a:endParaRPr lang="en-US" sz="1300" b="0" strike="noStrike" spc="-1">
              <a:solidFill>
                <a:srgbClr val="000000"/>
              </a:solidFill>
              <a:latin typeface="Arial"/>
            </a:endParaRPr>
          </a:p>
          <a:p>
            <a:pPr defTabSz="914400">
              <a:lnSpc>
                <a:spcPct val="120000"/>
              </a:lnSpc>
              <a:spcAft>
                <a:spcPts val="300"/>
              </a:spcAft>
            </a:pPr>
            <a:r>
              <a:rPr lang="en-US" sz="1300" b="0" strike="noStrike" spc="-1">
                <a:solidFill>
                  <a:srgbClr val="7E8C94"/>
                </a:solidFill>
                <a:latin typeface="Consolas"/>
              </a:rPr>
              <a:t>#  a patient ViewDefinition, generated by Ignixa.FhirFakes)</a:t>
            </a:r>
            <a:endParaRPr lang="en-US" sz="1300" b="0" strike="noStrike" spc="-1">
              <a:solidFill>
                <a:srgbClr val="000000"/>
              </a:solidFill>
              <a:latin typeface="Arial"/>
            </a:endParaRPr>
          </a:p>
          <a:p>
            <a:pPr defTabSz="914400">
              <a:lnSpc>
                <a:spcPct val="120000"/>
              </a:lnSpc>
              <a:spcAft>
                <a:spcPts val="300"/>
              </a:spcAft>
            </a:pPr>
            <a:r>
              <a:rPr lang="en-US" sz="700" b="0" strike="noStrike" spc="-1">
                <a:solidFill>
                  <a:srgbClr val="E7ECEF"/>
                </a:solidFill>
                <a:latin typeface="Consolas"/>
              </a:rPr>
              <a:t> </a:t>
            </a:r>
            <a:endParaRPr lang="en-US" sz="700" b="0" strike="noStrike" spc="-1">
              <a:solidFill>
                <a:srgbClr val="000000"/>
              </a:solidFill>
              <a:latin typeface="Arial"/>
            </a:endParaRPr>
          </a:p>
          <a:p>
            <a:pPr defTabSz="914400">
              <a:lnSpc>
                <a:spcPct val="120000"/>
              </a:lnSpc>
              <a:spcAft>
                <a:spcPts val="300"/>
              </a:spcAft>
            </a:pPr>
            <a:r>
              <a:rPr lang="en-US" sz="1400" b="1" strike="noStrike" spc="-1">
                <a:solidFill>
                  <a:srgbClr val="F26B21"/>
                </a:solidFill>
                <a:latin typeface="Consolas"/>
              </a:rPr>
              <a:t>$ </a:t>
            </a:r>
            <a:r>
              <a:rPr lang="en-US" sz="1400" b="0" strike="noStrike" spc="-1">
                <a:solidFill>
                  <a:srgbClr val="E7ECEF"/>
                </a:solidFill>
                <a:latin typeface="Consolas"/>
              </a:rPr>
              <a:t>ignixa-sqlonfhir </a:t>
            </a:r>
            <a:r>
              <a:rPr lang="en-US" sz="1400" b="1" strike="noStrike" spc="-1">
                <a:solidFill>
                  <a:srgbClr val="F29E4B"/>
                </a:solidFill>
                <a:latin typeface="Consolas"/>
              </a:rPr>
              <a:t>r4</a:t>
            </a:r>
            <a:r>
              <a:rPr lang="en-US" sz="1400" b="0" strike="noStrike" spc="-1">
                <a:solidFill>
                  <a:srgbClr val="E7ECEF"/>
                </a:solidFill>
                <a:latin typeface="Consolas"/>
              </a:rPr>
              <a:t> preview --views patient-view.json</a:t>
            </a:r>
            <a:endParaRPr lang="en-US" sz="1400" b="0" strike="noStrike" spc="-1">
              <a:solidFill>
                <a:srgbClr val="000000"/>
              </a:solidFill>
              <a:latin typeface="Arial"/>
            </a:endParaRPr>
          </a:p>
        </p:txBody>
      </p:sp>
      <p:sp>
        <p:nvSpPr>
          <p:cNvPr id="180" name="CrossPromo"/>
          <p:cNvSpPr/>
          <p:nvPr/>
        </p:nvSpPr>
        <p:spPr>
          <a:xfrm>
            <a:off x="841320" y="6030000"/>
            <a:ext cx="10506240" cy="280000"/>
          </a:xfrm>
          <a:prstGeom prst="rect">
            <a:avLst/>
          </a:prstGeom>
          <a:noFill/>
          <a:ln w="0">
            <a:noFill/>
          </a:ln>
        </p:spPr>
        <p:txBody>
          <a:bodyPr lIns="0" tIns="0" rIns="0" bIns="0" anchor="t"/>
          <a:lstStyle/>
          <a:p>
            <a:r>
              <a:rPr lang="en-US" sz="1300" i="1" spc="-1">
                <a:solidFill>
                  <a:srgbClr val="5C6B73"/>
                </a:solidFill>
                <a:latin typeface="Calibri"/>
              </a:rPr>
              <a:t>The test data is generated with Ignixa.FhirFakes — full story in </a:t>
            </a:r>
            <a:r>
              <a:rPr lang="en-US" sz="1300" b="1" i="1" spc="-1">
                <a:solidFill>
                  <a:srgbClr val="006E8C"/>
                </a:solidFill>
                <a:latin typeface="Calibri"/>
              </a:rPr>
              <a:t>“Fluent, Fast, and Fake” — tomorrow (Jun 17), 9:15 AM · Ski-U-Mah</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3"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CLI quick reference</a:t>
            </a:r>
            <a:endParaRPr lang="en-US" sz="3600" b="0" strike="noStrike" spc="-1">
              <a:solidFill>
                <a:schemeClr val="dk1"/>
              </a:solidFill>
              <a:latin typeface="Calibri"/>
            </a:endParaRPr>
          </a:p>
        </p:txBody>
      </p:sp>
      <p:sp>
        <p:nvSpPr>
          <p:cNvPr id="284"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KEEP THIS UP DURING THE DEMO</a:t>
            </a:r>
            <a:endParaRPr lang="en-US" sz="1200" b="0" strike="noStrike" spc="-1">
              <a:solidFill>
                <a:srgbClr val="000000"/>
              </a:solidFill>
              <a:latin typeface="Arial"/>
            </a:endParaRPr>
          </a:p>
        </p:txBody>
      </p:sp>
      <p:graphicFrame>
        <p:nvGraphicFramePr>
          <p:cNvPr id="285" name="Table 3"/>
          <p:cNvGraphicFramePr/>
          <p:nvPr/>
        </p:nvGraphicFramePr>
        <p:xfrm>
          <a:off x="841320" y="2121480"/>
          <a:ext cx="10515600" cy="3620880"/>
        </p:xfrm>
        <a:graphic>
          <a:graphicData uri="http://schemas.openxmlformats.org/drawingml/2006/table">
            <a:tbl>
              <a:tblPr/>
              <a:tblGrid>
                <a:gridCol w="6126480">
                  <a:extLst>
                    <a:ext uri="{9D8B030D-6E8A-4147-A177-3AD203B41FA5}">
                      <a16:colId xmlns:a16="http://schemas.microsoft.com/office/drawing/2014/main" val="20000"/>
                    </a:ext>
                  </a:extLst>
                </a:gridCol>
                <a:gridCol w="4389120">
                  <a:extLst>
                    <a:ext uri="{9D8B030D-6E8A-4147-A177-3AD203B41FA5}">
                      <a16:colId xmlns:a16="http://schemas.microsoft.com/office/drawing/2014/main" val="20001"/>
                    </a:ext>
                  </a:extLst>
                </a:gridCol>
              </a:tblGrid>
              <a:tr h="420480">
                <a:tc>
                  <a:txBody>
                    <a:bodyPr/>
                    <a:lstStyle/>
                    <a:p>
                      <a:pPr defTabSz="914400">
                        <a:lnSpc>
                          <a:spcPct val="100000"/>
                        </a:lnSpc>
                      </a:pPr>
                      <a:r>
                        <a:rPr lang="en-US" sz="1250" b="1" strike="noStrike" spc="-1">
                          <a:solidFill>
                            <a:srgbClr val="FFFFFF"/>
                          </a:solidFill>
                          <a:latin typeface="Calibri"/>
                        </a:rPr>
                        <a:t>Command</a:t>
                      </a:r>
                      <a:endParaRPr lang="en-US" sz="1250" b="0" strike="noStrike" spc="-1">
                        <a:solidFill>
                          <a:srgbClr val="FFFFFF"/>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91B9"/>
                    </a:solidFill>
                  </a:tcPr>
                </a:tc>
                <a:tc>
                  <a:txBody>
                    <a:bodyPr/>
                    <a:lstStyle/>
                    <a:p>
                      <a:pPr defTabSz="914400">
                        <a:lnSpc>
                          <a:spcPct val="100000"/>
                        </a:lnSpc>
                      </a:pPr>
                      <a:r>
                        <a:rPr lang="en-US" sz="1250" b="1" strike="noStrike" spc="-1">
                          <a:solidFill>
                            <a:srgbClr val="FFFFFF"/>
                          </a:solidFill>
                          <a:latin typeface="Calibri"/>
                        </a:rPr>
                        <a:t>What it does</a:t>
                      </a:r>
                      <a:endParaRPr lang="en-US" sz="1250" b="0" strike="noStrike" spc="-1">
                        <a:solidFill>
                          <a:srgbClr val="FFFFFF"/>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91B9"/>
                    </a:solidFill>
                  </a:tcPr>
                </a:tc>
                <a:extLst>
                  <a:ext uri="{0D108BD9-81ED-4DB2-BD59-A6C34878D82A}">
                    <a16:rowId xmlns:a16="http://schemas.microsoft.com/office/drawing/2014/main" val="10000"/>
                  </a:ext>
                </a:extLst>
              </a:tr>
              <a:tr h="457200">
                <a:tc>
                  <a:txBody>
                    <a:bodyPr/>
                    <a:lstStyle/>
                    <a:p>
                      <a:pPr defTabSz="914400">
                        <a:lnSpc>
                          <a:spcPct val="100000"/>
                        </a:lnSpc>
                      </a:pPr>
                      <a:r>
                        <a:rPr lang="en-US" sz="1150" b="0" strike="noStrike" spc="-1">
                          <a:solidFill>
                            <a:srgbClr val="444A4D"/>
                          </a:solidFill>
                          <a:latin typeface="Consolas"/>
                        </a:rPr>
                        <a:t>ignixa-sqlonfhir r4 preview --views &lt;file&gt;</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n-US" sz="1150" b="0" strike="noStrike" spc="-1">
                          <a:solidFill>
                            <a:srgbClr val="444A4D"/>
                          </a:solidFill>
                          <a:latin typeface="Calibri"/>
                        </a:rPr>
                        <a:t>Show schema without data</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extLst>
                  <a:ext uri="{0D108BD9-81ED-4DB2-BD59-A6C34878D82A}">
                    <a16:rowId xmlns:a16="http://schemas.microsoft.com/office/drawing/2014/main" val="10001"/>
                  </a:ext>
                </a:extLst>
              </a:tr>
              <a:tr h="457200">
                <a:tc>
                  <a:txBody>
                    <a:bodyPr/>
                    <a:lstStyle/>
                    <a:p>
                      <a:pPr defTabSz="914400">
                        <a:lnSpc>
                          <a:spcPct val="100000"/>
                        </a:lnSpc>
                      </a:pPr>
                      <a:r>
                        <a:rPr lang="en-US" sz="1150" b="0" strike="noStrike" spc="-1">
                          <a:solidFill>
                            <a:srgbClr val="444A4D"/>
                          </a:solidFill>
                          <a:latin typeface="Consolas"/>
                        </a:rPr>
                        <a:t>… preview --views &lt;f&gt; --input &lt;f&gt; --rows 10</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tc>
                  <a:txBody>
                    <a:bodyPr/>
                    <a:lstStyle/>
                    <a:p>
                      <a:pPr defTabSz="914400">
                        <a:lnSpc>
                          <a:spcPct val="100000"/>
                        </a:lnSpc>
                      </a:pPr>
                      <a:r>
                        <a:rPr lang="en-US" sz="1150" b="0" strike="noStrike" spc="-1">
                          <a:solidFill>
                            <a:srgbClr val="444A4D"/>
                          </a:solidFill>
                          <a:latin typeface="Calibri"/>
                        </a:rPr>
                        <a:t>Show sample rows</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extLst>
                  <a:ext uri="{0D108BD9-81ED-4DB2-BD59-A6C34878D82A}">
                    <a16:rowId xmlns:a16="http://schemas.microsoft.com/office/drawing/2014/main" val="10002"/>
                  </a:ext>
                </a:extLst>
              </a:tr>
              <a:tr h="457200">
                <a:tc>
                  <a:txBody>
                    <a:bodyPr/>
                    <a:lstStyle/>
                    <a:p>
                      <a:pPr defTabSz="914400">
                        <a:lnSpc>
                          <a:spcPct val="100000"/>
                        </a:lnSpc>
                      </a:pPr>
                      <a:r>
                        <a:rPr lang="en-US" sz="1150" b="0" strike="noStrike" spc="-1">
                          <a:solidFill>
                            <a:srgbClr val="444A4D"/>
                          </a:solidFill>
                          <a:latin typeface="Consolas"/>
                        </a:rPr>
                        <a:t>ignixa-sqlonfhir r4 validate --views &lt;dir&gt;</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n-US" sz="1150" b="0" strike="noStrike" spc="-1">
                          <a:solidFill>
                            <a:srgbClr val="444A4D"/>
                          </a:solidFill>
                          <a:latin typeface="Calibri"/>
                        </a:rPr>
                        <a:t>Validate all ViewDefinitions</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extLst>
                  <a:ext uri="{0D108BD9-81ED-4DB2-BD59-A6C34878D82A}">
                    <a16:rowId xmlns:a16="http://schemas.microsoft.com/office/drawing/2014/main" val="10003"/>
                  </a:ext>
                </a:extLst>
              </a:tr>
              <a:tr h="457200">
                <a:tc>
                  <a:txBody>
                    <a:bodyPr/>
                    <a:lstStyle/>
                    <a:p>
                      <a:pPr defTabSz="914400">
                        <a:lnSpc>
                          <a:spcPct val="100000"/>
                        </a:lnSpc>
                      </a:pPr>
                      <a:r>
                        <a:rPr lang="en-US" sz="1150" b="0" strike="noStrike" spc="-1">
                          <a:solidFill>
                            <a:srgbClr val="444A4D"/>
                          </a:solidFill>
                          <a:latin typeface="Consolas"/>
                        </a:rPr>
                        <a:t>… run --views &lt;f&gt; --input &lt;f&gt; --out file.parquet</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tc>
                  <a:txBody>
                    <a:bodyPr/>
                    <a:lstStyle/>
                    <a:p>
                      <a:pPr defTabSz="914400">
                        <a:lnSpc>
                          <a:spcPct val="100000"/>
                        </a:lnSpc>
                      </a:pPr>
                      <a:r>
                        <a:rPr lang="en-US" sz="1150" b="0" strike="noStrike" spc="-1">
                          <a:solidFill>
                            <a:srgbClr val="444A4D"/>
                          </a:solidFill>
                          <a:latin typeface="Calibri"/>
                        </a:rPr>
                        <a:t>Single Parquet output</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extLst>
                  <a:ext uri="{0D108BD9-81ED-4DB2-BD59-A6C34878D82A}">
                    <a16:rowId xmlns:a16="http://schemas.microsoft.com/office/drawing/2014/main" val="10004"/>
                  </a:ext>
                </a:extLst>
              </a:tr>
              <a:tr h="457200">
                <a:tc>
                  <a:txBody>
                    <a:bodyPr/>
                    <a:lstStyle/>
                    <a:p>
                      <a:pPr defTabSz="914400">
                        <a:lnSpc>
                          <a:spcPct val="100000"/>
                        </a:lnSpc>
                      </a:pPr>
                      <a:r>
                        <a:rPr lang="en-US" sz="1150" b="0" strike="noStrike" spc="-1">
                          <a:solidFill>
                            <a:srgbClr val="444A4D"/>
                          </a:solidFill>
                          <a:latin typeface="Consolas"/>
                        </a:rPr>
                        <a:t>… run --views &lt;dir&gt; --input &lt;dir&gt; --out d/ --format csv</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n-US" sz="1150" b="0" strike="noStrike" spc="-1">
                          <a:solidFill>
                            <a:srgbClr val="444A4D"/>
                          </a:solidFill>
                          <a:latin typeface="Calibri"/>
                        </a:rPr>
                        <a:t>Batch CSV output</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extLst>
                  <a:ext uri="{0D108BD9-81ED-4DB2-BD59-A6C34878D82A}">
                    <a16:rowId xmlns:a16="http://schemas.microsoft.com/office/drawing/2014/main" val="10005"/>
                  </a:ext>
                </a:extLst>
              </a:tr>
              <a:tr h="457200">
                <a:tc>
                  <a:txBody>
                    <a:bodyPr/>
                    <a:lstStyle/>
                    <a:p>
                      <a:pPr defTabSz="914400">
                        <a:lnSpc>
                          <a:spcPct val="100000"/>
                        </a:lnSpc>
                      </a:pPr>
                      <a:r>
                        <a:rPr lang="en-US" sz="1150" b="0" strike="noStrike" spc="-1">
                          <a:solidFill>
                            <a:srgbClr val="444A4D"/>
                          </a:solidFill>
                          <a:latin typeface="Consolas"/>
                        </a:rPr>
                        <a:t>--var name=value</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tc>
                  <a:txBody>
                    <a:bodyPr/>
                    <a:lstStyle/>
                    <a:p>
                      <a:pPr defTabSz="914400">
                        <a:lnSpc>
                          <a:spcPct val="100000"/>
                        </a:lnSpc>
                      </a:pPr>
                      <a:r>
                        <a:rPr lang="en-US" sz="1150" b="0" strike="noStrike" spc="-1">
                          <a:solidFill>
                            <a:srgbClr val="444A4D"/>
                          </a:solidFill>
                          <a:latin typeface="Calibri"/>
                        </a:rPr>
                        <a:t>Override ViewDefinition constants at runtime</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extLst>
                  <a:ext uri="{0D108BD9-81ED-4DB2-BD59-A6C34878D82A}">
                    <a16:rowId xmlns:a16="http://schemas.microsoft.com/office/drawing/2014/main" val="10006"/>
                  </a:ext>
                </a:extLst>
              </a:tr>
              <a:tr h="457200">
                <a:tc>
                  <a:txBody>
                    <a:bodyPr/>
                    <a:lstStyle/>
                    <a:p>
                      <a:pPr defTabSz="914400">
                        <a:lnSpc>
                          <a:spcPct val="100000"/>
                        </a:lnSpc>
                      </a:pPr>
                      <a:r>
                        <a:rPr lang="en-US" sz="1150" b="0" strike="noStrike" spc="-1">
                          <a:solidFill>
                            <a:srgbClr val="444A4D"/>
                          </a:solidFill>
                          <a:latin typeface="Consolas"/>
                        </a:rPr>
                        <a:t>--stats-out stats.json</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n-US" sz="1150" b="0" strike="noStrike" spc="-1">
                          <a:solidFill>
                            <a:srgbClr val="444A4D"/>
                          </a:solidFill>
                          <a:latin typeface="Calibri"/>
                        </a:rPr>
                        <a:t>Write batch statistics</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extLst>
                  <a:ext uri="{0D108BD9-81ED-4DB2-BD59-A6C34878D82A}">
                    <a16:rowId xmlns:a16="http://schemas.microsoft.com/office/drawing/2014/main" val="10007"/>
                  </a:ext>
                </a:extLst>
              </a:tr>
            </a:tbl>
          </a:graphicData>
        </a:graphic>
      </p:graphicFrame>
      <p:sp>
        <p:nvSpPr>
          <p:cNvPr id="286" name="TextBox 4"/>
          <p:cNvSpPr/>
          <p:nvPr/>
        </p:nvSpPr>
        <p:spPr>
          <a:xfrm>
            <a:off x="841320" y="576072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0" strike="noStrike" spc="-1">
                <a:solidFill>
                  <a:srgbClr val="444A4D"/>
                </a:solidFill>
                <a:latin typeface="Calibri"/>
              </a:rPr>
              <a:t>Pattern:  </a:t>
            </a:r>
            <a:r>
              <a:rPr lang="en-US" sz="1200" b="1" strike="noStrike" spc="-1">
                <a:solidFill>
                  <a:srgbClr val="222A2E"/>
                </a:solidFill>
                <a:latin typeface="Consolas"/>
              </a:rPr>
              <a:t>&lt;version&gt; &lt;command&gt; [options]</a:t>
            </a:r>
            <a:r>
              <a:rPr lang="en-US" sz="1200" b="0" strike="noStrike" spc="-1">
                <a:solidFill>
                  <a:srgbClr val="444A4D"/>
                </a:solidFill>
                <a:latin typeface="Calibri"/>
              </a:rPr>
              <a:t>     Versions:  </a:t>
            </a:r>
            <a:r>
              <a:rPr lang="en-US" sz="1200" b="1" strike="noStrike" spc="-1">
                <a:solidFill>
                  <a:srgbClr val="006E8C"/>
                </a:solidFill>
                <a:latin typeface="Consolas"/>
              </a:rPr>
              <a:t>stu3  r4  r4b  r5  r6</a:t>
            </a:r>
            <a:endParaRPr lang="en-US" sz="1200" b="0" strike="noStrike" spc="-1">
              <a:solidFill>
                <a:srgbClr val="000000"/>
              </a:solidFill>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7"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Now from C#.</a:t>
            </a:r>
            <a:endParaRPr lang="en-US" sz="3600" b="0" strike="noStrike" spc="-1">
              <a:solidFill>
                <a:schemeClr val="dk1"/>
              </a:solidFill>
              <a:latin typeface="Calibri"/>
            </a:endParaRPr>
          </a:p>
        </p:txBody>
      </p:sp>
      <p:sp>
        <p:nvSpPr>
          <p:cNvPr id="288"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DEMO 2 · LIBRARY</a:t>
            </a:r>
            <a:endParaRPr lang="en-US" sz="1200" b="0" strike="noStrike" spc="-1">
              <a:solidFill>
                <a:srgbClr val="000000"/>
              </a:solidFill>
              <a:latin typeface="Arial"/>
            </a:endParaRPr>
          </a:p>
        </p:txBody>
      </p:sp>
      <p:pic>
        <p:nvPicPr>
          <p:cNvPr id="289" name="Picture 3" descr="code.png"/>
          <p:cNvPicPr/>
          <p:nvPr/>
        </p:nvPicPr>
        <p:blipFill>
          <a:blip r:embed="rId3"/>
          <a:stretch/>
        </p:blipFill>
        <p:spPr>
          <a:xfrm>
            <a:off x="841320" y="2331720"/>
            <a:ext cx="914040" cy="914040"/>
          </a:xfrm>
          <a:prstGeom prst="rect">
            <a:avLst/>
          </a:prstGeom>
          <a:ln w="0">
            <a:noFill/>
          </a:ln>
        </p:spPr>
      </p:pic>
      <p:sp>
        <p:nvSpPr>
          <p:cNvPr id="290" name="TextBox 4"/>
          <p:cNvSpPr/>
          <p:nvPr/>
        </p:nvSpPr>
        <p:spPr>
          <a:xfrm>
            <a:off x="2075760" y="2605320"/>
            <a:ext cx="8229240" cy="45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3000" b="1" strike="noStrike" spc="-1">
                <a:solidFill>
                  <a:srgbClr val="222A2E"/>
                </a:solidFill>
                <a:latin typeface="Calibri"/>
              </a:rPr>
              <a:t>load  →  evaluate  →  print</a:t>
            </a:r>
            <a:endParaRPr lang="en-US" sz="3000" b="0" strike="noStrike" spc="-1">
              <a:solidFill>
                <a:srgbClr val="000000"/>
              </a:solidFill>
              <a:latin typeface="Arial"/>
            </a:endParaRPr>
          </a:p>
        </p:txBody>
      </p:sp>
      <p:sp>
        <p:nvSpPr>
          <p:cNvPr id="291" name="Rounded Rectangle 5"/>
          <p:cNvSpPr/>
          <p:nvPr/>
        </p:nvSpPr>
        <p:spPr>
          <a:xfrm>
            <a:off x="841320" y="3703320"/>
            <a:ext cx="10506240" cy="2148480"/>
          </a:xfrm>
          <a:prstGeom prst="roundRect">
            <a:avLst>
              <a:gd name="adj" fmla="val 4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92" name="Rectangle 6"/>
          <p:cNvSpPr/>
          <p:nvPr/>
        </p:nvSpPr>
        <p:spPr>
          <a:xfrm>
            <a:off x="841320" y="3703320"/>
            <a:ext cx="63720" cy="214848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93" name="TextBox 7"/>
          <p:cNvSpPr/>
          <p:nvPr/>
        </p:nvSpPr>
        <p:spPr>
          <a:xfrm>
            <a:off x="1207080" y="3977640"/>
            <a:ext cx="9774720" cy="1015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20000"/>
              </a:lnSpc>
              <a:spcAft>
                <a:spcPts val="400"/>
              </a:spcAft>
            </a:pPr>
            <a:r>
              <a:rPr lang="en-US" sz="1600" b="1" strike="noStrike" spc="-1">
                <a:solidFill>
                  <a:srgbClr val="222A2E"/>
                </a:solidFill>
                <a:latin typeface="Calibri"/>
              </a:rPr>
              <a:t>Same data, different entry point.</a:t>
            </a:r>
            <a:endParaRPr lang="en-US" sz="1600" b="0" strike="noStrike" spc="-1">
              <a:solidFill>
                <a:srgbClr val="000000"/>
              </a:solidFill>
              <a:latin typeface="Arial"/>
            </a:endParaRPr>
          </a:p>
          <a:p>
            <a:pPr defTabSz="914400">
              <a:lnSpc>
                <a:spcPct val="120000"/>
              </a:lnSpc>
              <a:spcAft>
                <a:spcPts val="400"/>
              </a:spcAft>
            </a:pPr>
            <a:r>
              <a:rPr lang="en-US" sz="600" b="0" strike="noStrike" spc="-1">
                <a:solidFill>
                  <a:srgbClr val="444A4D"/>
                </a:solidFill>
                <a:latin typeface="Calibri"/>
              </a:rPr>
              <a:t> </a:t>
            </a:r>
            <a:endParaRPr lang="en-US" sz="600" b="0" strike="noStrike" spc="-1">
              <a:solidFill>
                <a:srgbClr val="000000"/>
              </a:solidFill>
              <a:latin typeface="Arial"/>
            </a:endParaRPr>
          </a:p>
          <a:p>
            <a:pPr defTabSz="914400">
              <a:lnSpc>
                <a:spcPct val="120000"/>
              </a:lnSpc>
              <a:spcAft>
                <a:spcPts val="400"/>
              </a:spcAft>
            </a:pPr>
            <a:r>
              <a:rPr lang="en-US" sz="1400" b="0" strike="noStrike" spc="-1">
                <a:solidFill>
                  <a:srgbClr val="444A4D"/>
                </a:solidFill>
                <a:latin typeface="Calibri"/>
              </a:rPr>
              <a:t>This is what you’d write inside a data pipeline, a test, or a background job. Watch how thin the API surface is — demo2-library/Program.cs.</a:t>
            </a:r>
            <a:endParaRPr lang="en-US" sz="1400" b="0" strike="noStrike" spc="-1">
              <a:solidFill>
                <a:srgbClr val="000000"/>
              </a:solidFill>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dirty="0">
                <a:solidFill>
                  <a:srgbClr val="0091B9"/>
                </a:solidFill>
                <a:latin typeface="Calibri"/>
                <a:ea typeface="Calibri"/>
              </a:rPr>
              <a:t>What this unlocks for .NET</a:t>
            </a:r>
            <a:endParaRPr lang="en-US" sz="3600" b="0" strike="noStrike" spc="-1" dirty="0">
              <a:solidFill>
                <a:schemeClr val="dk1"/>
              </a:solidFill>
              <a:latin typeface="Calibri"/>
            </a:endParaRPr>
          </a:p>
        </p:txBody>
      </p:sp>
      <p:sp>
        <p:nvSpPr>
          <p:cNvPr id="308"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$EXPORT → VIEWDEFINITIONS → PARQUET → DATA LAKE</a:t>
            </a:r>
            <a:endParaRPr lang="en-US" sz="1200" b="0" strike="noStrike" spc="-1">
              <a:solidFill>
                <a:srgbClr val="000000"/>
              </a:solidFill>
              <a:latin typeface="Arial"/>
            </a:endParaRPr>
          </a:p>
        </p:txBody>
      </p:sp>
      <p:sp>
        <p:nvSpPr>
          <p:cNvPr id="309" name="Rounded Rectangle 3"/>
          <p:cNvSpPr/>
          <p:nvPr/>
        </p:nvSpPr>
        <p:spPr>
          <a:xfrm>
            <a:off x="841320" y="2194560"/>
            <a:ext cx="5069880" cy="11883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10" name="Rectangle 4"/>
          <p:cNvSpPr/>
          <p:nvPr/>
        </p:nvSpPr>
        <p:spPr>
          <a:xfrm>
            <a:off x="841320" y="2249280"/>
            <a:ext cx="63720" cy="10785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11" name="Picture 5" descr="dashboard.png"/>
          <p:cNvPicPr/>
          <p:nvPr/>
        </p:nvPicPr>
        <p:blipFill>
          <a:blip r:embed="rId3"/>
          <a:stretch/>
        </p:blipFill>
        <p:spPr>
          <a:xfrm>
            <a:off x="1115640" y="2523600"/>
            <a:ext cx="529920" cy="529920"/>
          </a:xfrm>
          <a:prstGeom prst="rect">
            <a:avLst/>
          </a:prstGeom>
          <a:ln w="0">
            <a:noFill/>
          </a:ln>
        </p:spPr>
      </p:pic>
      <p:sp>
        <p:nvSpPr>
          <p:cNvPr id="312" name="TextBox 6"/>
          <p:cNvSpPr/>
          <p:nvPr/>
        </p:nvSpPr>
        <p:spPr>
          <a:xfrm>
            <a:off x="1892880" y="2395800"/>
            <a:ext cx="3881160" cy="244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600" b="1" strike="noStrike" spc="-1">
                <a:solidFill>
                  <a:srgbClr val="222A2E"/>
                </a:solidFill>
                <a:latin typeface="Calibri"/>
              </a:rPr>
              <a:t>BI dashboards</a:t>
            </a:r>
            <a:endParaRPr lang="en-US" sz="1600" b="0" strike="noStrike" spc="-1">
              <a:solidFill>
                <a:srgbClr val="000000"/>
              </a:solidFill>
              <a:latin typeface="Arial"/>
            </a:endParaRPr>
          </a:p>
        </p:txBody>
      </p:sp>
      <p:sp>
        <p:nvSpPr>
          <p:cNvPr id="313" name="TextBox 7"/>
          <p:cNvSpPr/>
          <p:nvPr/>
        </p:nvSpPr>
        <p:spPr>
          <a:xfrm>
            <a:off x="1892880" y="2779920"/>
            <a:ext cx="3881160" cy="19178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0000"/>
              </a:lnSpc>
              <a:spcAft>
                <a:spcPts val="201"/>
              </a:spcAft>
            </a:pPr>
            <a:r>
              <a:rPr lang="en-US" sz="1200" b="0" strike="noStrike" spc="-1" dirty="0">
                <a:solidFill>
                  <a:srgbClr val="444A4D"/>
                </a:solidFill>
                <a:latin typeface="Calibri"/>
              </a:rPr>
              <a:t>Power BI </a:t>
            </a:r>
            <a:r>
              <a:rPr lang="en-US" sz="1200" spc="-1" dirty="0">
                <a:solidFill>
                  <a:srgbClr val="444A4D"/>
                </a:solidFill>
                <a:latin typeface="Calibri"/>
              </a:rPr>
              <a:t>/ Fabric </a:t>
            </a:r>
            <a:r>
              <a:rPr lang="en-US" sz="1200" b="0" strike="noStrike" spc="-1" dirty="0">
                <a:solidFill>
                  <a:srgbClr val="444A4D"/>
                </a:solidFill>
                <a:latin typeface="Calibri"/>
              </a:rPr>
              <a:t>on Parquet directly — no ETL middleware</a:t>
            </a:r>
            <a:endParaRPr lang="en-US" sz="1200" b="0" strike="noStrike" spc="-1" dirty="0">
              <a:solidFill>
                <a:srgbClr val="000000"/>
              </a:solidFill>
              <a:latin typeface="Arial"/>
            </a:endParaRPr>
          </a:p>
        </p:txBody>
      </p:sp>
      <p:sp>
        <p:nvSpPr>
          <p:cNvPr id="314" name="Rounded Rectangle 8"/>
          <p:cNvSpPr/>
          <p:nvPr/>
        </p:nvSpPr>
        <p:spPr>
          <a:xfrm>
            <a:off x="841320" y="3547800"/>
            <a:ext cx="5069880" cy="11883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15" name="Rectangle 9"/>
          <p:cNvSpPr/>
          <p:nvPr/>
        </p:nvSpPr>
        <p:spPr>
          <a:xfrm>
            <a:off x="841320" y="3602880"/>
            <a:ext cx="63720" cy="10785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16" name="Picture 10" descr="cohort.png"/>
          <p:cNvPicPr/>
          <p:nvPr/>
        </p:nvPicPr>
        <p:blipFill>
          <a:blip r:embed="rId4"/>
          <a:stretch/>
        </p:blipFill>
        <p:spPr>
          <a:xfrm>
            <a:off x="1115640" y="3877200"/>
            <a:ext cx="529920" cy="529920"/>
          </a:xfrm>
          <a:prstGeom prst="rect">
            <a:avLst/>
          </a:prstGeom>
          <a:ln w="0">
            <a:noFill/>
          </a:ln>
        </p:spPr>
      </p:pic>
      <p:sp>
        <p:nvSpPr>
          <p:cNvPr id="317" name="TextBox 11"/>
          <p:cNvSpPr/>
          <p:nvPr/>
        </p:nvSpPr>
        <p:spPr>
          <a:xfrm>
            <a:off x="1892880" y="3749040"/>
            <a:ext cx="3881160" cy="244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600" b="1" strike="noStrike" spc="-1">
                <a:solidFill>
                  <a:srgbClr val="222A2E"/>
                </a:solidFill>
                <a:latin typeface="Calibri"/>
              </a:rPr>
              <a:t>Research cohorts</a:t>
            </a:r>
            <a:endParaRPr lang="en-US" sz="1600" b="0" strike="noStrike" spc="-1">
              <a:solidFill>
                <a:srgbClr val="000000"/>
              </a:solidFill>
              <a:latin typeface="Arial"/>
            </a:endParaRPr>
          </a:p>
        </p:txBody>
      </p:sp>
      <p:sp>
        <p:nvSpPr>
          <p:cNvPr id="318" name="TextBox 12"/>
          <p:cNvSpPr/>
          <p:nvPr/>
        </p:nvSpPr>
        <p:spPr>
          <a:xfrm>
            <a:off x="1892880" y="4133160"/>
            <a:ext cx="3881160" cy="20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0000"/>
              </a:lnSpc>
              <a:spcAft>
                <a:spcPts val="201"/>
              </a:spcAft>
            </a:pPr>
            <a:r>
              <a:rPr lang="en-US" sz="1200" b="0" strike="noStrike" spc="-1">
                <a:solidFill>
                  <a:srgbClr val="444A4D"/>
                </a:solidFill>
                <a:latin typeface="Calibri"/>
              </a:rPr>
              <a:t>Reproducible ViewDefinitions as the extraction contract</a:t>
            </a:r>
            <a:endParaRPr lang="en-US" sz="1200" b="0" strike="noStrike" spc="-1">
              <a:solidFill>
                <a:srgbClr val="000000"/>
              </a:solidFill>
              <a:latin typeface="Arial"/>
            </a:endParaRPr>
          </a:p>
        </p:txBody>
      </p:sp>
      <p:sp>
        <p:nvSpPr>
          <p:cNvPr id="319" name="Rounded Rectangle 13"/>
          <p:cNvSpPr/>
          <p:nvPr/>
        </p:nvSpPr>
        <p:spPr>
          <a:xfrm>
            <a:off x="841320" y="4901040"/>
            <a:ext cx="5069880" cy="11883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20" name="Rectangle 14"/>
          <p:cNvSpPr/>
          <p:nvPr/>
        </p:nvSpPr>
        <p:spPr>
          <a:xfrm>
            <a:off x="841320" y="4956120"/>
            <a:ext cx="63720" cy="10785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21" name="Picture 15" descr="lake.png"/>
          <p:cNvPicPr/>
          <p:nvPr/>
        </p:nvPicPr>
        <p:blipFill>
          <a:blip r:embed="rId5"/>
          <a:stretch/>
        </p:blipFill>
        <p:spPr>
          <a:xfrm>
            <a:off x="1115640" y="5230440"/>
            <a:ext cx="529920" cy="529920"/>
          </a:xfrm>
          <a:prstGeom prst="rect">
            <a:avLst/>
          </a:prstGeom>
          <a:ln w="0">
            <a:noFill/>
          </a:ln>
        </p:spPr>
      </p:pic>
      <p:sp>
        <p:nvSpPr>
          <p:cNvPr id="322" name="TextBox 16"/>
          <p:cNvSpPr/>
          <p:nvPr/>
        </p:nvSpPr>
        <p:spPr>
          <a:xfrm>
            <a:off x="1892880" y="5102280"/>
            <a:ext cx="3881160" cy="244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600" b="1" strike="noStrike" spc="-1" dirty="0">
                <a:solidFill>
                  <a:srgbClr val="222A2E"/>
                </a:solidFill>
                <a:latin typeface="Calibri"/>
              </a:rPr>
              <a:t>Data lake pipelines</a:t>
            </a:r>
            <a:endParaRPr lang="en-US" sz="1600" b="0" strike="noStrike" spc="-1" dirty="0">
              <a:solidFill>
                <a:srgbClr val="000000"/>
              </a:solidFill>
              <a:latin typeface="Arial"/>
            </a:endParaRPr>
          </a:p>
        </p:txBody>
      </p:sp>
      <p:sp>
        <p:nvSpPr>
          <p:cNvPr id="323" name="TextBox 17"/>
          <p:cNvSpPr/>
          <p:nvPr/>
        </p:nvSpPr>
        <p:spPr>
          <a:xfrm>
            <a:off x="1892880" y="5486400"/>
            <a:ext cx="3881160" cy="20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0000"/>
              </a:lnSpc>
              <a:spcAft>
                <a:spcPts val="201"/>
              </a:spcAft>
            </a:pPr>
            <a:r>
              <a:rPr lang="en-US" sz="1200" b="0" strike="noStrike" spc="-1">
                <a:solidFill>
                  <a:srgbClr val="444A4D"/>
                </a:solidFill>
                <a:latin typeface="Calibri"/>
              </a:rPr>
              <a:t>$export NDJSON → ViewDefinitions → Parquet, one command</a:t>
            </a:r>
            <a:endParaRPr lang="en-US" sz="1200" b="0" strike="noStrike" spc="-1">
              <a:solidFill>
                <a:srgbClr val="000000"/>
              </a:solidFill>
              <a:latin typeface="Arial"/>
            </a:endParaRPr>
          </a:p>
        </p:txBody>
      </p:sp>
      <p:sp>
        <p:nvSpPr>
          <p:cNvPr id="324" name="Rounded Rectangle 18"/>
          <p:cNvSpPr/>
          <p:nvPr/>
        </p:nvSpPr>
        <p:spPr>
          <a:xfrm>
            <a:off x="6277320" y="2194560"/>
            <a:ext cx="5069880" cy="11883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25" name="Rectangle 19"/>
          <p:cNvSpPr/>
          <p:nvPr/>
        </p:nvSpPr>
        <p:spPr>
          <a:xfrm>
            <a:off x="6277320" y="2249280"/>
            <a:ext cx="63720" cy="10785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26" name="Picture 20" descr="ci.png"/>
          <p:cNvPicPr/>
          <p:nvPr/>
        </p:nvPicPr>
        <p:blipFill>
          <a:blip r:embed="rId6"/>
          <a:stretch/>
        </p:blipFill>
        <p:spPr>
          <a:xfrm>
            <a:off x="6551640" y="2523600"/>
            <a:ext cx="529920" cy="529920"/>
          </a:xfrm>
          <a:prstGeom prst="rect">
            <a:avLst/>
          </a:prstGeom>
          <a:ln w="0">
            <a:noFill/>
          </a:ln>
        </p:spPr>
      </p:pic>
      <p:sp>
        <p:nvSpPr>
          <p:cNvPr id="327" name="TextBox 21"/>
          <p:cNvSpPr/>
          <p:nvPr/>
        </p:nvSpPr>
        <p:spPr>
          <a:xfrm>
            <a:off x="7328880" y="2395800"/>
            <a:ext cx="3881160" cy="244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600" b="1" strike="noStrike" spc="-1">
                <a:solidFill>
                  <a:srgbClr val="222A2E"/>
                </a:solidFill>
                <a:latin typeface="Calibri"/>
              </a:rPr>
              <a:t>CI validation</a:t>
            </a:r>
            <a:endParaRPr lang="en-US" sz="1600" b="0" strike="noStrike" spc="-1">
              <a:solidFill>
                <a:srgbClr val="000000"/>
              </a:solidFill>
              <a:latin typeface="Arial"/>
            </a:endParaRPr>
          </a:p>
        </p:txBody>
      </p:sp>
      <p:sp>
        <p:nvSpPr>
          <p:cNvPr id="328" name="TextBox 22"/>
          <p:cNvSpPr/>
          <p:nvPr/>
        </p:nvSpPr>
        <p:spPr>
          <a:xfrm>
            <a:off x="7328880" y="2779920"/>
            <a:ext cx="3881160" cy="20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0000"/>
              </a:lnSpc>
              <a:spcAft>
                <a:spcPts val="201"/>
              </a:spcAft>
            </a:pPr>
            <a:r>
              <a:rPr lang="en-US" sz="1200" b="0" strike="noStrike" spc="-1">
                <a:solidFill>
                  <a:srgbClr val="444A4D"/>
                </a:solidFill>
                <a:latin typeface="Calibri"/>
              </a:rPr>
              <a:t>Validate ViewDefinitions against schema before deployment</a:t>
            </a:r>
            <a:endParaRPr lang="en-US" sz="1200" b="0" strike="noStrike" spc="-1">
              <a:solidFill>
                <a:srgbClr val="000000"/>
              </a:solidFill>
              <a:latin typeface="Arial"/>
            </a:endParaRPr>
          </a:p>
        </p:txBody>
      </p:sp>
      <p:sp>
        <p:nvSpPr>
          <p:cNvPr id="329" name="Rounded Rectangle 23"/>
          <p:cNvSpPr/>
          <p:nvPr/>
        </p:nvSpPr>
        <p:spPr>
          <a:xfrm>
            <a:off x="6277320" y="3547800"/>
            <a:ext cx="5069880" cy="11883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30" name="Rectangle 24"/>
          <p:cNvSpPr/>
          <p:nvPr/>
        </p:nvSpPr>
        <p:spPr>
          <a:xfrm>
            <a:off x="6277320" y="3602880"/>
            <a:ext cx="63720" cy="10785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31" name="Picture 25" descr="migrate.png"/>
          <p:cNvPicPr/>
          <p:nvPr/>
        </p:nvPicPr>
        <p:blipFill>
          <a:blip r:embed="rId7"/>
          <a:stretch/>
        </p:blipFill>
        <p:spPr>
          <a:xfrm>
            <a:off x="6551640" y="3877200"/>
            <a:ext cx="529920" cy="529920"/>
          </a:xfrm>
          <a:prstGeom prst="rect">
            <a:avLst/>
          </a:prstGeom>
          <a:ln w="0">
            <a:noFill/>
          </a:ln>
        </p:spPr>
      </p:pic>
      <p:sp>
        <p:nvSpPr>
          <p:cNvPr id="332" name="TextBox 26"/>
          <p:cNvSpPr/>
          <p:nvPr/>
        </p:nvSpPr>
        <p:spPr>
          <a:xfrm>
            <a:off x="7328880" y="3749040"/>
            <a:ext cx="3881160" cy="244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600" b="1" strike="noStrike" spc="-1">
                <a:solidFill>
                  <a:srgbClr val="222A2E"/>
                </a:solidFill>
                <a:latin typeface="Calibri"/>
              </a:rPr>
              <a:t>Multi-version migration</a:t>
            </a:r>
            <a:endParaRPr lang="en-US" sz="1600" b="0" strike="noStrike" spc="-1">
              <a:solidFill>
                <a:srgbClr val="000000"/>
              </a:solidFill>
              <a:latin typeface="Arial"/>
            </a:endParaRPr>
          </a:p>
        </p:txBody>
      </p:sp>
      <p:sp>
        <p:nvSpPr>
          <p:cNvPr id="333" name="TextBox 27"/>
          <p:cNvSpPr/>
          <p:nvPr/>
        </p:nvSpPr>
        <p:spPr>
          <a:xfrm>
            <a:off x="7328880" y="4133160"/>
            <a:ext cx="3881160" cy="20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0000"/>
              </a:lnSpc>
              <a:spcAft>
                <a:spcPts val="201"/>
              </a:spcAft>
            </a:pPr>
            <a:r>
              <a:rPr lang="en-US" sz="1200" b="0" strike="noStrike" spc="-1">
                <a:solidFill>
                  <a:srgbClr val="444A4D"/>
                </a:solidFill>
                <a:latin typeface="Calibri"/>
              </a:rPr>
              <a:t>Same ViewDefinition, different FHIR version flag</a:t>
            </a:r>
            <a:endParaRPr lang="en-US" sz="1200" b="0" strike="noStrike" spc="-1">
              <a:solidFill>
                <a:srgbClr val="000000"/>
              </a:solidFill>
              <a:latin typeface="Arial"/>
            </a:endParaRPr>
          </a:p>
        </p:txBody>
      </p:sp>
      <p:sp>
        <p:nvSpPr>
          <p:cNvPr id="334" name="Rounded Rectangle 28"/>
          <p:cNvSpPr/>
          <p:nvPr/>
        </p:nvSpPr>
        <p:spPr>
          <a:xfrm>
            <a:off x="6277320" y="4901040"/>
            <a:ext cx="5069880" cy="1188360"/>
          </a:xfrm>
          <a:prstGeom prst="roundRect">
            <a:avLst>
              <a:gd name="adj" fmla="val 6000"/>
            </a:avLst>
          </a:prstGeom>
          <a:solidFill>
            <a:srgbClr val="1B2A33"/>
          </a:solidFill>
          <a:ln>
            <a:no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35" name="TextBox 29"/>
          <p:cNvSpPr/>
          <p:nvPr/>
        </p:nvSpPr>
        <p:spPr>
          <a:xfrm>
            <a:off x="7327900" y="5080000"/>
            <a:ext cx="3810000" cy="593881"/>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chorCtr="0">
            <a:spAutoFit/>
          </a:bodyPr>
          <a:lstStyle/>
          <a:p>
            <a:pPr algn="l">
              <a:lnSpc>
                <a:spcPct val="100000"/>
              </a:lnSpc>
              <a:spcAft>
                <a:spcPts val="200"/>
              </a:spcAft>
            </a:pPr>
            <a:r>
              <a:rPr lang="en-US" sz="1100" b="1" dirty="0">
                <a:solidFill>
                  <a:srgbClr val="F5A800"/>
                </a:solidFill>
                <a:latin typeface="Calibri"/>
              </a:rPr>
              <a:t>RELATED TALK · WED, JUNE 17</a:t>
            </a:r>
          </a:p>
          <a:p>
            <a:pPr algn="l">
              <a:lnSpc>
                <a:spcPct val="100000"/>
              </a:lnSpc>
              <a:spcAft>
                <a:spcPts val="100"/>
              </a:spcAft>
            </a:pPr>
            <a:r>
              <a:rPr lang="en-US" sz="1300" b="1" dirty="0">
                <a:solidFill>
                  <a:srgbClr val="FFFFFF"/>
                </a:solidFill>
                <a:latin typeface="Calibri"/>
              </a:rPr>
              <a:t>Real-Time SQL Views: Subscriptions × SQLonFHIR</a:t>
            </a:r>
          </a:p>
          <a:p>
            <a:pPr algn="l">
              <a:lnSpc>
                <a:spcPct val="100000"/>
              </a:lnSpc>
            </a:pPr>
            <a:r>
              <a:rPr lang="en-US" sz="1100" dirty="0">
                <a:solidFill>
                  <a:srgbClr val="9FB1BA"/>
                </a:solidFill>
                <a:latin typeface="Calibri"/>
              </a:rPr>
              <a:t>Jared Erwin · 3:45 PM · Johnson Great</a:t>
            </a:r>
          </a:p>
        </p:txBody>
      </p:sp>
      <p:pic>
        <p:nvPicPr>
          <p:cNvPr id="336" name="Graphic 336" descr="Related talk presentation"/>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527800" y="5257800"/>
            <a:ext cx="558800" cy="558800"/>
          </a:xfrm>
          <a:prstGeom prst="rect">
            <a:avLst/>
          </a:prstGeom>
        </p:spPr>
      </p:pic>
    </p:spTree>
    <p:extLst>
      <p:ext uri="{BB962C8B-B14F-4D97-AF65-F5344CB8AC3E}">
        <p14:creationId xmlns:p14="http://schemas.microsoft.com/office/powerpoint/2010/main" val="18015491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6"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Try it.</a:t>
            </a:r>
            <a:endParaRPr lang="en-US" sz="3600" b="0" strike="noStrike" spc="-1">
              <a:solidFill>
                <a:schemeClr val="dk1"/>
              </a:solidFill>
              <a:latin typeface="Calibri"/>
            </a:endParaRPr>
          </a:p>
        </p:txBody>
      </p:sp>
      <p:sp>
        <p:nvSpPr>
          <p:cNvPr id="337"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THREE COMMANDS TO GET STARTED</a:t>
            </a:r>
            <a:endParaRPr lang="en-US" sz="1200" b="0" strike="noStrike" spc="-1">
              <a:solidFill>
                <a:srgbClr val="000000"/>
              </a:solidFill>
              <a:latin typeface="Arial"/>
            </a:endParaRPr>
          </a:p>
        </p:txBody>
      </p:sp>
      <p:sp>
        <p:nvSpPr>
          <p:cNvPr id="338" name="Rounded Rectangle 3"/>
          <p:cNvSpPr/>
          <p:nvPr/>
        </p:nvSpPr>
        <p:spPr>
          <a:xfrm>
            <a:off x="841320" y="2148840"/>
            <a:ext cx="6491880" cy="3200040"/>
          </a:xfrm>
          <a:prstGeom prst="roundRect">
            <a:avLst>
              <a:gd name="adj" fmla="val 4500"/>
            </a:avLst>
          </a:prstGeom>
          <a:solidFill>
            <a:srgbClr val="1B2A33"/>
          </a:solidFill>
          <a:ln>
            <a:no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39" name="Rounded Rectangle 4"/>
          <p:cNvSpPr/>
          <p:nvPr/>
        </p:nvSpPr>
        <p:spPr>
          <a:xfrm>
            <a:off x="841320" y="2148840"/>
            <a:ext cx="6491880" cy="383760"/>
          </a:xfrm>
          <a:prstGeom prst="roundRect">
            <a:avLst>
              <a:gd name="adj" fmla="val 10000"/>
            </a:avLst>
          </a:prstGeom>
          <a:solidFill>
            <a:srgbClr val="142027"/>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40" name="Oval 5"/>
          <p:cNvSpPr/>
          <p:nvPr/>
        </p:nvSpPr>
        <p:spPr>
          <a:xfrm>
            <a:off x="1042560" y="2272320"/>
            <a:ext cx="136800" cy="136800"/>
          </a:xfrm>
          <a:prstGeom prst="ellipse">
            <a:avLst/>
          </a:prstGeom>
          <a:solidFill>
            <a:srgbClr val="F55F5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41" name="Oval 6"/>
          <p:cNvSpPr/>
          <p:nvPr/>
        </p:nvSpPr>
        <p:spPr>
          <a:xfrm>
            <a:off x="1280160" y="2272320"/>
            <a:ext cx="136800" cy="136800"/>
          </a:xfrm>
          <a:prstGeom prst="ellipse">
            <a:avLst/>
          </a:prstGeom>
          <a:solidFill>
            <a:srgbClr val="F5BD2E"/>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42" name="Oval 7"/>
          <p:cNvSpPr/>
          <p:nvPr/>
        </p:nvSpPr>
        <p:spPr>
          <a:xfrm>
            <a:off x="1517760" y="2272320"/>
            <a:ext cx="136800" cy="136800"/>
          </a:xfrm>
          <a:prstGeom prst="ellipse">
            <a:avLst/>
          </a:prstGeom>
          <a:solidFill>
            <a:srgbClr val="27C93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43" name="TextBox 8"/>
          <p:cNvSpPr/>
          <p:nvPr/>
        </p:nvSpPr>
        <p:spPr>
          <a:xfrm>
            <a:off x="1984320" y="2221920"/>
            <a:ext cx="5211720" cy="168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100" b="0" strike="noStrike" spc="-1">
                <a:solidFill>
                  <a:srgbClr val="7E8C94"/>
                </a:solidFill>
                <a:latin typeface="Consolas"/>
              </a:rPr>
              <a:t>terminal</a:t>
            </a:r>
            <a:endParaRPr lang="en-US" sz="1100" b="0" strike="noStrike" spc="-1">
              <a:solidFill>
                <a:srgbClr val="000000"/>
              </a:solidFill>
              <a:latin typeface="Arial"/>
            </a:endParaRPr>
          </a:p>
        </p:txBody>
      </p:sp>
      <p:sp>
        <p:nvSpPr>
          <p:cNvPr id="344" name="TextBox 9"/>
          <p:cNvSpPr/>
          <p:nvPr/>
        </p:nvSpPr>
        <p:spPr>
          <a:xfrm>
            <a:off x="1956960" y="2660760"/>
            <a:ext cx="4260600" cy="209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spcAft>
                <a:spcPts val="300"/>
              </a:spcAft>
            </a:pPr>
            <a:r>
              <a:rPr lang="en-US" sz="1300" b="0" strike="noStrike" spc="-1">
                <a:solidFill>
                  <a:srgbClr val="7E8C94"/>
                </a:solidFill>
                <a:latin typeface="Consolas"/>
              </a:rPr>
              <a:t># library</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E7ECEF"/>
                </a:solidFill>
                <a:latin typeface="Consolas"/>
              </a:rPr>
              <a:t>dotnet add package </a:t>
            </a:r>
            <a:r>
              <a:rPr lang="en-US" sz="1300" b="0" strike="noStrike" spc="-1">
                <a:solidFill>
                  <a:srgbClr val="6FD0C8"/>
                </a:solidFill>
                <a:latin typeface="Consolas"/>
              </a:rPr>
              <a:t>Ignixa.SqlOnFhir</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E7ECEF"/>
                </a:solidFill>
                <a:latin typeface="Consolas"/>
              </a:rPr>
              <a:t> </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7E8C94"/>
                </a:solidFill>
                <a:latin typeface="Consolas"/>
              </a:rPr>
              <a:t># cli</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E7ECEF"/>
                </a:solidFill>
                <a:latin typeface="Consolas"/>
              </a:rPr>
              <a:t>dotnet tool install -g </a:t>
            </a:r>
            <a:r>
              <a:rPr lang="en-US" sz="1300" b="0" strike="noStrike" spc="-1">
                <a:solidFill>
                  <a:srgbClr val="6FD0C8"/>
                </a:solidFill>
                <a:latin typeface="Consolas"/>
              </a:rPr>
              <a:t>Ignixa.SqlOnFhir.Cli</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E7ECEF"/>
                </a:solidFill>
                <a:latin typeface="Consolas"/>
              </a:rPr>
              <a:t> </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7E8C94"/>
                </a:solidFill>
                <a:latin typeface="Consolas"/>
              </a:rPr>
              <a:t># run your first ViewDefinition</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E7ECEF"/>
                </a:solidFill>
                <a:latin typeface="Consolas"/>
              </a:rPr>
              <a:t>ignixa-sqlonfhir </a:t>
            </a:r>
            <a:r>
              <a:rPr lang="en-US" sz="1300" b="0" strike="noStrike" spc="-1">
                <a:solidFill>
                  <a:srgbClr val="F29E4B"/>
                </a:solidFill>
                <a:latin typeface="Consolas"/>
              </a:rPr>
              <a:t>r4</a:t>
            </a:r>
            <a:r>
              <a:rPr lang="en-US" sz="1300" b="0" strike="noStrike" spc="-1">
                <a:solidFill>
                  <a:srgbClr val="E7ECEF"/>
                </a:solidFill>
                <a:latin typeface="Consolas"/>
              </a:rPr>
              <a:t> preview \</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E7ECEF"/>
                </a:solidFill>
                <a:latin typeface="Consolas"/>
              </a:rPr>
              <a:t>  --views </a:t>
            </a:r>
            <a:r>
              <a:rPr lang="en-US" sz="1300" b="0" strike="noStrike" spc="-1">
                <a:solidFill>
                  <a:srgbClr val="9FC9E8"/>
                </a:solidFill>
                <a:latin typeface="Consolas"/>
              </a:rPr>
              <a:t>patient-view.json</a:t>
            </a:r>
            <a:endParaRPr lang="en-US" sz="1300" b="0" strike="noStrike" spc="-1">
              <a:solidFill>
                <a:srgbClr val="000000"/>
              </a:solidFill>
              <a:latin typeface="Arial"/>
            </a:endParaRPr>
          </a:p>
        </p:txBody>
      </p:sp>
      <p:sp>
        <p:nvSpPr>
          <p:cNvPr id="345" name="Rounded Rectangle 10"/>
          <p:cNvSpPr/>
          <p:nvPr/>
        </p:nvSpPr>
        <p:spPr>
          <a:xfrm>
            <a:off x="7635240" y="2148840"/>
            <a:ext cx="3711960" cy="9597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46" name="Rectangle 11"/>
          <p:cNvSpPr/>
          <p:nvPr/>
        </p:nvSpPr>
        <p:spPr>
          <a:xfrm>
            <a:off x="7635240" y="2203560"/>
            <a:ext cx="63720" cy="8499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47" name="Picture 12" descr="github.png"/>
          <p:cNvPicPr/>
          <p:nvPr/>
        </p:nvPicPr>
        <p:blipFill>
          <a:blip r:embed="rId3"/>
          <a:stretch/>
        </p:blipFill>
        <p:spPr>
          <a:xfrm>
            <a:off x="7891200" y="2395800"/>
            <a:ext cx="456840" cy="456840"/>
          </a:xfrm>
          <a:prstGeom prst="rect">
            <a:avLst/>
          </a:prstGeom>
          <a:ln w="0">
            <a:noFill/>
          </a:ln>
        </p:spPr>
      </p:pic>
      <p:sp>
        <p:nvSpPr>
          <p:cNvPr id="348" name="TextBox 13"/>
          <p:cNvSpPr/>
          <p:nvPr/>
        </p:nvSpPr>
        <p:spPr>
          <a:xfrm>
            <a:off x="8549640" y="2313360"/>
            <a:ext cx="2660400" cy="22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500" b="1" strike="noStrike" spc="-1">
                <a:solidFill>
                  <a:srgbClr val="222A2E"/>
                </a:solidFill>
                <a:latin typeface="Calibri"/>
              </a:rPr>
              <a:t>GitHub</a:t>
            </a:r>
            <a:endParaRPr lang="en-US" sz="1500" b="0" strike="noStrike" spc="-1">
              <a:solidFill>
                <a:srgbClr val="000000"/>
              </a:solidFill>
              <a:latin typeface="Arial"/>
            </a:endParaRPr>
          </a:p>
        </p:txBody>
      </p:sp>
      <p:sp>
        <p:nvSpPr>
          <p:cNvPr id="349" name="TextBox 14"/>
          <p:cNvSpPr/>
          <p:nvPr/>
        </p:nvSpPr>
        <p:spPr>
          <a:xfrm>
            <a:off x="8549640" y="2660760"/>
            <a:ext cx="2660400" cy="175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150" b="0" strike="noStrike" spc="-1">
                <a:solidFill>
                  <a:srgbClr val="006E8C"/>
                </a:solidFill>
                <a:latin typeface="Calibri"/>
              </a:rPr>
              <a:t>github.com/brendankowitz/ignixa-fhir</a:t>
            </a:r>
            <a:endParaRPr lang="en-US" sz="1150" b="0" strike="noStrike" spc="-1">
              <a:solidFill>
                <a:srgbClr val="000000"/>
              </a:solidFill>
              <a:latin typeface="Arial"/>
            </a:endParaRPr>
          </a:p>
        </p:txBody>
      </p:sp>
      <p:sp>
        <p:nvSpPr>
          <p:cNvPr id="350" name="Rounded Rectangle 15"/>
          <p:cNvSpPr/>
          <p:nvPr/>
        </p:nvSpPr>
        <p:spPr>
          <a:xfrm>
            <a:off x="7635240" y="3273480"/>
            <a:ext cx="3711960" cy="9597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51" name="Rectangle 16"/>
          <p:cNvSpPr/>
          <p:nvPr/>
        </p:nvSpPr>
        <p:spPr>
          <a:xfrm>
            <a:off x="7635240" y="3328560"/>
            <a:ext cx="63720" cy="8499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52" name="Picture 17" descr="book.png"/>
          <p:cNvPicPr/>
          <p:nvPr/>
        </p:nvPicPr>
        <p:blipFill>
          <a:blip r:embed="rId4"/>
          <a:stretch/>
        </p:blipFill>
        <p:spPr>
          <a:xfrm>
            <a:off x="7891200" y="3520440"/>
            <a:ext cx="456840" cy="456840"/>
          </a:xfrm>
          <a:prstGeom prst="rect">
            <a:avLst/>
          </a:prstGeom>
          <a:ln w="0">
            <a:noFill/>
          </a:ln>
        </p:spPr>
      </p:pic>
      <p:sp>
        <p:nvSpPr>
          <p:cNvPr id="353" name="TextBox 18"/>
          <p:cNvSpPr/>
          <p:nvPr/>
        </p:nvSpPr>
        <p:spPr>
          <a:xfrm>
            <a:off x="8549640" y="3438000"/>
            <a:ext cx="2660400" cy="22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500" b="1" strike="noStrike" spc="-1">
                <a:solidFill>
                  <a:srgbClr val="222A2E"/>
                </a:solidFill>
                <a:latin typeface="Calibri"/>
              </a:rPr>
              <a:t>Docs</a:t>
            </a:r>
            <a:endParaRPr lang="en-US" sz="1500" b="0" strike="noStrike" spc="-1">
              <a:solidFill>
                <a:srgbClr val="000000"/>
              </a:solidFill>
              <a:latin typeface="Arial"/>
            </a:endParaRPr>
          </a:p>
        </p:txBody>
      </p:sp>
      <p:sp>
        <p:nvSpPr>
          <p:cNvPr id="354" name="TextBox 19"/>
          <p:cNvSpPr/>
          <p:nvPr/>
        </p:nvSpPr>
        <p:spPr>
          <a:xfrm>
            <a:off x="8549640" y="3785760"/>
            <a:ext cx="2660400" cy="175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150" b="0" strike="noStrike" spc="-1">
                <a:solidFill>
                  <a:srgbClr val="006E8C"/>
                </a:solidFill>
                <a:latin typeface="Calibri"/>
              </a:rPr>
              <a:t>brendankowitz.github.io/ignixa-fhir</a:t>
            </a:r>
            <a:endParaRPr lang="en-US" sz="1150" b="0" strike="noStrike" spc="-1">
              <a:solidFill>
                <a:srgbClr val="000000"/>
              </a:solidFill>
              <a:latin typeface="Arial"/>
            </a:endParaRPr>
          </a:p>
        </p:txBody>
      </p:sp>
      <p:sp>
        <p:nvSpPr>
          <p:cNvPr id="355" name="Rounded Rectangle 20"/>
          <p:cNvSpPr/>
          <p:nvPr/>
        </p:nvSpPr>
        <p:spPr>
          <a:xfrm>
            <a:off x="7635240" y="4398120"/>
            <a:ext cx="3711960" cy="9597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56" name="Rectangle 21"/>
          <p:cNvSpPr/>
          <p:nvPr/>
        </p:nvSpPr>
        <p:spPr>
          <a:xfrm>
            <a:off x="7635240" y="4453200"/>
            <a:ext cx="63720" cy="8499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57" name="Picture 22" descr="check.png"/>
          <p:cNvPicPr/>
          <p:nvPr/>
        </p:nvPicPr>
        <p:blipFill>
          <a:blip r:embed="rId5"/>
          <a:stretch/>
        </p:blipFill>
        <p:spPr>
          <a:xfrm>
            <a:off x="7891200" y="4645080"/>
            <a:ext cx="456840" cy="456840"/>
          </a:xfrm>
          <a:prstGeom prst="rect">
            <a:avLst/>
          </a:prstGeom>
          <a:ln w="0">
            <a:noFill/>
          </a:ln>
        </p:spPr>
      </p:pic>
      <p:sp>
        <p:nvSpPr>
          <p:cNvPr id="358" name="TextBox 23"/>
          <p:cNvSpPr/>
          <p:nvPr/>
        </p:nvSpPr>
        <p:spPr>
          <a:xfrm>
            <a:off x="8549640" y="4726007"/>
            <a:ext cx="2660400" cy="22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500" b="1" strike="noStrike" spc="-1" dirty="0">
                <a:solidFill>
                  <a:srgbClr val="222A2E"/>
                </a:solidFill>
                <a:latin typeface="Calibri"/>
              </a:rPr>
              <a:t>MIT licensed</a:t>
            </a:r>
            <a:endParaRPr lang="en-US" sz="1500" b="0" strike="noStrike" spc="-1" dirty="0">
              <a:solidFill>
                <a:srgbClr val="000000"/>
              </a:solidFill>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0"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Contact</a:t>
            </a:r>
            <a:endParaRPr lang="en-US" sz="3600" b="0" strike="noStrike" spc="-1">
              <a:solidFill>
                <a:schemeClr val="dk1"/>
              </a:solidFill>
              <a:latin typeface="Calibri"/>
            </a:endParaRPr>
          </a:p>
        </p:txBody>
      </p:sp>
      <p:sp>
        <p:nvSpPr>
          <p:cNvPr id="361" name="TextBox 2"/>
          <p:cNvSpPr/>
          <p:nvPr/>
        </p:nvSpPr>
        <p:spPr>
          <a:xfrm>
            <a:off x="841320" y="2194560"/>
            <a:ext cx="7314840" cy="244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600" b="0" strike="noStrike" spc="-1">
                <a:solidFill>
                  <a:srgbClr val="444A4D"/>
                </a:solidFill>
                <a:latin typeface="Calibri"/>
              </a:rPr>
              <a:t>You can find / reach me here:</a:t>
            </a:r>
            <a:endParaRPr lang="en-US" sz="1600" b="0" strike="noStrike" spc="-1">
              <a:solidFill>
                <a:srgbClr val="000000"/>
              </a:solidFill>
              <a:latin typeface="Arial"/>
            </a:endParaRPr>
          </a:p>
        </p:txBody>
      </p:sp>
      <p:sp>
        <p:nvSpPr>
          <p:cNvPr id="362" name="Rounded Rectangle 3"/>
          <p:cNvSpPr/>
          <p:nvPr/>
        </p:nvSpPr>
        <p:spPr>
          <a:xfrm>
            <a:off x="841320" y="5473700"/>
            <a:ext cx="7680600" cy="86832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63" name="Rectangle 4"/>
          <p:cNvSpPr/>
          <p:nvPr/>
        </p:nvSpPr>
        <p:spPr>
          <a:xfrm>
            <a:off x="841320" y="5537200"/>
            <a:ext cx="63720" cy="75852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64" name="Picture 5" descr="github.png"/>
          <p:cNvPicPr/>
          <p:nvPr/>
        </p:nvPicPr>
        <p:blipFill>
          <a:blip r:embed="rId3"/>
          <a:stretch/>
        </p:blipFill>
        <p:spPr>
          <a:xfrm>
            <a:off x="1115640" y="5676900"/>
            <a:ext cx="456840" cy="456840"/>
          </a:xfrm>
          <a:prstGeom prst="rect">
            <a:avLst/>
          </a:prstGeom>
          <a:ln w="0">
            <a:noFill/>
          </a:ln>
        </p:spPr>
      </p:pic>
      <p:sp>
        <p:nvSpPr>
          <p:cNvPr id="365" name="TextBox 6"/>
          <p:cNvSpPr/>
          <p:nvPr/>
        </p:nvSpPr>
        <p:spPr>
          <a:xfrm>
            <a:off x="1801440" y="5626100"/>
            <a:ext cx="6400440" cy="22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500" b="1" strike="noStrike" spc="-1">
                <a:solidFill>
                  <a:srgbClr val="222A2E"/>
                </a:solidFill>
                <a:latin typeface="Calibri"/>
              </a:rPr>
              <a:t>GitHub</a:t>
            </a:r>
            <a:endParaRPr lang="en-US" sz="1500" b="0" strike="noStrike" spc="-1">
              <a:solidFill>
                <a:srgbClr val="000000"/>
              </a:solidFill>
              <a:latin typeface="Arial"/>
            </a:endParaRPr>
          </a:p>
        </p:txBody>
      </p:sp>
      <p:sp>
        <p:nvSpPr>
          <p:cNvPr id="366" name="TextBox 7"/>
          <p:cNvSpPr/>
          <p:nvPr/>
        </p:nvSpPr>
        <p:spPr>
          <a:xfrm>
            <a:off x="1801440" y="5956300"/>
            <a:ext cx="6400440" cy="190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50" b="0" strike="noStrike" spc="-1">
                <a:solidFill>
                  <a:srgbClr val="006E8C"/>
                </a:solidFill>
                <a:latin typeface="Consolas"/>
              </a:rPr>
              <a:t>github.com/brendankowitz/ignixa-fhir</a:t>
            </a:r>
            <a:endParaRPr lang="en-US" sz="1250" b="0" strike="noStrike" spc="-1">
              <a:solidFill>
                <a:srgbClr val="000000"/>
              </a:solidFill>
              <a:latin typeface="Arial"/>
            </a:endParaRPr>
          </a:p>
        </p:txBody>
      </p:sp>
      <p:sp>
        <p:nvSpPr>
          <p:cNvPr id="367" name="Rounded Rectangle 8"/>
          <p:cNvSpPr/>
          <p:nvPr/>
        </p:nvSpPr>
        <p:spPr>
          <a:xfrm>
            <a:off x="841320" y="2540000"/>
            <a:ext cx="7680600" cy="86832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68" name="Rectangle 9"/>
          <p:cNvSpPr/>
          <p:nvPr/>
        </p:nvSpPr>
        <p:spPr>
          <a:xfrm>
            <a:off x="841320" y="2590800"/>
            <a:ext cx="63720" cy="75852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70" name="TextBox 11"/>
          <p:cNvSpPr/>
          <p:nvPr/>
        </p:nvSpPr>
        <p:spPr>
          <a:xfrm>
            <a:off x="1801440" y="2679700"/>
            <a:ext cx="6400440" cy="22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500" b="1" strike="noStrike" spc="-1">
                <a:solidFill>
                  <a:srgbClr val="222A2E"/>
                </a:solidFill>
                <a:latin typeface="Calibri"/>
                <a:ea typeface="Calibri"/>
                <a:cs typeface="Calibri"/>
              </a:rPr>
              <a:t>Speaker's Gallery</a:t>
            </a:r>
          </a:p>
        </p:txBody>
      </p:sp>
      <p:sp>
        <p:nvSpPr>
          <p:cNvPr id="371" name="TextBox 12"/>
          <p:cNvSpPr/>
          <p:nvPr/>
        </p:nvSpPr>
        <p:spPr>
          <a:xfrm>
            <a:off x="1801440" y="3009900"/>
            <a:ext cx="6400440" cy="190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50" strike="noStrike" spc="-1">
                <a:solidFill>
                  <a:srgbClr val="006E8C"/>
                </a:solidFill>
                <a:latin typeface="Calibri"/>
                <a:ea typeface="Calibri"/>
                <a:cs typeface="Calibri"/>
              </a:rPr>
              <a:t>Via the DevDays app</a:t>
            </a:r>
          </a:p>
        </p:txBody>
      </p:sp>
      <p:sp>
        <p:nvSpPr>
          <p:cNvPr id="372" name="Rounded Rectangle 13"/>
          <p:cNvSpPr/>
          <p:nvPr/>
        </p:nvSpPr>
        <p:spPr>
          <a:xfrm>
            <a:off x="841320" y="3517900"/>
            <a:ext cx="7680600" cy="86832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73" name="Rectangle 14"/>
          <p:cNvSpPr/>
          <p:nvPr/>
        </p:nvSpPr>
        <p:spPr>
          <a:xfrm>
            <a:off x="841320" y="3568700"/>
            <a:ext cx="63720" cy="75852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75" name="TextBox 16"/>
          <p:cNvSpPr/>
          <p:nvPr/>
        </p:nvSpPr>
        <p:spPr>
          <a:xfrm>
            <a:off x="1801440" y="3657600"/>
            <a:ext cx="6400440" cy="22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500" b="1" strike="noStrike" spc="-1">
                <a:solidFill>
                  <a:srgbClr val="222A2E"/>
                </a:solidFill>
                <a:latin typeface="Calibri"/>
                <a:ea typeface="Calibri"/>
                <a:cs typeface="Calibri"/>
              </a:rPr>
              <a:t>Email</a:t>
            </a:r>
          </a:p>
        </p:txBody>
      </p:sp>
      <p:sp>
        <p:nvSpPr>
          <p:cNvPr id="376" name="TextBox 17"/>
          <p:cNvSpPr/>
          <p:nvPr/>
        </p:nvSpPr>
        <p:spPr>
          <a:xfrm>
            <a:off x="1801440" y="3987800"/>
            <a:ext cx="6400440" cy="190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50" strike="noStrike" spc="-1" dirty="0">
                <a:solidFill>
                  <a:srgbClr val="006E8C"/>
                </a:solidFill>
                <a:latin typeface="Consolas"/>
              </a:rPr>
              <a:t>bkowitz@microsoft.com</a:t>
            </a:r>
          </a:p>
        </p:txBody>
      </p:sp>
      <p:sp>
        <p:nvSpPr>
          <p:cNvPr id="2" name="BskyCard">
            <a:extLst>
              <a:ext uri="{FF2B5EF4-FFF2-40B4-BE49-F238E27FC236}">
                <a16:creationId xmlns:a16="http://schemas.microsoft.com/office/drawing/2014/main" id="{22E56561-D19E-41F2-85F2-57FD3E5AB692}"/>
              </a:ext>
            </a:extLst>
          </p:cNvPr>
          <p:cNvSpPr/>
          <p:nvPr/>
        </p:nvSpPr>
        <p:spPr>
          <a:xfrm>
            <a:off x="838200" y="4495800"/>
            <a:ext cx="7683500" cy="863600"/>
          </a:xfrm>
          <a:prstGeom prst="roundRect">
            <a:avLst/>
          </a:prstGeom>
          <a:solidFill>
            <a:srgbClr val="FFF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BskyBar">
            <a:extLst>
              <a:ext uri="{FF2B5EF4-FFF2-40B4-BE49-F238E27FC236}">
                <a16:creationId xmlns:a16="http://schemas.microsoft.com/office/drawing/2014/main" id="{CB7A5CE6-4F88-4D22-8C1C-E50EE4066356}"/>
              </a:ext>
            </a:extLst>
          </p:cNvPr>
          <p:cNvSpPr/>
          <p:nvPr/>
        </p:nvSpPr>
        <p:spPr>
          <a:xfrm>
            <a:off x="838200" y="4559300"/>
            <a:ext cx="63500" cy="762000"/>
          </a:xfrm>
          <a:prstGeom prst="rect">
            <a:avLst/>
          </a:prstGeom>
          <a:solidFill>
            <a:srgbClr val="0091B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BskyTitle">
            <a:extLst>
              <a:ext uri="{FF2B5EF4-FFF2-40B4-BE49-F238E27FC236}">
                <a16:creationId xmlns:a16="http://schemas.microsoft.com/office/drawing/2014/main" id="{55AFFABA-9B2A-4A85-B447-032AC349B4D2}"/>
              </a:ext>
            </a:extLst>
          </p:cNvPr>
          <p:cNvSpPr txBox="1"/>
          <p:nvPr/>
        </p:nvSpPr>
        <p:spPr>
          <a:xfrm>
            <a:off x="1803400" y="4648200"/>
            <a:ext cx="6400800" cy="228600"/>
          </a:xfrm>
          <a:prstGeom prst="rect">
            <a:avLst/>
          </a:prstGeom>
          <a:noFill/>
        </p:spPr>
        <p:txBody>
          <a:bodyPr vertOverflow="overflow" vert="horz" wrap="square" rtlCol="0" anchor="t">
            <a:spAutoFit/>
          </a:bodyPr>
          <a:lstStyle/>
          <a:p>
            <a:r>
              <a:rPr lang="en-US" sz="1500" b="1">
                <a:solidFill>
                  <a:srgbClr val="222A2E"/>
                </a:solidFill>
                <a:latin typeface="Calibri"/>
                <a:ea typeface="Calibri"/>
                <a:cs typeface="Calibri"/>
              </a:rPr>
              <a:t>Bluesky</a:t>
            </a:r>
          </a:p>
        </p:txBody>
      </p:sp>
      <p:sp>
        <p:nvSpPr>
          <p:cNvPr id="5" name="BskySub">
            <a:extLst>
              <a:ext uri="{FF2B5EF4-FFF2-40B4-BE49-F238E27FC236}">
                <a16:creationId xmlns:a16="http://schemas.microsoft.com/office/drawing/2014/main" id="{833894D4-8644-4FCE-A73C-29DF4C2127DD}"/>
              </a:ext>
            </a:extLst>
          </p:cNvPr>
          <p:cNvSpPr txBox="1"/>
          <p:nvPr/>
        </p:nvSpPr>
        <p:spPr>
          <a:xfrm>
            <a:off x="1803400" y="4978400"/>
            <a:ext cx="6400800" cy="190500"/>
          </a:xfrm>
          <a:prstGeom prst="rect">
            <a:avLst/>
          </a:prstGeom>
          <a:noFill/>
        </p:spPr>
        <p:txBody>
          <a:bodyPr vertOverflow="overflow" vert="horz" wrap="square" rtlCol="0" anchor="t">
            <a:spAutoFit/>
          </a:bodyPr>
          <a:lstStyle/>
          <a:p>
            <a:r>
              <a:rPr lang="en-US" sz="1250">
                <a:solidFill>
                  <a:srgbClr val="006E8C"/>
                </a:solidFill>
                <a:latin typeface="Consolas"/>
              </a:rPr>
              <a:t>@brendankowitz.bsky.social</a:t>
            </a:r>
          </a:p>
        </p:txBody>
      </p:sp>
      <p:pic>
        <p:nvPicPr>
          <p:cNvPr id="378" name="Graphic 378" descr="Email ic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7600" y="3721100"/>
            <a:ext cx="457200" cy="457200"/>
          </a:xfrm>
          <a:prstGeom prst="rect">
            <a:avLst/>
          </a:prstGeom>
        </p:spPr>
      </p:pic>
      <p:pic>
        <p:nvPicPr>
          <p:cNvPr id="501" name="BlueskyLogo"/>
          <p:cNvPicPr>
            <a:picLocks noChangeAspect="1"/>
          </p:cNvPicPr>
          <p:nvPr/>
        </p:nvPicPr>
        <p:blipFill>
          <a:blip r:embed="rId5"/>
          <a:stretch>
            <a:fillRect/>
          </a:stretch>
        </p:blipFill>
        <p:spPr>
          <a:xfrm>
            <a:off x="1104900" y="4724400"/>
            <a:ext cx="482600" cy="419100"/>
          </a:xfrm>
          <a:prstGeom prst="rect">
            <a:avLst/>
          </a:prstGeom>
        </p:spPr>
      </p:pic>
      <p:sp>
        <p:nvSpPr>
          <p:cNvPr id="6" name="HeadCircle">
            <a:extLst>
              <a:ext uri="{FF2B5EF4-FFF2-40B4-BE49-F238E27FC236}">
                <a16:creationId xmlns:a16="http://schemas.microsoft.com/office/drawing/2014/main" id="{0D27B32F-5D64-412F-B92D-6F780AF3D5C4}"/>
              </a:ext>
            </a:extLst>
          </p:cNvPr>
          <p:cNvSpPr/>
          <p:nvPr/>
        </p:nvSpPr>
        <p:spPr>
          <a:xfrm>
            <a:off x="1257300" y="2743200"/>
            <a:ext cx="190500" cy="190500"/>
          </a:xfrm>
          <a:prstGeom prst="ellipse">
            <a:avLst/>
          </a:prstGeom>
          <a:solidFill>
            <a:srgbClr val="0091B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HeadBody">
            <a:extLst>
              <a:ext uri="{FF2B5EF4-FFF2-40B4-BE49-F238E27FC236}">
                <a16:creationId xmlns:a16="http://schemas.microsoft.com/office/drawing/2014/main" id="{CC661975-E8D7-475F-8BA9-9EDFCB409A5A}"/>
              </a:ext>
            </a:extLst>
          </p:cNvPr>
          <p:cNvSpPr/>
          <p:nvPr/>
        </p:nvSpPr>
        <p:spPr>
          <a:xfrm>
            <a:off x="1155700" y="2933700"/>
            <a:ext cx="393700" cy="228600"/>
          </a:xfrm>
          <a:prstGeom prst="trapezoid">
            <a:avLst/>
          </a:prstGeom>
          <a:solidFill>
            <a:srgbClr val="0091B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8784130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7" name="PlaceHolder 1"/>
          <p:cNvSpPr>
            <a:spLocks noGrp="1"/>
          </p:cNvSpPr>
          <p:nvPr>
            <p:ph type="title"/>
          </p:nvPr>
        </p:nvSpPr>
        <p:spPr>
          <a:xfrm>
            <a:off x="838200" y="1043640"/>
            <a:ext cx="10515240" cy="886320"/>
          </a:xfrm>
          <a:prstGeom prst="rect">
            <a:avLst/>
          </a:prstGeom>
          <a:noFill/>
          <a:ln w="0">
            <a:noFill/>
          </a:ln>
        </p:spPr>
        <p:txBody>
          <a:bodyPr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Q&amp;A</a:t>
            </a:r>
            <a:endParaRPr lang="en-US" sz="3600" b="0" strike="noStrike" spc="-1">
              <a:solidFill>
                <a:schemeClr val="dk1"/>
              </a:solidFill>
              <a:latin typeface="Calibri"/>
            </a:endParaRPr>
          </a:p>
        </p:txBody>
      </p:sp>
      <p:sp>
        <p:nvSpPr>
          <p:cNvPr id="378" name="PlaceHolder 2"/>
          <p:cNvSpPr>
            <a:spLocks noGrp="1"/>
          </p:cNvSpPr>
          <p:nvPr>
            <p:ph/>
          </p:nvPr>
        </p:nvSpPr>
        <p:spPr>
          <a:xfrm>
            <a:off x="838080" y="1997280"/>
            <a:ext cx="11019960" cy="4224960"/>
          </a:xfrm>
          <a:prstGeom prst="rect">
            <a:avLst/>
          </a:prstGeom>
          <a:noFill/>
          <a:ln w="0">
            <a:noFill/>
          </a:ln>
        </p:spPr>
        <p:txBody>
          <a:bodyPr lIns="90000" tIns="45000" rIns="90000" bIns="45000" anchor="t">
            <a:noAutofit/>
          </a:bodyPr>
          <a:lstStyle/>
          <a:p>
            <a:pPr indent="0">
              <a:lnSpc>
                <a:spcPct val="90000"/>
              </a:lnSpc>
              <a:spcBef>
                <a:spcPts val="1417"/>
              </a:spcBef>
              <a:buNone/>
            </a:pPr>
            <a:endParaRPr lang="en-US" sz="2800" b="0" strike="noStrike" spc="-1">
              <a:solidFill>
                <a:schemeClr val="dk1">
                  <a:lumMod val="65000"/>
                  <a:lumOff val="35000"/>
                </a:schemeClr>
              </a:solidFill>
              <a:latin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9" name="PlaceHolder 1"/>
          <p:cNvSpPr>
            <a:spLocks noGrp="1"/>
          </p:cNvSpPr>
          <p:nvPr>
            <p:ph type="title"/>
          </p:nvPr>
        </p:nvSpPr>
        <p:spPr>
          <a:xfrm>
            <a:off x="838200" y="1043640"/>
            <a:ext cx="10515240" cy="886320"/>
          </a:xfrm>
          <a:prstGeom prst="rect">
            <a:avLst/>
          </a:prstGeom>
          <a:noFill/>
          <a:ln w="0">
            <a:noFill/>
          </a:ln>
        </p:spPr>
        <p:txBody>
          <a:bodyPr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Feedback</a:t>
            </a:r>
            <a:endParaRPr lang="en-US" sz="3600" b="0" strike="noStrike" spc="-1">
              <a:solidFill>
                <a:schemeClr val="dk1"/>
              </a:solidFill>
              <a:latin typeface="Calibri"/>
            </a:endParaRPr>
          </a:p>
        </p:txBody>
      </p:sp>
      <p:sp>
        <p:nvSpPr>
          <p:cNvPr id="380" name="PlaceHolder 2"/>
          <p:cNvSpPr>
            <a:spLocks noGrp="1"/>
          </p:cNvSpPr>
          <p:nvPr>
            <p:ph/>
          </p:nvPr>
        </p:nvSpPr>
        <p:spPr>
          <a:xfrm>
            <a:off x="838080" y="1997280"/>
            <a:ext cx="6514920" cy="4224960"/>
          </a:xfrm>
          <a:prstGeom prst="rect">
            <a:avLst/>
          </a:prstGeom>
          <a:noFill/>
          <a:ln w="0">
            <a:noFill/>
          </a:ln>
        </p:spPr>
        <p:txBody>
          <a:bodyPr lIns="90000" tIns="45000" rIns="90000" bIns="45000" anchor="t">
            <a:noAutofit/>
          </a:bodyPr>
          <a:lstStyle/>
          <a:p>
            <a:pPr marL="228600" indent="-228600" defTabSz="914400">
              <a:lnSpc>
                <a:spcPct val="90000"/>
              </a:lnSpc>
              <a:spcBef>
                <a:spcPts val="1001"/>
              </a:spcBef>
              <a:buClr>
                <a:srgbClr val="444A4D"/>
              </a:buClr>
              <a:buFont typeface="Arial"/>
              <a:buChar char="•"/>
            </a:pPr>
            <a:r>
              <a:rPr lang="en-US" sz="1600" b="0" strike="noStrike" spc="-1">
                <a:solidFill>
                  <a:srgbClr val="444A4D"/>
                </a:solidFill>
                <a:latin typeface="Calibri"/>
              </a:rPr>
              <a:t>Enjoyed this talk? I’d love your feedback — it genuinely helps.</a:t>
            </a:r>
            <a:endParaRPr lang="en-US" sz="1600" b="0" strike="noStrike" spc="-1">
              <a:solidFill>
                <a:schemeClr val="dk1"/>
              </a:solidFill>
              <a:latin typeface="Calibri"/>
            </a:endParaRPr>
          </a:p>
          <a:p>
            <a:pPr marL="228600" indent="-228600" defTabSz="914400">
              <a:lnSpc>
                <a:spcPct val="90000"/>
              </a:lnSpc>
              <a:spcBef>
                <a:spcPts val="1001"/>
              </a:spcBef>
              <a:buClr>
                <a:srgbClr val="444A4D"/>
              </a:buClr>
              <a:buFont typeface="Arial"/>
              <a:buChar char="•"/>
            </a:pPr>
            <a:r>
              <a:rPr lang="en-US" sz="1600" b="0" strike="noStrike" spc="-1">
                <a:solidFill>
                  <a:srgbClr val="444A4D"/>
                </a:solidFill>
                <a:latin typeface="Calibri"/>
              </a:rPr>
              <a:t>Scan the QR code, or visit:</a:t>
            </a:r>
            <a:endParaRPr lang="en-US" sz="1600" b="0" strike="noStrike" spc="-1">
              <a:solidFill>
                <a:schemeClr val="dk1"/>
              </a:solidFill>
              <a:latin typeface="Calibri"/>
            </a:endParaRPr>
          </a:p>
          <a:p>
            <a:pPr marL="228600" indent="-228600" defTabSz="914400">
              <a:lnSpc>
                <a:spcPct val="90000"/>
              </a:lnSpc>
              <a:spcBef>
                <a:spcPts val="1001"/>
              </a:spcBef>
              <a:buClr>
                <a:srgbClr val="0091B9"/>
              </a:buClr>
              <a:buFont typeface="Arial"/>
              <a:buChar char="•"/>
            </a:pPr>
            <a:r>
              <a:rPr lang="en-US" sz="1600" b="1" strike="noStrike" spc="-1">
                <a:solidFill>
                  <a:srgbClr val="0091B9"/>
                </a:solidFill>
                <a:latin typeface="Calibri"/>
              </a:rPr>
              <a:t>www.devdays.com/feedback</a:t>
            </a:r>
            <a:endParaRPr lang="en-US" sz="1600" b="0" strike="noStrike" spc="-1">
              <a:solidFill>
                <a:schemeClr val="dk1"/>
              </a:solidFill>
              <a:latin typeface="Calibri"/>
            </a:endParaRPr>
          </a:p>
        </p:txBody>
      </p:sp>
      <p:pic>
        <p:nvPicPr>
          <p:cNvPr id="381" name="Afbeelding 8"/>
          <p:cNvPicPr/>
          <p:nvPr/>
        </p:nvPicPr>
        <p:blipFill>
          <a:blip r:embed="rId3"/>
          <a:stretch/>
        </p:blipFill>
        <p:spPr>
          <a:xfrm>
            <a:off x="7049520" y="1022040"/>
            <a:ext cx="4303800" cy="5199840"/>
          </a:xfrm>
          <a:prstGeom prst="rect">
            <a:avLst/>
          </a:prstGeom>
          <a:ln w="0">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a:lstStyle>
        <a:defPPr>
          <a:defRPr sz="3000" b="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97"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872C57F-28C3-418C-BD91-05F212B058FC}">
  <we:reference id="wa200010001" version="1.0.0.1" store="en-US" storeType="OMEX"/>
  <we:alternateReferences>
    <we:reference id="WA200010001" version="1.0.0.1" store="" storeType="OMEX"/>
  </we:alternateReferences>
  <we:properties>
    <we:property name="claude.fileId" value="&quot;649b2a58-8479-49f4-b83e-53cbac42ae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17328</TotalTime>
  <Words>2449</Words>
  <Application>Microsoft Office PowerPoint</Application>
  <PresentationFormat>Widescreen</PresentationFormat>
  <Paragraphs>283</Paragraphs>
  <Slides>21</Slides>
  <Notes>19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21</vt:i4>
      </vt:variant>
    </vt:vector>
  </HeadingPairs>
  <TitlesOfParts>
    <vt:vector size="29" baseType="lpstr">
      <vt:lpstr>Arial</vt:lpstr>
      <vt:lpstr>Calibri</vt:lpstr>
      <vt:lpstr>Consolas</vt:lpstr>
      <vt:lpstr>Open Sans</vt:lpstr>
      <vt:lpstr>Open Sans Semibold</vt:lpstr>
      <vt:lpstr>Roboto</vt:lpstr>
      <vt:lpstr>Times New Roman</vt:lpstr>
      <vt:lpstr>Office Theme</vt:lpstr>
      <vt:lpstr>Brendan Kowitz, Microsoft</vt:lpstr>
      <vt:lpstr>Who am I?</vt:lpstr>
      <vt:lpstr>SQL on FHIR is solved. Just not in .NET.</vt:lpstr>
      <vt:lpstr>You're on .NET and want SQL on FHIR.</vt:lpstr>
      <vt:lpstr>Ignixa.SqlOnFhir</vt:lpstr>
      <vt:lpstr>Fast enough for $export pipelines</vt:lpstr>
      <vt:lpstr>Modular. Pick what you need.</vt:lpstr>
      <vt:lpstr>Parse → Evaluate → Write</vt:lpstr>
      <vt:lpstr>One codebase. Five FHIR versions.</vt:lpstr>
      <vt:lpstr>A ViewDefinition example</vt:lpstr>
      <vt:lpstr>One resource. Many rows.</vt:lpstr>
      <vt:lpstr>No subprocess. No tables. &lt;10 lines.</vt:lpstr>
      <vt:lpstr>Let’s run it.</vt:lpstr>
      <vt:lpstr>CLI quick reference</vt:lpstr>
      <vt:lpstr>Now from C#.</vt:lpstr>
      <vt:lpstr>What this unlocks for .NET</vt:lpstr>
      <vt:lpstr>Try it.</vt:lpstr>
      <vt:lpstr>Contact</vt:lpstr>
      <vt:lpstr>Q&amp;A</vt:lpstr>
      <vt:lpstr>Feedback</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Brendan Kowitz</cp:lastModifiedBy>
  <cp:revision>1</cp:revision>
  <dcterms:modified xsi:type="dcterms:W3CDTF">2026-06-14T23:30:01Z</dcterms:modified>
</cp:coreProperties>
</file>

<file path=docProps/core0.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2017-07-13T07:33:22Z</dcterms:created>
  <dc:creator>Marita</dc:creator>
  <dc:description/>
  <dc:language>en-US</dc:language>
  <cp:lastModifiedBy>Marita Mantle-Kloosterboer</cp:lastModifiedBy>
  <dcterms:modified xsi:type="dcterms:W3CDTF">2026-04-21T09:54:32Z</dcterms:modified>
  <cp:revision>274</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Breedbeeld</vt:lpwstr>
  </property>
  <property fmtid="{D5CDD505-2E9C-101B-9397-08002B2CF9AE}" pid="3" name="Slides">
    <vt:r8>7</vt:r8>
  </property>
</Properties>
</file>