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7" Type="http://schemas.openxmlformats.org/officedocument/2006/relationships/metadata/core-properties" Target="docProps/core0.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58" r:id="rId4"/>
    <p:sldId id="347" r:id="rId5"/>
    <p:sldId id="368" r:id="rId6"/>
    <p:sldId id="348" r:id="rId7"/>
    <p:sldId id="379" r:id="rId8"/>
    <p:sldId id="264" r:id="rId9"/>
    <p:sldId id="372" r:id="rId10"/>
    <p:sldId id="266" r:id="rId11"/>
    <p:sldId id="268" r:id="rId12"/>
    <p:sldId id="269" r:id="rId13"/>
    <p:sldId id="270" r:id="rId14"/>
    <p:sldId id="371" r:id="rId15"/>
    <p:sldId id="271" r:id="rId16"/>
    <p:sldId id="272" r:id="rId17"/>
    <p:sldId id="356" r:id="rId18"/>
    <p:sldId id="276" r:id="rId19"/>
    <p:sldId id="360" r:id="rId20"/>
    <p:sldId id="278" r:id="rId21"/>
    <p:sldId id="279" r:id="rId22"/>
    <p:sldId id="280" r:id="rId23"/>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14C66F-5D38-4A44-BB9B-7D5119B7BF86}" v="5" dt="2026-06-14T02:10:12.0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9" d="100"/>
          <a:sy n="89" d="100"/>
        </p:scale>
        <p:origin x="120" y="4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endan Kowitz" userId="78f460ffbb23f3a5" providerId="LiveId" clId="{9B7601C6-B36E-4F0B-A9E1-9E7E69A268BF}"/>
    <pc:docChg chg="undo custSel addSld delSld modSld">
      <pc:chgData name="Brendan Kowitz" userId="78f460ffbb23f3a5" providerId="LiveId" clId="{9B7601C6-B36E-4F0B-A9E1-9E7E69A268BF}" dt="2026-06-14T23:29:51.309" v="759" actId="20577"/>
      <pc:docMkLst>
        <pc:docMk/>
      </pc:docMkLst>
      <pc:sldChg chg="modSp mod">
        <pc:chgData name="Brendan Kowitz" userId="78f460ffbb23f3a5" providerId="LiveId" clId="{9B7601C6-B36E-4F0B-A9E1-9E7E69A268BF}" dt="2026-06-14T00:13:37.411" v="69" actId="27636"/>
        <pc:sldMkLst>
          <pc:docMk/>
          <pc:sldMk cId="0" sldId="256"/>
        </pc:sldMkLst>
        <pc:spChg chg="mod">
          <ac:chgData name="Brendan Kowitz" userId="78f460ffbb23f3a5" providerId="LiveId" clId="{9B7601C6-B36E-4F0B-A9E1-9E7E69A268BF}" dt="2026-06-14T00:13:37.411" v="69" actId="27636"/>
          <ac:spMkLst>
            <pc:docMk/>
            <pc:sldMk cId="0" sldId="256"/>
            <ac:spMk id="2" creationId="{00000000-0000-0000-0000-000000000000}"/>
          </ac:spMkLst>
        </pc:spChg>
        <pc:spChg chg="mod">
          <ac:chgData name="Brendan Kowitz" userId="78f460ffbb23f3a5" providerId="LiveId" clId="{9B7601C6-B36E-4F0B-A9E1-9E7E69A268BF}" dt="2026-06-14T00:03:45.946" v="10" actId="20577"/>
          <ac:spMkLst>
            <pc:docMk/>
            <pc:sldMk cId="0" sldId="256"/>
            <ac:spMk id="3" creationId="{00000000-0000-0000-0000-000000000000}"/>
          </ac:spMkLst>
        </pc:spChg>
      </pc:sldChg>
      <pc:sldChg chg="modSp mod">
        <pc:chgData name="Brendan Kowitz" userId="78f460ffbb23f3a5" providerId="LiveId" clId="{9B7601C6-B36E-4F0B-A9E1-9E7E69A268BF}" dt="2026-06-14T00:05:31.179" v="22" actId="1076"/>
        <pc:sldMkLst>
          <pc:docMk/>
          <pc:sldMk cId="0" sldId="257"/>
        </pc:sldMkLst>
        <pc:spChg chg="mod">
          <ac:chgData name="Brendan Kowitz" userId="78f460ffbb23f3a5" providerId="LiveId" clId="{9B7601C6-B36E-4F0B-A9E1-9E7E69A268BF}" dt="2026-06-14T00:05:31.179" v="22" actId="1076"/>
          <ac:spMkLst>
            <pc:docMk/>
            <pc:sldMk cId="0" sldId="257"/>
            <ac:spMk id="82" creationId="{00000000-0000-0000-0000-000000000000}"/>
          </ac:spMkLst>
        </pc:spChg>
        <pc:spChg chg="mod">
          <ac:chgData name="Brendan Kowitz" userId="78f460ffbb23f3a5" providerId="LiveId" clId="{9B7601C6-B36E-4F0B-A9E1-9E7E69A268BF}" dt="2026-06-14T00:04:26.142" v="15" actId="1076"/>
          <ac:spMkLst>
            <pc:docMk/>
            <pc:sldMk cId="0" sldId="257"/>
            <ac:spMk id="83" creationId="{00000000-0000-0000-0000-000000000000}"/>
          </ac:spMkLst>
        </pc:spChg>
        <pc:spChg chg="mod">
          <ac:chgData name="Brendan Kowitz" userId="78f460ffbb23f3a5" providerId="LiveId" clId="{9B7601C6-B36E-4F0B-A9E1-9E7E69A268BF}" dt="2026-06-14T00:04:27.939" v="16" actId="14100"/>
          <ac:spMkLst>
            <pc:docMk/>
            <pc:sldMk cId="0" sldId="257"/>
            <ac:spMk id="86" creationId="{00000000-0000-0000-0000-000000000000}"/>
          </ac:spMkLst>
        </pc:spChg>
      </pc:sldChg>
      <pc:sldChg chg="delSp mod">
        <pc:chgData name="Brendan Kowitz" userId="78f460ffbb23f3a5" providerId="LiveId" clId="{9B7601C6-B36E-4F0B-A9E1-9E7E69A268BF}" dt="2026-06-14T00:06:00.391" v="24" actId="478"/>
        <pc:sldMkLst>
          <pc:docMk/>
          <pc:sldMk cId="0" sldId="258"/>
        </pc:sldMkLst>
        <pc:spChg chg="del">
          <ac:chgData name="Brendan Kowitz" userId="78f460ffbb23f3a5" providerId="LiveId" clId="{9B7601C6-B36E-4F0B-A9E1-9E7E69A268BF}" dt="2026-06-14T00:06:00.391" v="24" actId="478"/>
          <ac:spMkLst>
            <pc:docMk/>
            <pc:sldMk cId="0" sldId="258"/>
            <ac:spMk id="111" creationId="{00000000-0000-0000-0000-000000000000}"/>
          </ac:spMkLst>
        </pc:spChg>
        <pc:spChg chg="del">
          <ac:chgData name="Brendan Kowitz" userId="78f460ffbb23f3a5" providerId="LiveId" clId="{9B7601C6-B36E-4F0B-A9E1-9E7E69A268BF}" dt="2026-06-14T00:05:57.270" v="23" actId="478"/>
          <ac:spMkLst>
            <pc:docMk/>
            <pc:sldMk cId="0" sldId="258"/>
            <ac:spMk id="112" creationId="{00000000-0000-0000-0000-000000000000}"/>
          </ac:spMkLst>
        </pc:spChg>
      </pc:sldChg>
      <pc:sldChg chg="addSp delSp modSp del mod">
        <pc:chgData name="Brendan Kowitz" userId="78f460ffbb23f3a5" providerId="LiveId" clId="{9B7601C6-B36E-4F0B-A9E1-9E7E69A268BF}" dt="2026-06-14T00:20:47.696" v="108"/>
        <pc:sldMkLst>
          <pc:docMk/>
          <pc:sldMk cId="0" sldId="259"/>
        </pc:sldMkLst>
        <pc:spChg chg="add mod">
          <ac:chgData name="Brendan Kowitz" userId="78f460ffbb23f3a5" providerId="LiveId" clId="{9B7601C6-B36E-4F0B-A9E1-9E7E69A268BF}" dt="2026-06-14T00:20:28.096" v="99"/>
          <ac:spMkLst>
            <pc:docMk/>
            <pc:sldMk cId="0" sldId="259"/>
            <ac:spMk id="2" creationId="{6E9FF0D1-6931-4B52-B95F-8735E237D03F}"/>
          </ac:spMkLst>
        </pc:spChg>
        <pc:spChg chg="add mod">
          <ac:chgData name="Brendan Kowitz" userId="78f460ffbb23f3a5" providerId="LiveId" clId="{9B7601C6-B36E-4F0B-A9E1-9E7E69A268BF}" dt="2026-06-14T00:20:28.106" v="106"/>
          <ac:spMkLst>
            <pc:docMk/>
            <pc:sldMk cId="0" sldId="259"/>
            <ac:spMk id="3" creationId="{72F8D2A1-F218-4340-A485-0CDC62F5EECA}"/>
          </ac:spMkLst>
        </pc:spChg>
        <pc:spChg chg="mod">
          <ac:chgData name="Brendan Kowitz" userId="78f460ffbb23f3a5" providerId="LiveId" clId="{9B7601C6-B36E-4F0B-A9E1-9E7E69A268BF}" dt="2026-06-14T00:20:28.095" v="95"/>
          <ac:spMkLst>
            <pc:docMk/>
            <pc:sldMk cId="0" sldId="259"/>
            <ac:spMk id="113" creationId="{00000000-0000-0000-0000-000000000000}"/>
          </ac:spMkLst>
        </pc:spChg>
        <pc:spChg chg="mod">
          <ac:chgData name="Brendan Kowitz" userId="78f460ffbb23f3a5" providerId="LiveId" clId="{9B7601C6-B36E-4F0B-A9E1-9E7E69A268BF}" dt="2026-06-14T00:20:28.095" v="91"/>
          <ac:spMkLst>
            <pc:docMk/>
            <pc:sldMk cId="0" sldId="259"/>
            <ac:spMk id="114" creationId="{00000000-0000-0000-0000-000000000000}"/>
          </ac:spMkLst>
        </pc:spChg>
        <pc:spChg chg="del">
          <ac:chgData name="Brendan Kowitz" userId="78f460ffbb23f3a5" providerId="LiveId" clId="{9B7601C6-B36E-4F0B-A9E1-9E7E69A268BF}" dt="2026-06-14T00:20:28.079" v="70"/>
          <ac:spMkLst>
            <pc:docMk/>
            <pc:sldMk cId="0" sldId="259"/>
            <ac:spMk id="115" creationId="{00000000-0000-0000-0000-000000000000}"/>
          </ac:spMkLst>
        </pc:spChg>
        <pc:spChg chg="del">
          <ac:chgData name="Brendan Kowitz" userId="78f460ffbb23f3a5" providerId="LiveId" clId="{9B7601C6-B36E-4F0B-A9E1-9E7E69A268BF}" dt="2026-06-14T00:20:28.079" v="71"/>
          <ac:spMkLst>
            <pc:docMk/>
            <pc:sldMk cId="0" sldId="259"/>
            <ac:spMk id="116" creationId="{00000000-0000-0000-0000-000000000000}"/>
          </ac:spMkLst>
        </pc:spChg>
        <pc:spChg chg="del">
          <ac:chgData name="Brendan Kowitz" userId="78f460ffbb23f3a5" providerId="LiveId" clId="{9B7601C6-B36E-4F0B-A9E1-9E7E69A268BF}" dt="2026-06-14T00:20:28.080" v="73"/>
          <ac:spMkLst>
            <pc:docMk/>
            <pc:sldMk cId="0" sldId="259"/>
            <ac:spMk id="118" creationId="{00000000-0000-0000-0000-000000000000}"/>
          </ac:spMkLst>
        </pc:spChg>
        <pc:spChg chg="del mod">
          <ac:chgData name="Brendan Kowitz" userId="78f460ffbb23f3a5" providerId="LiveId" clId="{9B7601C6-B36E-4F0B-A9E1-9E7E69A268BF}" dt="2026-06-14T00:20:28.080" v="74"/>
          <ac:spMkLst>
            <pc:docMk/>
            <pc:sldMk cId="0" sldId="259"/>
            <ac:spMk id="119" creationId="{00000000-0000-0000-0000-000000000000}"/>
          </ac:spMkLst>
        </pc:spChg>
        <pc:spChg chg="del mod">
          <ac:chgData name="Brendan Kowitz" userId="78f460ffbb23f3a5" providerId="LiveId" clId="{9B7601C6-B36E-4F0B-A9E1-9E7E69A268BF}" dt="2026-06-14T00:20:28.080" v="75"/>
          <ac:spMkLst>
            <pc:docMk/>
            <pc:sldMk cId="0" sldId="259"/>
            <ac:spMk id="120" creationId="{00000000-0000-0000-0000-000000000000}"/>
          </ac:spMkLst>
        </pc:spChg>
        <pc:spChg chg="del">
          <ac:chgData name="Brendan Kowitz" userId="78f460ffbb23f3a5" providerId="LiveId" clId="{9B7601C6-B36E-4F0B-A9E1-9E7E69A268BF}" dt="2026-06-14T00:20:28.081" v="76"/>
          <ac:spMkLst>
            <pc:docMk/>
            <pc:sldMk cId="0" sldId="259"/>
            <ac:spMk id="121" creationId="{00000000-0000-0000-0000-000000000000}"/>
          </ac:spMkLst>
        </pc:spChg>
        <pc:spChg chg="del">
          <ac:chgData name="Brendan Kowitz" userId="78f460ffbb23f3a5" providerId="LiveId" clId="{9B7601C6-B36E-4F0B-A9E1-9E7E69A268BF}" dt="2026-06-14T00:20:28.081" v="77"/>
          <ac:spMkLst>
            <pc:docMk/>
            <pc:sldMk cId="0" sldId="259"/>
            <ac:spMk id="122" creationId="{00000000-0000-0000-0000-000000000000}"/>
          </ac:spMkLst>
        </pc:spChg>
        <pc:spChg chg="del">
          <ac:chgData name="Brendan Kowitz" userId="78f460ffbb23f3a5" providerId="LiveId" clId="{9B7601C6-B36E-4F0B-A9E1-9E7E69A268BF}" dt="2026-06-14T00:20:28.081" v="79"/>
          <ac:spMkLst>
            <pc:docMk/>
            <pc:sldMk cId="0" sldId="259"/>
            <ac:spMk id="124" creationId="{00000000-0000-0000-0000-000000000000}"/>
          </ac:spMkLst>
        </pc:spChg>
        <pc:spChg chg="del">
          <ac:chgData name="Brendan Kowitz" userId="78f460ffbb23f3a5" providerId="LiveId" clId="{9B7601C6-B36E-4F0B-A9E1-9E7E69A268BF}" dt="2026-06-14T00:20:28.082" v="80"/>
          <ac:spMkLst>
            <pc:docMk/>
            <pc:sldMk cId="0" sldId="259"/>
            <ac:spMk id="125" creationId="{00000000-0000-0000-0000-000000000000}"/>
          </ac:spMkLst>
        </pc:spChg>
        <pc:spChg chg="del">
          <ac:chgData name="Brendan Kowitz" userId="78f460ffbb23f3a5" providerId="LiveId" clId="{9B7601C6-B36E-4F0B-A9E1-9E7E69A268BF}" dt="2026-06-14T00:20:28.082" v="81"/>
          <ac:spMkLst>
            <pc:docMk/>
            <pc:sldMk cId="0" sldId="259"/>
            <ac:spMk id="126" creationId="{00000000-0000-0000-0000-000000000000}"/>
          </ac:spMkLst>
        </pc:spChg>
        <pc:spChg chg="del">
          <ac:chgData name="Brendan Kowitz" userId="78f460ffbb23f3a5" providerId="LiveId" clId="{9B7601C6-B36E-4F0B-A9E1-9E7E69A268BF}" dt="2026-06-14T00:20:28.082" v="82"/>
          <ac:spMkLst>
            <pc:docMk/>
            <pc:sldMk cId="0" sldId="259"/>
            <ac:spMk id="127" creationId="{00000000-0000-0000-0000-000000000000}"/>
          </ac:spMkLst>
        </pc:spChg>
        <pc:spChg chg="del">
          <ac:chgData name="Brendan Kowitz" userId="78f460ffbb23f3a5" providerId="LiveId" clId="{9B7601C6-B36E-4F0B-A9E1-9E7E69A268BF}" dt="2026-06-14T00:20:28.082" v="83"/>
          <ac:spMkLst>
            <pc:docMk/>
            <pc:sldMk cId="0" sldId="259"/>
            <ac:spMk id="128" creationId="{00000000-0000-0000-0000-000000000000}"/>
          </ac:spMkLst>
        </pc:spChg>
        <pc:spChg chg="del">
          <ac:chgData name="Brendan Kowitz" userId="78f460ffbb23f3a5" providerId="LiveId" clId="{9B7601C6-B36E-4F0B-A9E1-9E7E69A268BF}" dt="2026-06-14T00:20:28.083" v="85"/>
          <ac:spMkLst>
            <pc:docMk/>
            <pc:sldMk cId="0" sldId="259"/>
            <ac:spMk id="130" creationId="{00000000-0000-0000-0000-000000000000}"/>
          </ac:spMkLst>
        </pc:spChg>
        <pc:spChg chg="del">
          <ac:chgData name="Brendan Kowitz" userId="78f460ffbb23f3a5" providerId="LiveId" clId="{9B7601C6-B36E-4F0B-A9E1-9E7E69A268BF}" dt="2026-06-14T00:20:28.083" v="86"/>
          <ac:spMkLst>
            <pc:docMk/>
            <pc:sldMk cId="0" sldId="259"/>
            <ac:spMk id="131" creationId="{00000000-0000-0000-0000-000000000000}"/>
          </ac:spMkLst>
        </pc:spChg>
        <pc:spChg chg="del">
          <ac:chgData name="Brendan Kowitz" userId="78f460ffbb23f3a5" providerId="LiveId" clId="{9B7601C6-B36E-4F0B-A9E1-9E7E69A268BF}" dt="2026-06-14T00:20:28.083" v="87"/>
          <ac:spMkLst>
            <pc:docMk/>
            <pc:sldMk cId="0" sldId="259"/>
            <ac:spMk id="132" creationId="{00000000-0000-0000-0000-000000000000}"/>
          </ac:spMkLst>
        </pc:spChg>
        <pc:picChg chg="del">
          <ac:chgData name="Brendan Kowitz" userId="78f460ffbb23f3a5" providerId="LiveId" clId="{9B7601C6-B36E-4F0B-A9E1-9E7E69A268BF}" dt="2026-06-14T00:20:28.080" v="72"/>
          <ac:picMkLst>
            <pc:docMk/>
            <pc:sldMk cId="0" sldId="259"/>
            <ac:picMk id="117" creationId="{00000000-0000-0000-0000-000000000000}"/>
          </ac:picMkLst>
        </pc:picChg>
        <pc:picChg chg="del">
          <ac:chgData name="Brendan Kowitz" userId="78f460ffbb23f3a5" providerId="LiveId" clId="{9B7601C6-B36E-4F0B-A9E1-9E7E69A268BF}" dt="2026-06-14T00:20:28.081" v="78"/>
          <ac:picMkLst>
            <pc:docMk/>
            <pc:sldMk cId="0" sldId="259"/>
            <ac:picMk id="123" creationId="{00000000-0000-0000-0000-000000000000}"/>
          </ac:picMkLst>
        </pc:picChg>
        <pc:picChg chg="del">
          <ac:chgData name="Brendan Kowitz" userId="78f460ffbb23f3a5" providerId="LiveId" clId="{9B7601C6-B36E-4F0B-A9E1-9E7E69A268BF}" dt="2026-06-14T00:20:28.082" v="84"/>
          <ac:picMkLst>
            <pc:docMk/>
            <pc:sldMk cId="0" sldId="259"/>
            <ac:picMk id="129" creationId="{00000000-0000-0000-0000-000000000000}"/>
          </ac:picMkLst>
        </pc:picChg>
      </pc:sldChg>
      <pc:sldChg chg="addSp modSp del mod">
        <pc:chgData name="Brendan Kowitz" userId="78f460ffbb23f3a5" providerId="LiveId" clId="{9B7601C6-B36E-4F0B-A9E1-9E7E69A268BF}" dt="2026-06-14T00:47:03.531" v="358"/>
        <pc:sldMkLst>
          <pc:docMk/>
          <pc:sldMk cId="0" sldId="261"/>
        </pc:sldMkLst>
        <pc:spChg chg="add mod">
          <ac:chgData name="Brendan Kowitz" userId="78f460ffbb23f3a5" providerId="LiveId" clId="{9B7601C6-B36E-4F0B-A9E1-9E7E69A268BF}" dt="2026-06-14T00:46:38.851" v="336"/>
          <ac:spMkLst>
            <pc:docMk/>
            <pc:sldMk cId="0" sldId="261"/>
            <ac:spMk id="2" creationId="{3BFAB7BF-7E9B-4D92-B185-87C1B2ABDE94}"/>
          </ac:spMkLst>
        </pc:spChg>
        <pc:spChg chg="add mod">
          <ac:chgData name="Brendan Kowitz" userId="78f460ffbb23f3a5" providerId="LiveId" clId="{9B7601C6-B36E-4F0B-A9E1-9E7E69A268BF}" dt="2026-06-14T00:46:38.852" v="340"/>
          <ac:spMkLst>
            <pc:docMk/>
            <pc:sldMk cId="0" sldId="261"/>
            <ac:spMk id="3" creationId="{AC1D054E-B067-4967-9F9E-71FB089E95CA}"/>
          </ac:spMkLst>
        </pc:spChg>
        <pc:spChg chg="add mod">
          <ac:chgData name="Brendan Kowitz" userId="78f460ffbb23f3a5" providerId="LiveId" clId="{9B7601C6-B36E-4F0B-A9E1-9E7E69A268BF}" dt="2026-06-14T00:46:38.853" v="348"/>
          <ac:spMkLst>
            <pc:docMk/>
            <pc:sldMk cId="0" sldId="261"/>
            <ac:spMk id="4" creationId="{2F6704CD-3A04-4FDB-BE7A-4797508B48F5}"/>
          </ac:spMkLst>
        </pc:spChg>
        <pc:spChg chg="add mod">
          <ac:chgData name="Brendan Kowitz" userId="78f460ffbb23f3a5" providerId="LiveId" clId="{9B7601C6-B36E-4F0B-A9E1-9E7E69A268BF}" dt="2026-06-14T00:46:38.855" v="356"/>
          <ac:spMkLst>
            <pc:docMk/>
            <pc:sldMk cId="0" sldId="261"/>
            <ac:spMk id="5" creationId="{B9A51D7A-19FB-4A58-848E-F11CF0BC58D7}"/>
          </ac:spMkLst>
        </pc:spChg>
        <pc:spChg chg="mod">
          <ac:chgData name="Brendan Kowitz" userId="78f460ffbb23f3a5" providerId="LiveId" clId="{9B7601C6-B36E-4F0B-A9E1-9E7E69A268BF}" dt="2026-06-14T00:46:38.836" v="313"/>
          <ac:spMkLst>
            <pc:docMk/>
            <pc:sldMk cId="0" sldId="261"/>
            <ac:spMk id="138" creationId="{00000000-0000-0000-0000-000000000000}"/>
          </ac:spMkLst>
        </pc:spChg>
        <pc:spChg chg="mod">
          <ac:chgData name="Brendan Kowitz" userId="78f460ffbb23f3a5" providerId="LiveId" clId="{9B7601C6-B36E-4F0B-A9E1-9E7E69A268BF}" dt="2026-06-14T00:46:38.836" v="315"/>
          <ac:spMkLst>
            <pc:docMk/>
            <pc:sldMk cId="0" sldId="261"/>
            <ac:spMk id="139" creationId="{00000000-0000-0000-0000-000000000000}"/>
          </ac:spMkLst>
        </pc:spChg>
        <pc:spChg chg="mod">
          <ac:chgData name="Brendan Kowitz" userId="78f460ffbb23f3a5" providerId="LiveId" clId="{9B7601C6-B36E-4F0B-A9E1-9E7E69A268BF}" dt="2026-06-14T00:46:38.836" v="317"/>
          <ac:spMkLst>
            <pc:docMk/>
            <pc:sldMk cId="0" sldId="261"/>
            <ac:spMk id="141" creationId="{00000000-0000-0000-0000-000000000000}"/>
          </ac:spMkLst>
        </pc:spChg>
        <pc:spChg chg="mod">
          <ac:chgData name="Brendan Kowitz" userId="78f460ffbb23f3a5" providerId="LiveId" clId="{9B7601C6-B36E-4F0B-A9E1-9E7E69A268BF}" dt="2026-06-14T00:46:38.838" v="318"/>
          <ac:spMkLst>
            <pc:docMk/>
            <pc:sldMk cId="0" sldId="261"/>
            <ac:spMk id="142" creationId="{00000000-0000-0000-0000-000000000000}"/>
          </ac:spMkLst>
        </pc:spChg>
        <pc:spChg chg="mod">
          <ac:chgData name="Brendan Kowitz" userId="78f460ffbb23f3a5" providerId="LiveId" clId="{9B7601C6-B36E-4F0B-A9E1-9E7E69A268BF}" dt="2026-06-14T00:46:38.838" v="320"/>
          <ac:spMkLst>
            <pc:docMk/>
            <pc:sldMk cId="0" sldId="261"/>
            <ac:spMk id="143" creationId="{00000000-0000-0000-0000-000000000000}"/>
          </ac:spMkLst>
        </pc:spChg>
        <pc:spChg chg="mod">
          <ac:chgData name="Brendan Kowitz" userId="78f460ffbb23f3a5" providerId="LiveId" clId="{9B7601C6-B36E-4F0B-A9E1-9E7E69A268BF}" dt="2026-06-14T00:46:38.838" v="322"/>
          <ac:spMkLst>
            <pc:docMk/>
            <pc:sldMk cId="0" sldId="261"/>
            <ac:spMk id="144" creationId="{00000000-0000-0000-0000-000000000000}"/>
          </ac:spMkLst>
        </pc:spChg>
        <pc:spChg chg="mod">
          <ac:chgData name="Brendan Kowitz" userId="78f460ffbb23f3a5" providerId="LiveId" clId="{9B7601C6-B36E-4F0B-A9E1-9E7E69A268BF}" dt="2026-06-14T00:46:38.839" v="324"/>
          <ac:spMkLst>
            <pc:docMk/>
            <pc:sldMk cId="0" sldId="261"/>
            <ac:spMk id="146" creationId="{00000000-0000-0000-0000-000000000000}"/>
          </ac:spMkLst>
        </pc:spChg>
        <pc:spChg chg="mod">
          <ac:chgData name="Brendan Kowitz" userId="78f460ffbb23f3a5" providerId="LiveId" clId="{9B7601C6-B36E-4F0B-A9E1-9E7E69A268BF}" dt="2026-06-14T00:46:38.839" v="325"/>
          <ac:spMkLst>
            <pc:docMk/>
            <pc:sldMk cId="0" sldId="261"/>
            <ac:spMk id="147" creationId="{00000000-0000-0000-0000-000000000000}"/>
          </ac:spMkLst>
        </pc:spChg>
        <pc:spChg chg="mod">
          <ac:chgData name="Brendan Kowitz" userId="78f460ffbb23f3a5" providerId="LiveId" clId="{9B7601C6-B36E-4F0B-A9E1-9E7E69A268BF}" dt="2026-06-14T00:46:38.839" v="327"/>
          <ac:spMkLst>
            <pc:docMk/>
            <pc:sldMk cId="0" sldId="261"/>
            <ac:spMk id="148" creationId="{00000000-0000-0000-0000-000000000000}"/>
          </ac:spMkLst>
        </pc:spChg>
        <pc:spChg chg="mod">
          <ac:chgData name="Brendan Kowitz" userId="78f460ffbb23f3a5" providerId="LiveId" clId="{9B7601C6-B36E-4F0B-A9E1-9E7E69A268BF}" dt="2026-06-14T00:46:38.839" v="329"/>
          <ac:spMkLst>
            <pc:docMk/>
            <pc:sldMk cId="0" sldId="261"/>
            <ac:spMk id="149" creationId="{00000000-0000-0000-0000-000000000000}"/>
          </ac:spMkLst>
        </pc:spChg>
        <pc:spChg chg="mod">
          <ac:chgData name="Brendan Kowitz" userId="78f460ffbb23f3a5" providerId="LiveId" clId="{9B7601C6-B36E-4F0B-A9E1-9E7E69A268BF}" dt="2026-06-14T00:46:38.840" v="331"/>
          <ac:spMkLst>
            <pc:docMk/>
            <pc:sldMk cId="0" sldId="261"/>
            <ac:spMk id="151" creationId="{00000000-0000-0000-0000-000000000000}"/>
          </ac:spMkLst>
        </pc:spChg>
        <pc:spChg chg="mod">
          <ac:chgData name="Brendan Kowitz" userId="78f460ffbb23f3a5" providerId="LiveId" clId="{9B7601C6-B36E-4F0B-A9E1-9E7E69A268BF}" dt="2026-06-14T00:46:38.840" v="332"/>
          <ac:spMkLst>
            <pc:docMk/>
            <pc:sldMk cId="0" sldId="261"/>
            <ac:spMk id="152" creationId="{00000000-0000-0000-0000-000000000000}"/>
          </ac:spMkLst>
        </pc:spChg>
        <pc:picChg chg="mod">
          <ac:chgData name="Brendan Kowitz" userId="78f460ffbb23f3a5" providerId="LiveId" clId="{9B7601C6-B36E-4F0B-A9E1-9E7E69A268BF}" dt="2026-06-14T00:46:38.836" v="316"/>
          <ac:picMkLst>
            <pc:docMk/>
            <pc:sldMk cId="0" sldId="261"/>
            <ac:picMk id="140" creationId="{00000000-0000-0000-0000-000000000000}"/>
          </ac:picMkLst>
        </pc:picChg>
        <pc:picChg chg="mod">
          <ac:chgData name="Brendan Kowitz" userId="78f460ffbb23f3a5" providerId="LiveId" clId="{9B7601C6-B36E-4F0B-A9E1-9E7E69A268BF}" dt="2026-06-14T00:46:38.838" v="323"/>
          <ac:picMkLst>
            <pc:docMk/>
            <pc:sldMk cId="0" sldId="261"/>
            <ac:picMk id="145" creationId="{00000000-0000-0000-0000-000000000000}"/>
          </ac:picMkLst>
        </pc:picChg>
        <pc:picChg chg="mod">
          <ac:chgData name="Brendan Kowitz" userId="78f460ffbb23f3a5" providerId="LiveId" clId="{9B7601C6-B36E-4F0B-A9E1-9E7E69A268BF}" dt="2026-06-14T00:46:38.839" v="330"/>
          <ac:picMkLst>
            <pc:docMk/>
            <pc:sldMk cId="0" sldId="261"/>
            <ac:picMk id="150" creationId="{00000000-0000-0000-0000-000000000000}"/>
          </ac:picMkLst>
        </pc:picChg>
      </pc:sldChg>
      <pc:sldChg chg="addSp delSp modSp del mod">
        <pc:chgData name="Brendan Kowitz" userId="78f460ffbb23f3a5" providerId="LiveId" clId="{9B7601C6-B36E-4F0B-A9E1-9E7E69A268BF}" dt="2026-06-14T00:47:12.149" v="359"/>
        <pc:sldMkLst>
          <pc:docMk/>
          <pc:sldMk cId="0" sldId="262"/>
        </pc:sldMkLst>
        <pc:spChg chg="del">
          <ac:chgData name="Brendan Kowitz" userId="78f460ffbb23f3a5" providerId="LiveId" clId="{9B7601C6-B36E-4F0B-A9E1-9E7E69A268BF}" dt="2026-06-14T00:08:03.310" v="66" actId="478"/>
          <ac:spMkLst>
            <pc:docMk/>
            <pc:sldMk cId="0" sldId="262"/>
            <ac:spMk id="161" creationId="{00000000-0000-0000-0000-000000000000}"/>
          </ac:spMkLst>
        </pc:spChg>
        <pc:spChg chg="mod">
          <ac:chgData name="Brendan Kowitz" userId="78f460ffbb23f3a5" providerId="LiveId" clId="{9B7601C6-B36E-4F0B-A9E1-9E7E69A268BF}" dt="2026-06-14T00:31:00.262" v="267" actId="1076"/>
          <ac:spMkLst>
            <pc:docMk/>
            <pc:sldMk cId="0" sldId="262"/>
            <ac:spMk id="162" creationId="{00000000-0000-0000-0000-000000000000}"/>
          </ac:spMkLst>
        </pc:spChg>
        <pc:spChg chg="del">
          <ac:chgData name="Brendan Kowitz" userId="78f460ffbb23f3a5" providerId="LiveId" clId="{9B7601C6-B36E-4F0B-A9E1-9E7E69A268BF}" dt="2026-06-14T00:30:55.348" v="266" actId="478"/>
          <ac:spMkLst>
            <pc:docMk/>
            <pc:sldMk cId="0" sldId="262"/>
            <ac:spMk id="173" creationId="{00000000-0000-0000-0000-000000000000}"/>
          </ac:spMkLst>
        </pc:spChg>
        <pc:picChg chg="add mod">
          <ac:chgData name="Brendan Kowitz" userId="78f460ffbb23f3a5" providerId="LiveId" clId="{9B7601C6-B36E-4F0B-A9E1-9E7E69A268BF}" dt="2026-06-14T00:30:26.377" v="265" actId="1076"/>
          <ac:picMkLst>
            <pc:docMk/>
            <pc:sldMk cId="0" sldId="262"/>
            <ac:picMk id="3" creationId="{B3C5D058-C02B-F392-6A31-CFC2C45EF847}"/>
          </ac:picMkLst>
        </pc:picChg>
      </pc:sldChg>
      <pc:sldChg chg="addSp delSp modSp del mod">
        <pc:chgData name="Brendan Kowitz" userId="78f460ffbb23f3a5" providerId="LiveId" clId="{9B7601C6-B36E-4F0B-A9E1-9E7E69A268BF}" dt="2026-06-14T01:14:48.384" v="519"/>
        <pc:sldMkLst>
          <pc:docMk/>
          <pc:sldMk cId="0" sldId="263"/>
        </pc:sldMkLst>
        <pc:spChg chg="add mod">
          <ac:chgData name="Brendan Kowitz" userId="78f460ffbb23f3a5" providerId="LiveId" clId="{9B7601C6-B36E-4F0B-A9E1-9E7E69A268BF}" dt="2026-06-14T01:08:45.117" v="478"/>
          <ac:spMkLst>
            <pc:docMk/>
            <pc:sldMk cId="0" sldId="263"/>
            <ac:spMk id="2" creationId="{AEE49EE8-1885-4B50-AC6C-38A6D5ADC30A}"/>
          </ac:spMkLst>
        </pc:spChg>
        <pc:spChg chg="add mod">
          <ac:chgData name="Brendan Kowitz" userId="78f460ffbb23f3a5" providerId="LiveId" clId="{9B7601C6-B36E-4F0B-A9E1-9E7E69A268BF}" dt="2026-06-14T01:10:14.918" v="517" actId="1076"/>
          <ac:spMkLst>
            <pc:docMk/>
            <pc:sldMk cId="0" sldId="263"/>
            <ac:spMk id="3" creationId="{AD02B9C9-D20C-41A4-B250-473EECB908A4}"/>
          </ac:spMkLst>
        </pc:spChg>
        <pc:spChg chg="add mod">
          <ac:chgData name="Brendan Kowitz" userId="78f460ffbb23f3a5" providerId="LiveId" clId="{9B7601C6-B36E-4F0B-A9E1-9E7E69A268BF}" dt="2026-06-14T00:58:20.321" v="393"/>
          <ac:spMkLst>
            <pc:docMk/>
            <pc:sldMk cId="0" sldId="263"/>
            <ac:spMk id="4" creationId="{FC2AB505-1597-4874-82CA-2B438129ED7B}"/>
          </ac:spMkLst>
        </pc:spChg>
        <pc:spChg chg="add mod">
          <ac:chgData name="Brendan Kowitz" userId="78f460ffbb23f3a5" providerId="LiveId" clId="{9B7601C6-B36E-4F0B-A9E1-9E7E69A268BF}" dt="2026-06-14T00:58:20.322" v="397"/>
          <ac:spMkLst>
            <pc:docMk/>
            <pc:sldMk cId="0" sldId="263"/>
            <ac:spMk id="5" creationId="{5DD8F997-BA67-48A7-B83E-0A3F924BD407}"/>
          </ac:spMkLst>
        </pc:spChg>
        <pc:spChg chg="add mod">
          <ac:chgData name="Brendan Kowitz" userId="78f460ffbb23f3a5" providerId="LiveId" clId="{9B7601C6-B36E-4F0B-A9E1-9E7E69A268BF}" dt="2026-06-14T00:58:20.325" v="405"/>
          <ac:spMkLst>
            <pc:docMk/>
            <pc:sldMk cId="0" sldId="263"/>
            <ac:spMk id="6" creationId="{E3B4DDFA-AAF8-4513-BACE-902F0A019BBE}"/>
          </ac:spMkLst>
        </pc:spChg>
        <pc:spChg chg="add mod">
          <ac:chgData name="Brendan Kowitz" userId="78f460ffbb23f3a5" providerId="LiveId" clId="{9B7601C6-B36E-4F0B-A9E1-9E7E69A268BF}" dt="2026-06-14T00:58:20.328" v="413"/>
          <ac:spMkLst>
            <pc:docMk/>
            <pc:sldMk cId="0" sldId="263"/>
            <ac:spMk id="7" creationId="{AE4D13ED-5125-4378-88F3-BFEBEA7F20D1}"/>
          </ac:spMkLst>
        </pc:spChg>
        <pc:spChg chg="add mod">
          <ac:chgData name="Brendan Kowitz" userId="78f460ffbb23f3a5" providerId="LiveId" clId="{9B7601C6-B36E-4F0B-A9E1-9E7E69A268BF}" dt="2026-06-14T00:58:20.328" v="419"/>
          <ac:spMkLst>
            <pc:docMk/>
            <pc:sldMk cId="0" sldId="263"/>
            <ac:spMk id="8" creationId="{A8A65F3A-0A58-4462-A813-A1929B48ED0D}"/>
          </ac:spMkLst>
        </pc:spChg>
        <pc:spChg chg="add mod">
          <ac:chgData name="Brendan Kowitz" userId="78f460ffbb23f3a5" providerId="LiveId" clId="{9B7601C6-B36E-4F0B-A9E1-9E7E69A268BF}" dt="2026-06-14T00:58:20.329" v="423"/>
          <ac:spMkLst>
            <pc:docMk/>
            <pc:sldMk cId="0" sldId="263"/>
            <ac:spMk id="9" creationId="{1C016856-2F65-4AC2-B390-D75D6A473646}"/>
          </ac:spMkLst>
        </pc:spChg>
        <pc:spChg chg="add mod">
          <ac:chgData name="Brendan Kowitz" userId="78f460ffbb23f3a5" providerId="LiveId" clId="{9B7601C6-B36E-4F0B-A9E1-9E7E69A268BF}" dt="2026-06-14T00:58:20.331" v="431"/>
          <ac:spMkLst>
            <pc:docMk/>
            <pc:sldMk cId="0" sldId="263"/>
            <ac:spMk id="10" creationId="{FDD41CA1-7F41-4D67-8D9A-2E688B544ED0}"/>
          </ac:spMkLst>
        </pc:spChg>
        <pc:spChg chg="add mod">
          <ac:chgData name="Brendan Kowitz" userId="78f460ffbb23f3a5" providerId="LiveId" clId="{9B7601C6-B36E-4F0B-A9E1-9E7E69A268BF}" dt="2026-06-14T00:58:20.334" v="439"/>
          <ac:spMkLst>
            <pc:docMk/>
            <pc:sldMk cId="0" sldId="263"/>
            <ac:spMk id="11" creationId="{15F8CA50-BAA5-4527-833D-DD106CD63F2D}"/>
          </ac:spMkLst>
        </pc:spChg>
        <pc:spChg chg="add mod">
          <ac:chgData name="Brendan Kowitz" userId="78f460ffbb23f3a5" providerId="LiveId" clId="{9B7601C6-B36E-4F0B-A9E1-9E7E69A268BF}" dt="2026-06-14T01:08:45.118" v="490"/>
          <ac:spMkLst>
            <pc:docMk/>
            <pc:sldMk cId="0" sldId="263"/>
            <ac:spMk id="12" creationId="{F0B96C32-CB55-4957-9473-0EFA089F207C}"/>
          </ac:spMkLst>
        </pc:spChg>
        <pc:spChg chg="mod">
          <ac:chgData name="Brendan Kowitz" userId="78f460ffbb23f3a5" providerId="LiveId" clId="{9B7601C6-B36E-4F0B-A9E1-9E7E69A268BF}" dt="2026-06-14T01:00:42.025" v="463" actId="20577"/>
          <ac:spMkLst>
            <pc:docMk/>
            <pc:sldMk cId="0" sldId="263"/>
            <ac:spMk id="175" creationId="{00000000-0000-0000-0000-000000000000}"/>
          </ac:spMkLst>
        </pc:spChg>
        <pc:spChg chg="mod">
          <ac:chgData name="Brendan Kowitz" userId="78f460ffbb23f3a5" providerId="LiveId" clId="{9B7601C6-B36E-4F0B-A9E1-9E7E69A268BF}" dt="2026-06-14T01:09:43.781" v="510" actId="20577"/>
          <ac:spMkLst>
            <pc:docMk/>
            <pc:sldMk cId="0" sldId="263"/>
            <ac:spMk id="176" creationId="{00000000-0000-0000-0000-000000000000}"/>
          </ac:spMkLst>
        </pc:spChg>
        <pc:spChg chg="del">
          <ac:chgData name="Brendan Kowitz" userId="78f460ffbb23f3a5" providerId="LiveId" clId="{9B7601C6-B36E-4F0B-A9E1-9E7E69A268BF}" dt="2026-06-14T00:57:50.161" v="361"/>
          <ac:spMkLst>
            <pc:docMk/>
            <pc:sldMk cId="0" sldId="263"/>
            <ac:spMk id="178" creationId="{00000000-0000-0000-0000-000000000000}"/>
          </ac:spMkLst>
        </pc:spChg>
        <pc:spChg chg="mod">
          <ac:chgData name="Brendan Kowitz" userId="78f460ffbb23f3a5" providerId="LiveId" clId="{9B7601C6-B36E-4F0B-A9E1-9E7E69A268BF}" dt="2026-06-14T01:08:45.119" v="491"/>
          <ac:spMkLst>
            <pc:docMk/>
            <pc:sldMk cId="0" sldId="263"/>
            <ac:spMk id="179" creationId="{00000000-0000-0000-0000-000000000000}"/>
          </ac:spMkLst>
        </pc:spChg>
        <pc:spChg chg="mod">
          <ac:chgData name="Brendan Kowitz" userId="78f460ffbb23f3a5" providerId="LiveId" clId="{9B7601C6-B36E-4F0B-A9E1-9E7E69A268BF}" dt="2026-06-14T01:10:02.738" v="512"/>
          <ac:spMkLst>
            <pc:docMk/>
            <pc:sldMk cId="0" sldId="263"/>
            <ac:spMk id="180" creationId="{00000000-0000-0000-0000-000000000000}"/>
          </ac:spMkLst>
        </pc:spChg>
        <pc:spChg chg="mod">
          <ac:chgData name="Brendan Kowitz" userId="78f460ffbb23f3a5" providerId="LiveId" clId="{9B7601C6-B36E-4F0B-A9E1-9E7E69A268BF}" dt="2026-06-14T01:10:02.738" v="514"/>
          <ac:spMkLst>
            <pc:docMk/>
            <pc:sldMk cId="0" sldId="263"/>
            <ac:spMk id="181" creationId="{00000000-0000-0000-0000-000000000000}"/>
          </ac:spMkLst>
        </pc:spChg>
        <pc:spChg chg="mod">
          <ac:chgData name="Brendan Kowitz" userId="78f460ffbb23f3a5" providerId="LiveId" clId="{9B7601C6-B36E-4F0B-A9E1-9E7E69A268BF}" dt="2026-06-14T01:10:02.738" v="516"/>
          <ac:spMkLst>
            <pc:docMk/>
            <pc:sldMk cId="0" sldId="263"/>
            <ac:spMk id="182" creationId="{00000000-0000-0000-0000-000000000000}"/>
          </ac:spMkLst>
        </pc:spChg>
        <pc:graphicFrameChg chg="del">
          <ac:chgData name="Brendan Kowitz" userId="78f460ffbb23f3a5" providerId="LiveId" clId="{9B7601C6-B36E-4F0B-A9E1-9E7E69A268BF}" dt="2026-06-14T00:57:50.161" v="360"/>
          <ac:graphicFrameMkLst>
            <pc:docMk/>
            <pc:sldMk cId="0" sldId="263"/>
            <ac:graphicFrameMk id="177" creationId="{00000000-0000-0000-0000-000000000000}"/>
          </ac:graphicFrameMkLst>
        </pc:graphicFrameChg>
      </pc:sldChg>
      <pc:sldChg chg="del">
        <pc:chgData name="Brendan Kowitz" userId="78f460ffbb23f3a5" providerId="LiveId" clId="{9B7601C6-B36E-4F0B-A9E1-9E7E69A268BF}" dt="2026-06-14T01:07:47.703" v="474" actId="47"/>
        <pc:sldMkLst>
          <pc:docMk/>
          <pc:sldMk cId="0" sldId="265"/>
        </pc:sldMkLst>
      </pc:sldChg>
      <pc:sldChg chg="modSp mod">
        <pc:chgData name="Brendan Kowitz" userId="78f460ffbb23f3a5" providerId="LiveId" clId="{9B7601C6-B36E-4F0B-A9E1-9E7E69A268BF}" dt="2026-06-14T01:25:16.491" v="526" actId="20577"/>
        <pc:sldMkLst>
          <pc:docMk/>
          <pc:sldMk cId="0" sldId="268"/>
        </pc:sldMkLst>
        <pc:spChg chg="mod">
          <ac:chgData name="Brendan Kowitz" userId="78f460ffbb23f3a5" providerId="LiveId" clId="{9B7601C6-B36E-4F0B-A9E1-9E7E69A268BF}" dt="2026-06-14T01:25:16.491" v="526" actId="20577"/>
          <ac:spMkLst>
            <pc:docMk/>
            <pc:sldMk cId="0" sldId="268"/>
            <ac:spMk id="247" creationId="{00000000-0000-0000-0000-000000000000}"/>
          </ac:spMkLst>
        </pc:spChg>
      </pc:sldChg>
      <pc:sldChg chg="modSp mod">
        <pc:chgData name="Brendan Kowitz" userId="78f460ffbb23f3a5" providerId="LiveId" clId="{9B7601C6-B36E-4F0B-A9E1-9E7E69A268BF}" dt="2026-06-14T01:26:11.845" v="533" actId="20577"/>
        <pc:sldMkLst>
          <pc:docMk/>
          <pc:sldMk cId="0" sldId="270"/>
        </pc:sldMkLst>
        <pc:spChg chg="mod">
          <ac:chgData name="Brendan Kowitz" userId="78f460ffbb23f3a5" providerId="LiveId" clId="{9B7601C6-B36E-4F0B-A9E1-9E7E69A268BF}" dt="2026-06-14T01:26:11.845" v="533" actId="20577"/>
          <ac:spMkLst>
            <pc:docMk/>
            <pc:sldMk cId="0" sldId="270"/>
            <ac:spMk id="268" creationId="{00000000-0000-0000-0000-000000000000}"/>
          </ac:spMkLst>
        </pc:spChg>
      </pc:sldChg>
      <pc:sldChg chg="del">
        <pc:chgData name="Brendan Kowitz" userId="78f460ffbb23f3a5" providerId="LiveId" clId="{9B7601C6-B36E-4F0B-A9E1-9E7E69A268BF}" dt="2026-06-14T01:09:01.628" v="495" actId="47"/>
        <pc:sldMkLst>
          <pc:docMk/>
          <pc:sldMk cId="0" sldId="274"/>
        </pc:sldMkLst>
      </pc:sldChg>
      <pc:sldChg chg="modSp del mod">
        <pc:chgData name="Brendan Kowitz" userId="78f460ffbb23f3a5" providerId="LiveId" clId="{9B7601C6-B36E-4F0B-A9E1-9E7E69A268BF}" dt="2026-06-14T01:34:46.144" v="541"/>
        <pc:sldMkLst>
          <pc:docMk/>
          <pc:sldMk cId="0" sldId="275"/>
        </pc:sldMkLst>
        <pc:spChg chg="mod">
          <ac:chgData name="Brendan Kowitz" userId="78f460ffbb23f3a5" providerId="LiveId" clId="{9B7601C6-B36E-4F0B-A9E1-9E7E69A268BF}" dt="2026-06-14T01:34:03.055" v="539"/>
          <ac:spMkLst>
            <pc:docMk/>
            <pc:sldMk cId="0" sldId="275"/>
            <ac:spMk id="335" creationId="{00000000-0000-0000-0000-000000000000}"/>
          </ac:spMkLst>
        </pc:spChg>
      </pc:sldChg>
      <pc:sldChg chg="delSp modSp mod">
        <pc:chgData name="Brendan Kowitz" userId="78f460ffbb23f3a5" providerId="LiveId" clId="{9B7601C6-B36E-4F0B-A9E1-9E7E69A268BF}" dt="2026-06-14T01:37:00.264" v="560" actId="1076"/>
        <pc:sldMkLst>
          <pc:docMk/>
          <pc:sldMk cId="0" sldId="276"/>
        </pc:sldMkLst>
        <pc:spChg chg="mod">
          <ac:chgData name="Brendan Kowitz" userId="78f460ffbb23f3a5" providerId="LiveId" clId="{9B7601C6-B36E-4F0B-A9E1-9E7E69A268BF}" dt="2026-06-14T01:37:00.264" v="560" actId="1076"/>
          <ac:spMkLst>
            <pc:docMk/>
            <pc:sldMk cId="0" sldId="276"/>
            <ac:spMk id="358" creationId="{00000000-0000-0000-0000-000000000000}"/>
          </ac:spMkLst>
        </pc:spChg>
        <pc:spChg chg="del">
          <ac:chgData name="Brendan Kowitz" userId="78f460ffbb23f3a5" providerId="LiveId" clId="{9B7601C6-B36E-4F0B-A9E1-9E7E69A268BF}" dt="2026-06-14T01:36:56.683" v="559" actId="478"/>
          <ac:spMkLst>
            <pc:docMk/>
            <pc:sldMk cId="0" sldId="276"/>
            <ac:spMk id="359" creationId="{00000000-0000-0000-0000-000000000000}"/>
          </ac:spMkLst>
        </pc:spChg>
      </pc:sldChg>
      <pc:sldChg chg="addSp delSp modSp del mod">
        <pc:chgData name="Brendan Kowitz" userId="78f460ffbb23f3a5" providerId="LiveId" clId="{9B7601C6-B36E-4F0B-A9E1-9E7E69A268BF}" dt="2026-06-14T01:58:45.468" v="645"/>
        <pc:sldMkLst>
          <pc:docMk/>
          <pc:sldMk cId="0" sldId="277"/>
        </pc:sldMkLst>
        <pc:spChg chg="add mod">
          <ac:chgData name="Brendan Kowitz" userId="78f460ffbb23f3a5" providerId="LiveId" clId="{9B7601C6-B36E-4F0B-A9E1-9E7E69A268BF}" dt="2026-06-14T01:57:56.913" v="623"/>
          <ac:spMkLst>
            <pc:docMk/>
            <pc:sldMk cId="0" sldId="277"/>
            <ac:spMk id="2" creationId="{22E56561-D19E-41F2-85F2-57FD3E5AB692}"/>
          </ac:spMkLst>
        </pc:spChg>
        <pc:spChg chg="add mod">
          <ac:chgData name="Brendan Kowitz" userId="78f460ffbb23f3a5" providerId="LiveId" clId="{9B7601C6-B36E-4F0B-A9E1-9E7E69A268BF}" dt="2026-06-14T01:57:56.914" v="627"/>
          <ac:spMkLst>
            <pc:docMk/>
            <pc:sldMk cId="0" sldId="277"/>
            <ac:spMk id="3" creationId="{CB7A5CE6-4F88-4D22-8C1C-E50EE4066356}"/>
          </ac:spMkLst>
        </pc:spChg>
        <pc:spChg chg="add mod">
          <ac:chgData name="Brendan Kowitz" userId="78f460ffbb23f3a5" providerId="LiveId" clId="{9B7601C6-B36E-4F0B-A9E1-9E7E69A268BF}" dt="2026-06-14T01:57:56.917" v="635"/>
          <ac:spMkLst>
            <pc:docMk/>
            <pc:sldMk cId="0" sldId="277"/>
            <ac:spMk id="4" creationId="{55AFFABA-9B2A-4A85-B447-032AC349B4D2}"/>
          </ac:spMkLst>
        </pc:spChg>
        <pc:spChg chg="add mod">
          <ac:chgData name="Brendan Kowitz" userId="78f460ffbb23f3a5" providerId="LiveId" clId="{9B7601C6-B36E-4F0B-A9E1-9E7E69A268BF}" dt="2026-06-14T01:57:56.919" v="643"/>
          <ac:spMkLst>
            <pc:docMk/>
            <pc:sldMk cId="0" sldId="277"/>
            <ac:spMk id="5" creationId="{833894D4-8644-4FCE-A73C-29DF4C2127DD}"/>
          </ac:spMkLst>
        </pc:spChg>
        <pc:spChg chg="mod">
          <ac:chgData name="Brendan Kowitz" userId="78f460ffbb23f3a5" providerId="LiveId" clId="{9B7601C6-B36E-4F0B-A9E1-9E7E69A268BF}" dt="2026-06-14T01:57:56.869" v="581"/>
          <ac:spMkLst>
            <pc:docMk/>
            <pc:sldMk cId="0" sldId="277"/>
            <ac:spMk id="362" creationId="{00000000-0000-0000-0000-000000000000}"/>
          </ac:spMkLst>
        </pc:spChg>
        <pc:spChg chg="mod">
          <ac:chgData name="Brendan Kowitz" userId="78f460ffbb23f3a5" providerId="LiveId" clId="{9B7601C6-B36E-4F0B-A9E1-9E7E69A268BF}" dt="2026-06-14T01:57:56.870" v="582"/>
          <ac:spMkLst>
            <pc:docMk/>
            <pc:sldMk cId="0" sldId="277"/>
            <ac:spMk id="363" creationId="{00000000-0000-0000-0000-000000000000}"/>
          </ac:spMkLst>
        </pc:spChg>
        <pc:spChg chg="mod">
          <ac:chgData name="Brendan Kowitz" userId="78f460ffbb23f3a5" providerId="LiveId" clId="{9B7601C6-B36E-4F0B-A9E1-9E7E69A268BF}" dt="2026-06-14T01:57:56.870" v="584"/>
          <ac:spMkLst>
            <pc:docMk/>
            <pc:sldMk cId="0" sldId="277"/>
            <ac:spMk id="365" creationId="{00000000-0000-0000-0000-000000000000}"/>
          </ac:spMkLst>
        </pc:spChg>
        <pc:spChg chg="mod">
          <ac:chgData name="Brendan Kowitz" userId="78f460ffbb23f3a5" providerId="LiveId" clId="{9B7601C6-B36E-4F0B-A9E1-9E7E69A268BF}" dt="2026-06-14T01:57:56.870" v="585"/>
          <ac:spMkLst>
            <pc:docMk/>
            <pc:sldMk cId="0" sldId="277"/>
            <ac:spMk id="366" creationId="{00000000-0000-0000-0000-000000000000}"/>
          </ac:spMkLst>
        </pc:spChg>
        <pc:spChg chg="mod">
          <ac:chgData name="Brendan Kowitz" userId="78f460ffbb23f3a5" providerId="LiveId" clId="{9B7601C6-B36E-4F0B-A9E1-9E7E69A268BF}" dt="2026-06-14T01:57:56.871" v="586"/>
          <ac:spMkLst>
            <pc:docMk/>
            <pc:sldMk cId="0" sldId="277"/>
            <ac:spMk id="367" creationId="{00000000-0000-0000-0000-000000000000}"/>
          </ac:spMkLst>
        </pc:spChg>
        <pc:spChg chg="mod">
          <ac:chgData name="Brendan Kowitz" userId="78f460ffbb23f3a5" providerId="LiveId" clId="{9B7601C6-B36E-4F0B-A9E1-9E7E69A268BF}" dt="2026-06-14T01:57:56.871" v="587"/>
          <ac:spMkLst>
            <pc:docMk/>
            <pc:sldMk cId="0" sldId="277"/>
            <ac:spMk id="368" creationId="{00000000-0000-0000-0000-000000000000}"/>
          </ac:spMkLst>
        </pc:spChg>
        <pc:spChg chg="mod">
          <ac:chgData name="Brendan Kowitz" userId="78f460ffbb23f3a5" providerId="LiveId" clId="{9B7601C6-B36E-4F0B-A9E1-9E7E69A268BF}" dt="2026-06-14T01:57:56.882" v="601"/>
          <ac:spMkLst>
            <pc:docMk/>
            <pc:sldMk cId="0" sldId="277"/>
            <ac:spMk id="370" creationId="{00000000-0000-0000-0000-000000000000}"/>
          </ac:spMkLst>
        </pc:spChg>
        <pc:spChg chg="mod">
          <ac:chgData name="Brendan Kowitz" userId="78f460ffbb23f3a5" providerId="LiveId" clId="{9B7601C6-B36E-4F0B-A9E1-9E7E69A268BF}" dt="2026-06-14T01:57:56.890" v="607"/>
          <ac:spMkLst>
            <pc:docMk/>
            <pc:sldMk cId="0" sldId="277"/>
            <ac:spMk id="371" creationId="{00000000-0000-0000-0000-000000000000}"/>
          </ac:spMkLst>
        </pc:spChg>
        <pc:spChg chg="mod">
          <ac:chgData name="Brendan Kowitz" userId="78f460ffbb23f3a5" providerId="LiveId" clId="{9B7601C6-B36E-4F0B-A9E1-9E7E69A268BF}" dt="2026-06-14T01:57:56.872" v="590"/>
          <ac:spMkLst>
            <pc:docMk/>
            <pc:sldMk cId="0" sldId="277"/>
            <ac:spMk id="372" creationId="{00000000-0000-0000-0000-000000000000}"/>
          </ac:spMkLst>
        </pc:spChg>
        <pc:spChg chg="mod">
          <ac:chgData name="Brendan Kowitz" userId="78f460ffbb23f3a5" providerId="LiveId" clId="{9B7601C6-B36E-4F0B-A9E1-9E7E69A268BF}" dt="2026-06-14T01:57:56.872" v="591"/>
          <ac:spMkLst>
            <pc:docMk/>
            <pc:sldMk cId="0" sldId="277"/>
            <ac:spMk id="373" creationId="{00000000-0000-0000-0000-000000000000}"/>
          </ac:spMkLst>
        </pc:spChg>
        <pc:spChg chg="mod">
          <ac:chgData name="Brendan Kowitz" userId="78f460ffbb23f3a5" providerId="LiveId" clId="{9B7601C6-B36E-4F0B-A9E1-9E7E69A268BF}" dt="2026-06-14T01:57:56.898" v="613"/>
          <ac:spMkLst>
            <pc:docMk/>
            <pc:sldMk cId="0" sldId="277"/>
            <ac:spMk id="375" creationId="{00000000-0000-0000-0000-000000000000}"/>
          </ac:spMkLst>
        </pc:spChg>
        <pc:spChg chg="mod">
          <ac:chgData name="Brendan Kowitz" userId="78f460ffbb23f3a5" providerId="LiveId" clId="{9B7601C6-B36E-4F0B-A9E1-9E7E69A268BF}" dt="2026-06-14T01:57:56.912" v="619"/>
          <ac:spMkLst>
            <pc:docMk/>
            <pc:sldMk cId="0" sldId="277"/>
            <ac:spMk id="376" creationId="{00000000-0000-0000-0000-000000000000}"/>
          </ac:spMkLst>
        </pc:spChg>
        <pc:picChg chg="mod">
          <ac:chgData name="Brendan Kowitz" userId="78f460ffbb23f3a5" providerId="LiveId" clId="{9B7601C6-B36E-4F0B-A9E1-9E7E69A268BF}" dt="2026-06-14T01:57:56.870" v="583"/>
          <ac:picMkLst>
            <pc:docMk/>
            <pc:sldMk cId="0" sldId="277"/>
            <ac:picMk id="364" creationId="{00000000-0000-0000-0000-000000000000}"/>
          </ac:picMkLst>
        </pc:picChg>
        <pc:picChg chg="del">
          <ac:chgData name="Brendan Kowitz" userId="78f460ffbb23f3a5" providerId="LiveId" clId="{9B7601C6-B36E-4F0B-A9E1-9E7E69A268BF}" dt="2026-06-14T01:57:56.873" v="594"/>
          <ac:picMkLst>
            <pc:docMk/>
            <pc:sldMk cId="0" sldId="277"/>
            <ac:picMk id="369" creationId="{00000000-0000-0000-0000-000000000000}"/>
          </ac:picMkLst>
        </pc:picChg>
        <pc:picChg chg="del">
          <ac:chgData name="Brendan Kowitz" userId="78f460ffbb23f3a5" providerId="LiveId" clId="{9B7601C6-B36E-4F0B-A9E1-9E7E69A268BF}" dt="2026-06-14T01:57:56.873" v="595"/>
          <ac:picMkLst>
            <pc:docMk/>
            <pc:sldMk cId="0" sldId="277"/>
            <ac:picMk id="374" creationId="{00000000-0000-0000-0000-000000000000}"/>
          </ac:picMkLst>
        </pc:picChg>
      </pc:sldChg>
      <pc:sldChg chg="del">
        <pc:chgData name="Brendan Kowitz" userId="78f460ffbb23f3a5" providerId="LiveId" clId="{9B7601C6-B36E-4F0B-A9E1-9E7E69A268BF}" dt="2026-06-14T00:58:27.256" v="448"/>
        <pc:sldMkLst>
          <pc:docMk/>
          <pc:sldMk cId="0" sldId="340"/>
        </pc:sldMkLst>
      </pc:sldChg>
      <pc:sldChg chg="modSp add del mod">
        <pc:chgData name="Brendan Kowitz" userId="78f460ffbb23f3a5" providerId="LiveId" clId="{9B7601C6-B36E-4F0B-A9E1-9E7E69A268BF}" dt="2026-06-14T00:21:20.635" v="113"/>
        <pc:sldMkLst>
          <pc:docMk/>
          <pc:sldMk cId="2824285718" sldId="341"/>
        </pc:sldMkLst>
        <pc:spChg chg="mod">
          <ac:chgData name="Brendan Kowitz" userId="78f460ffbb23f3a5" providerId="LiveId" clId="{9B7601C6-B36E-4F0B-A9E1-9E7E69A268BF}" dt="2026-06-14T00:21:14.604" v="110"/>
          <ac:spMkLst>
            <pc:docMk/>
            <pc:sldMk cId="2824285718" sldId="341"/>
            <ac:spMk id="113" creationId="{00000000-0000-0000-0000-000000000000}"/>
          </ac:spMkLst>
        </pc:spChg>
        <pc:spChg chg="mod">
          <ac:chgData name="Brendan Kowitz" userId="78f460ffbb23f3a5" providerId="LiveId" clId="{9B7601C6-B36E-4F0B-A9E1-9E7E69A268BF}" dt="2026-06-14T00:21:14.604" v="111"/>
          <ac:spMkLst>
            <pc:docMk/>
            <pc:sldMk cId="2824285718" sldId="341"/>
            <ac:spMk id="114" creationId="{00000000-0000-0000-0000-000000000000}"/>
          </ac:spMkLst>
        </pc:spChg>
      </pc:sldChg>
      <pc:sldChg chg="modSp add del mod">
        <pc:chgData name="Brendan Kowitz" userId="78f460ffbb23f3a5" providerId="LiveId" clId="{9B7601C6-B36E-4F0B-A9E1-9E7E69A268BF}" dt="2026-06-14T00:22:02.854" v="120"/>
        <pc:sldMkLst>
          <pc:docMk/>
          <pc:sldMk cId="3451394382" sldId="342"/>
        </pc:sldMkLst>
        <pc:spChg chg="mod">
          <ac:chgData name="Brendan Kowitz" userId="78f460ffbb23f3a5" providerId="LiveId" clId="{9B7601C6-B36E-4F0B-A9E1-9E7E69A268BF}" dt="2026-06-14T00:21:41.422" v="118"/>
          <ac:spMkLst>
            <pc:docMk/>
            <pc:sldMk cId="3451394382" sldId="342"/>
            <ac:spMk id="2" creationId="{6E9FF0D1-6931-4B52-B95F-8735E237D03F}"/>
          </ac:spMkLst>
        </pc:spChg>
        <pc:spChg chg="mod">
          <ac:chgData name="Brendan Kowitz" userId="78f460ffbb23f3a5" providerId="LiveId" clId="{9B7601C6-B36E-4F0B-A9E1-9E7E69A268BF}" dt="2026-06-14T00:21:41.421" v="116"/>
          <ac:spMkLst>
            <pc:docMk/>
            <pc:sldMk cId="3451394382" sldId="342"/>
            <ac:spMk id="3" creationId="{72F8D2A1-F218-4340-A485-0CDC62F5EECA}"/>
          </ac:spMkLst>
        </pc:spChg>
      </pc:sldChg>
      <pc:sldChg chg="addSp delSp modSp add del mod">
        <pc:chgData name="Brendan Kowitz" userId="78f460ffbb23f3a5" providerId="LiveId" clId="{9B7601C6-B36E-4F0B-A9E1-9E7E69A268BF}" dt="2026-06-14T00:27:49.658" v="252"/>
        <pc:sldMkLst>
          <pc:docMk/>
          <pc:sldMk cId="814926652" sldId="343"/>
        </pc:sldMkLst>
        <pc:spChg chg="del">
          <ac:chgData name="Brendan Kowitz" userId="78f460ffbb23f3a5" providerId="LiveId" clId="{9B7601C6-B36E-4F0B-A9E1-9E7E69A268BF}" dt="2026-06-14T00:26:39.439" v="123"/>
          <ac:spMkLst>
            <pc:docMk/>
            <pc:sldMk cId="814926652" sldId="343"/>
            <ac:spMk id="2" creationId="{6E9FF0D1-6931-4B52-B95F-8735E237D03F}"/>
          </ac:spMkLst>
        </pc:spChg>
        <pc:spChg chg="mod">
          <ac:chgData name="Brendan Kowitz" userId="78f460ffbb23f3a5" providerId="LiveId" clId="{9B7601C6-B36E-4F0B-A9E1-9E7E69A268BF}" dt="2026-06-14T00:26:39.452" v="145"/>
          <ac:spMkLst>
            <pc:docMk/>
            <pc:sldMk cId="814926652" sldId="343"/>
            <ac:spMk id="3" creationId="{72F8D2A1-F218-4340-A485-0CDC62F5EECA}"/>
          </ac:spMkLst>
        </pc:spChg>
        <pc:spChg chg="add mod">
          <ac:chgData name="Brendan Kowitz" userId="78f460ffbb23f3a5" providerId="LiveId" clId="{9B7601C6-B36E-4F0B-A9E1-9E7E69A268BF}" dt="2026-06-14T00:26:39.457" v="149"/>
          <ac:spMkLst>
            <pc:docMk/>
            <pc:sldMk cId="814926652" sldId="343"/>
            <ac:spMk id="4" creationId="{605CB96A-B173-47A2-828C-EA10BFAA3A04}"/>
          </ac:spMkLst>
        </pc:spChg>
        <pc:spChg chg="add mod">
          <ac:chgData name="Brendan Kowitz" userId="78f460ffbb23f3a5" providerId="LiveId" clId="{9B7601C6-B36E-4F0B-A9E1-9E7E69A268BF}" dt="2026-06-14T00:26:39.458" v="153"/>
          <ac:spMkLst>
            <pc:docMk/>
            <pc:sldMk cId="814926652" sldId="343"/>
            <ac:spMk id="5" creationId="{11A2668C-1BEA-4C22-999A-29F1CDBC0D19}"/>
          </ac:spMkLst>
        </pc:spChg>
        <pc:spChg chg="add mod">
          <ac:chgData name="Brendan Kowitz" userId="78f460ffbb23f3a5" providerId="LiveId" clId="{9B7601C6-B36E-4F0B-A9E1-9E7E69A268BF}" dt="2026-06-14T00:26:39.460" v="165"/>
          <ac:spMkLst>
            <pc:docMk/>
            <pc:sldMk cId="814926652" sldId="343"/>
            <ac:spMk id="6" creationId="{1130DCDE-C5EC-46DC-BB02-39B488A51EC8}"/>
          </ac:spMkLst>
        </pc:spChg>
        <pc:spChg chg="add mod">
          <ac:chgData name="Brendan Kowitz" userId="78f460ffbb23f3a5" providerId="LiveId" clId="{9B7601C6-B36E-4F0B-A9E1-9E7E69A268BF}" dt="2026-06-14T00:27:14.215" v="245"/>
          <ac:spMkLst>
            <pc:docMk/>
            <pc:sldMk cId="814926652" sldId="343"/>
            <ac:spMk id="7" creationId="{49102D76-308C-4E9B-9004-A0BB025968E0}"/>
          </ac:spMkLst>
        </pc:spChg>
        <pc:spChg chg="add mod">
          <ac:chgData name="Brendan Kowitz" userId="78f460ffbb23f3a5" providerId="LiveId" clId="{9B7601C6-B36E-4F0B-A9E1-9E7E69A268BF}" dt="2026-06-14T00:27:14.243" v="246"/>
          <ac:spMkLst>
            <pc:docMk/>
            <pc:sldMk cId="814926652" sldId="343"/>
            <ac:spMk id="8" creationId="{D81ADF30-49BF-465A-AC8D-3CC5B6F4DED8}"/>
          </ac:spMkLst>
        </pc:spChg>
        <pc:spChg chg="add mod">
          <ac:chgData name="Brendan Kowitz" userId="78f460ffbb23f3a5" providerId="LiveId" clId="{9B7601C6-B36E-4F0B-A9E1-9E7E69A268BF}" dt="2026-06-14T00:26:39.465" v="182"/>
          <ac:spMkLst>
            <pc:docMk/>
            <pc:sldMk cId="814926652" sldId="343"/>
            <ac:spMk id="9" creationId="{7716CFB9-9BF9-498C-AA6C-2095D74AD0A5}"/>
          </ac:spMkLst>
        </pc:spChg>
        <pc:spChg chg="add mod">
          <ac:chgData name="Brendan Kowitz" userId="78f460ffbb23f3a5" providerId="LiveId" clId="{9B7601C6-B36E-4F0B-A9E1-9E7E69A268BF}" dt="2026-06-14T00:26:39.466" v="186"/>
          <ac:spMkLst>
            <pc:docMk/>
            <pc:sldMk cId="814926652" sldId="343"/>
            <ac:spMk id="10" creationId="{93A7DF5C-469E-446B-BA0F-0237EFBFF402}"/>
          </ac:spMkLst>
        </pc:spChg>
        <pc:spChg chg="add mod">
          <ac:chgData name="Brendan Kowitz" userId="78f460ffbb23f3a5" providerId="LiveId" clId="{9B7601C6-B36E-4F0B-A9E1-9E7E69A268BF}" dt="2026-06-14T00:26:39.468" v="198"/>
          <ac:spMkLst>
            <pc:docMk/>
            <pc:sldMk cId="814926652" sldId="343"/>
            <ac:spMk id="11" creationId="{9188993B-76D1-4DFB-B6B1-D16AF9B8529C}"/>
          </ac:spMkLst>
        </pc:spChg>
        <pc:spChg chg="add mod">
          <ac:chgData name="Brendan Kowitz" userId="78f460ffbb23f3a5" providerId="LiveId" clId="{9B7601C6-B36E-4F0B-A9E1-9E7E69A268BF}" dt="2026-06-14T00:27:14.248" v="247"/>
          <ac:spMkLst>
            <pc:docMk/>
            <pc:sldMk cId="814926652" sldId="343"/>
            <ac:spMk id="12" creationId="{E7C0A530-B475-4416-92EC-1B1C8C1FF254}"/>
          </ac:spMkLst>
        </pc:spChg>
        <pc:spChg chg="add mod">
          <ac:chgData name="Brendan Kowitz" userId="78f460ffbb23f3a5" providerId="LiveId" clId="{9B7601C6-B36E-4F0B-A9E1-9E7E69A268BF}" dt="2026-06-14T00:27:14.274" v="248"/>
          <ac:spMkLst>
            <pc:docMk/>
            <pc:sldMk cId="814926652" sldId="343"/>
            <ac:spMk id="13" creationId="{8193D4E1-FBA5-4135-AD63-3954F756753B}"/>
          </ac:spMkLst>
        </pc:spChg>
        <pc:spChg chg="add mod">
          <ac:chgData name="Brendan Kowitz" userId="78f460ffbb23f3a5" providerId="LiveId" clId="{9B7601C6-B36E-4F0B-A9E1-9E7E69A268BF}" dt="2026-06-14T00:26:39.474" v="215"/>
          <ac:spMkLst>
            <pc:docMk/>
            <pc:sldMk cId="814926652" sldId="343"/>
            <ac:spMk id="14" creationId="{0D0E0650-BBEC-49DD-BDF8-773956029F44}"/>
          </ac:spMkLst>
        </pc:spChg>
        <pc:spChg chg="add mod">
          <ac:chgData name="Brendan Kowitz" userId="78f460ffbb23f3a5" providerId="LiveId" clId="{9B7601C6-B36E-4F0B-A9E1-9E7E69A268BF}" dt="2026-06-14T00:26:39.475" v="219"/>
          <ac:spMkLst>
            <pc:docMk/>
            <pc:sldMk cId="814926652" sldId="343"/>
            <ac:spMk id="15" creationId="{1059EB38-754E-4F1E-A17E-981DD74EC6DB}"/>
          </ac:spMkLst>
        </pc:spChg>
        <pc:spChg chg="add mod">
          <ac:chgData name="Brendan Kowitz" userId="78f460ffbb23f3a5" providerId="LiveId" clId="{9B7601C6-B36E-4F0B-A9E1-9E7E69A268BF}" dt="2026-06-14T00:26:39.478" v="231"/>
          <ac:spMkLst>
            <pc:docMk/>
            <pc:sldMk cId="814926652" sldId="343"/>
            <ac:spMk id="16" creationId="{DB570DB5-08BA-4E28-A9D9-8A90393316FA}"/>
          </ac:spMkLst>
        </pc:spChg>
        <pc:spChg chg="add mod">
          <ac:chgData name="Brendan Kowitz" userId="78f460ffbb23f3a5" providerId="LiveId" clId="{9B7601C6-B36E-4F0B-A9E1-9E7E69A268BF}" dt="2026-06-14T00:27:14.280" v="249"/>
          <ac:spMkLst>
            <pc:docMk/>
            <pc:sldMk cId="814926652" sldId="343"/>
            <ac:spMk id="17" creationId="{32E4C41A-E53A-4512-BC4E-8A79632F2880}"/>
          </ac:spMkLst>
        </pc:spChg>
        <pc:spChg chg="add mod">
          <ac:chgData name="Brendan Kowitz" userId="78f460ffbb23f3a5" providerId="LiveId" clId="{9B7601C6-B36E-4F0B-A9E1-9E7E69A268BF}" dt="2026-06-14T00:27:14.285" v="250"/>
          <ac:spMkLst>
            <pc:docMk/>
            <pc:sldMk cId="814926652" sldId="343"/>
            <ac:spMk id="18" creationId="{79E6C120-0D3E-463A-AE11-B8F73DF5FCE0}"/>
          </ac:spMkLst>
        </pc:spChg>
        <pc:spChg chg="mod">
          <ac:chgData name="Brendan Kowitz" userId="78f460ffbb23f3a5" providerId="LiveId" clId="{9B7601C6-B36E-4F0B-A9E1-9E7E69A268BF}" dt="2026-06-14T00:26:39.450" v="136"/>
          <ac:spMkLst>
            <pc:docMk/>
            <pc:sldMk cId="814926652" sldId="343"/>
            <ac:spMk id="113" creationId="{00000000-0000-0000-0000-000000000000}"/>
          </ac:spMkLst>
        </pc:spChg>
        <pc:spChg chg="mod">
          <ac:chgData name="Brendan Kowitz" userId="78f460ffbb23f3a5" providerId="LiveId" clId="{9B7601C6-B36E-4F0B-A9E1-9E7E69A268BF}" dt="2026-06-14T00:26:39.448" v="127"/>
          <ac:spMkLst>
            <pc:docMk/>
            <pc:sldMk cId="814926652" sldId="343"/>
            <ac:spMk id="114" creationId="{00000000-0000-0000-0000-000000000000}"/>
          </ac:spMkLst>
        </pc:spChg>
      </pc:sldChg>
      <pc:sldChg chg="add del">
        <pc:chgData name="Brendan Kowitz" userId="78f460ffbb23f3a5" providerId="LiveId" clId="{9B7601C6-B36E-4F0B-A9E1-9E7E69A268BF}" dt="2026-06-14T00:28:37.958" v="254"/>
        <pc:sldMkLst>
          <pc:docMk/>
          <pc:sldMk cId="3892868444" sldId="344"/>
        </pc:sldMkLst>
      </pc:sldChg>
      <pc:sldChg chg="add del">
        <pc:chgData name="Brendan Kowitz" userId="78f460ffbb23f3a5" providerId="LiveId" clId="{9B7601C6-B36E-4F0B-A9E1-9E7E69A268BF}" dt="2026-06-14T00:29:07.860" v="256"/>
        <pc:sldMkLst>
          <pc:docMk/>
          <pc:sldMk cId="4283861015" sldId="345"/>
        </pc:sldMkLst>
      </pc:sldChg>
      <pc:sldChg chg="modSp add del mod">
        <pc:chgData name="Brendan Kowitz" userId="78f460ffbb23f3a5" providerId="LiveId" clId="{9B7601C6-B36E-4F0B-A9E1-9E7E69A268BF}" dt="2026-06-14T00:34:07.079" v="291"/>
        <pc:sldMkLst>
          <pc:docMk/>
          <pc:sldMk cId="2886739481" sldId="346"/>
        </pc:sldMkLst>
        <pc:spChg chg="mod">
          <ac:chgData name="Brendan Kowitz" userId="78f460ffbb23f3a5" providerId="LiveId" clId="{9B7601C6-B36E-4F0B-A9E1-9E7E69A268BF}" dt="2026-06-14T00:33:07.998" v="289" actId="5793"/>
          <ac:spMkLst>
            <pc:docMk/>
            <pc:sldMk cId="2886739481" sldId="346"/>
            <ac:spMk id="3" creationId="{72F8D2A1-F218-4340-A485-0CDC62F5EECA}"/>
          </ac:spMkLst>
        </pc:spChg>
        <pc:spChg chg="mod">
          <ac:chgData name="Brendan Kowitz" userId="78f460ffbb23f3a5" providerId="LiveId" clId="{9B7601C6-B36E-4F0B-A9E1-9E7E69A268BF}" dt="2026-06-14T00:30:19.116" v="258"/>
          <ac:spMkLst>
            <pc:docMk/>
            <pc:sldMk cId="2886739481" sldId="346"/>
            <ac:spMk id="7" creationId="{49102D76-308C-4E9B-9004-A0BB025968E0}"/>
          </ac:spMkLst>
        </pc:spChg>
        <pc:spChg chg="mod">
          <ac:chgData name="Brendan Kowitz" userId="78f460ffbb23f3a5" providerId="LiveId" clId="{9B7601C6-B36E-4F0B-A9E1-9E7E69A268BF}" dt="2026-06-14T00:30:19.116" v="259"/>
          <ac:spMkLst>
            <pc:docMk/>
            <pc:sldMk cId="2886739481" sldId="346"/>
            <ac:spMk id="8" creationId="{D81ADF30-49BF-465A-AC8D-3CC5B6F4DED8}"/>
          </ac:spMkLst>
        </pc:spChg>
        <pc:spChg chg="mod">
          <ac:chgData name="Brendan Kowitz" userId="78f460ffbb23f3a5" providerId="LiveId" clId="{9B7601C6-B36E-4F0B-A9E1-9E7E69A268BF}" dt="2026-06-14T00:30:19.117" v="260"/>
          <ac:spMkLst>
            <pc:docMk/>
            <pc:sldMk cId="2886739481" sldId="346"/>
            <ac:spMk id="12" creationId="{E7C0A530-B475-4416-92EC-1B1C8C1FF254}"/>
          </ac:spMkLst>
        </pc:spChg>
        <pc:spChg chg="mod">
          <ac:chgData name="Brendan Kowitz" userId="78f460ffbb23f3a5" providerId="LiveId" clId="{9B7601C6-B36E-4F0B-A9E1-9E7E69A268BF}" dt="2026-06-14T00:30:19.117" v="261"/>
          <ac:spMkLst>
            <pc:docMk/>
            <pc:sldMk cId="2886739481" sldId="346"/>
            <ac:spMk id="13" creationId="{8193D4E1-FBA5-4135-AD63-3954F756753B}"/>
          </ac:spMkLst>
        </pc:spChg>
        <pc:spChg chg="mod">
          <ac:chgData name="Brendan Kowitz" userId="78f460ffbb23f3a5" providerId="LiveId" clId="{9B7601C6-B36E-4F0B-A9E1-9E7E69A268BF}" dt="2026-06-14T00:30:19.118" v="262"/>
          <ac:spMkLst>
            <pc:docMk/>
            <pc:sldMk cId="2886739481" sldId="346"/>
            <ac:spMk id="17" creationId="{32E4C41A-E53A-4512-BC4E-8A79632F2880}"/>
          </ac:spMkLst>
        </pc:spChg>
        <pc:spChg chg="mod">
          <ac:chgData name="Brendan Kowitz" userId="78f460ffbb23f3a5" providerId="LiveId" clId="{9B7601C6-B36E-4F0B-A9E1-9E7E69A268BF}" dt="2026-06-14T00:30:19.118" v="263"/>
          <ac:spMkLst>
            <pc:docMk/>
            <pc:sldMk cId="2886739481" sldId="346"/>
            <ac:spMk id="18" creationId="{79E6C120-0D3E-463A-AE11-B8F73DF5FCE0}"/>
          </ac:spMkLst>
        </pc:spChg>
      </pc:sldChg>
      <pc:sldChg chg="modSp add mod">
        <pc:chgData name="Brendan Kowitz" userId="78f460ffbb23f3a5" providerId="LiveId" clId="{9B7601C6-B36E-4F0B-A9E1-9E7E69A268BF}" dt="2026-06-14T00:35:51.701" v="311"/>
        <pc:sldMkLst>
          <pc:docMk/>
          <pc:sldMk cId="572020007" sldId="347"/>
        </pc:sldMkLst>
        <pc:spChg chg="mod">
          <ac:chgData name="Brendan Kowitz" userId="78f460ffbb23f3a5" providerId="LiveId" clId="{9B7601C6-B36E-4F0B-A9E1-9E7E69A268BF}" dt="2026-06-14T00:35:51.697" v="299"/>
          <ac:spMkLst>
            <pc:docMk/>
            <pc:sldMk cId="572020007" sldId="347"/>
            <ac:spMk id="3" creationId="{72F8D2A1-F218-4340-A485-0CDC62F5EECA}"/>
          </ac:spMkLst>
        </pc:spChg>
        <pc:spChg chg="mod">
          <ac:chgData name="Brendan Kowitz" userId="78f460ffbb23f3a5" providerId="LiveId" clId="{9B7601C6-B36E-4F0B-A9E1-9E7E69A268BF}" dt="2026-06-14T00:35:51.699" v="305"/>
          <ac:spMkLst>
            <pc:docMk/>
            <pc:sldMk cId="572020007" sldId="347"/>
            <ac:spMk id="17" creationId="{32E4C41A-E53A-4512-BC4E-8A79632F2880}"/>
          </ac:spMkLst>
        </pc:spChg>
        <pc:spChg chg="mod">
          <ac:chgData name="Brendan Kowitz" userId="78f460ffbb23f3a5" providerId="LiveId" clId="{9B7601C6-B36E-4F0B-A9E1-9E7E69A268BF}" dt="2026-06-14T00:35:51.701" v="311"/>
          <ac:spMkLst>
            <pc:docMk/>
            <pc:sldMk cId="572020007" sldId="347"/>
            <ac:spMk id="18" creationId="{79E6C120-0D3E-463A-AE11-B8F73DF5FCE0}"/>
          </ac:spMkLst>
        </pc:spChg>
      </pc:sldChg>
      <pc:sldChg chg="addSp delSp modSp add mod">
        <pc:chgData name="Brendan Kowitz" userId="78f460ffbb23f3a5" providerId="LiveId" clId="{9B7601C6-B36E-4F0B-A9E1-9E7E69A268BF}" dt="2026-06-14T02:13:09.778" v="657"/>
        <pc:sldMkLst>
          <pc:docMk/>
          <pc:sldMk cId="3786743131" sldId="348"/>
        </pc:sldMkLst>
        <pc:picChg chg="add del mod">
          <ac:chgData name="Brendan Kowitz" userId="78f460ffbb23f3a5" providerId="LiveId" clId="{9B7601C6-B36E-4F0B-A9E1-9E7E69A268BF}" dt="2026-06-14T02:13:09.778" v="656"/>
          <ac:picMkLst>
            <pc:docMk/>
            <pc:sldMk cId="3786743131" sldId="348"/>
            <ac:picMk id="6" creationId="{E0BC0D0C-A6EA-2B85-F979-D2824F611DD5}"/>
          </ac:picMkLst>
        </pc:picChg>
        <pc:picChg chg="add del mod">
          <ac:chgData name="Brendan Kowitz" userId="78f460ffbb23f3a5" providerId="LiveId" clId="{9B7601C6-B36E-4F0B-A9E1-9E7E69A268BF}" dt="2026-06-14T02:13:09.778" v="657"/>
          <ac:picMkLst>
            <pc:docMk/>
            <pc:sldMk cId="3786743131" sldId="348"/>
            <ac:picMk id="7" creationId="{8442550A-A157-5704-29B0-49FF5602DC45}"/>
          </ac:picMkLst>
        </pc:picChg>
      </pc:sldChg>
      <pc:sldChg chg="delSp modSp add del mod">
        <pc:chgData name="Brendan Kowitz" userId="78f460ffbb23f3a5" providerId="LiveId" clId="{9B7601C6-B36E-4F0B-A9E1-9E7E69A268BF}" dt="2026-06-14T05:53:54.271" v="724"/>
        <pc:sldMkLst>
          <pc:docMk/>
          <pc:sldMk cId="3104322733" sldId="349"/>
        </pc:sldMkLst>
        <pc:spChg chg="del">
          <ac:chgData name="Brendan Kowitz" userId="78f460ffbb23f3a5" providerId="LiveId" clId="{9B7601C6-B36E-4F0B-A9E1-9E7E69A268BF}" dt="2026-06-14T05:51:56.226" v="669"/>
          <ac:spMkLst>
            <pc:docMk/>
            <pc:sldMk cId="3104322733" sldId="349"/>
            <ac:spMk id="2" creationId="{AEE49EE8-1885-4B50-AC6C-38A6D5ADC30A}"/>
          </ac:spMkLst>
        </pc:spChg>
        <pc:spChg chg="del">
          <ac:chgData name="Brendan Kowitz" userId="78f460ffbb23f3a5" providerId="LiveId" clId="{9B7601C6-B36E-4F0B-A9E1-9E7E69A268BF}" dt="2026-06-14T05:51:56.227" v="670"/>
          <ac:spMkLst>
            <pc:docMk/>
            <pc:sldMk cId="3104322733" sldId="349"/>
            <ac:spMk id="3" creationId="{AD02B9C9-D20C-41A4-B250-473EECB908A4}"/>
          </ac:spMkLst>
        </pc:spChg>
        <pc:spChg chg="mod">
          <ac:chgData name="Brendan Kowitz" userId="78f460ffbb23f3a5" providerId="LiveId" clId="{9B7601C6-B36E-4F0B-A9E1-9E7E69A268BF}" dt="2026-06-14T05:51:56.249" v="688"/>
          <ac:spMkLst>
            <pc:docMk/>
            <pc:sldMk cId="3104322733" sldId="349"/>
            <ac:spMk id="4" creationId="{FC2AB505-1597-4874-82CA-2B438129ED7B}"/>
          </ac:spMkLst>
        </pc:spChg>
        <pc:spChg chg="mod">
          <ac:chgData name="Brendan Kowitz" userId="78f460ffbb23f3a5" providerId="LiveId" clId="{9B7601C6-B36E-4F0B-A9E1-9E7E69A268BF}" dt="2026-06-14T05:51:56.250" v="692"/>
          <ac:spMkLst>
            <pc:docMk/>
            <pc:sldMk cId="3104322733" sldId="349"/>
            <ac:spMk id="5" creationId="{5DD8F997-BA67-48A7-B83E-0A3F924BD407}"/>
          </ac:spMkLst>
        </pc:spChg>
        <pc:spChg chg="mod">
          <ac:chgData name="Brendan Kowitz" userId="78f460ffbb23f3a5" providerId="LiveId" clId="{9B7601C6-B36E-4F0B-A9E1-9E7E69A268BF}" dt="2026-06-14T05:51:56.257" v="719"/>
          <ac:spMkLst>
            <pc:docMk/>
            <pc:sldMk cId="3104322733" sldId="349"/>
            <ac:spMk id="6" creationId="{E3B4DDFA-AAF8-4513-BACE-902F0A019BBE}"/>
          </ac:spMkLst>
        </pc:spChg>
        <pc:spChg chg="mod">
          <ac:chgData name="Brendan Kowitz" userId="78f460ffbb23f3a5" providerId="LiveId" clId="{9B7601C6-B36E-4F0B-A9E1-9E7E69A268BF}" dt="2026-06-14T05:51:56.258" v="721"/>
          <ac:spMkLst>
            <pc:docMk/>
            <pc:sldMk cId="3104322733" sldId="349"/>
            <ac:spMk id="7" creationId="{AE4D13ED-5125-4378-88F3-BFEBEA7F20D1}"/>
          </ac:spMkLst>
        </pc:spChg>
        <pc:spChg chg="mod">
          <ac:chgData name="Brendan Kowitz" userId="78f460ffbb23f3a5" providerId="LiveId" clId="{9B7601C6-B36E-4F0B-A9E1-9E7E69A268BF}" dt="2026-06-14T05:51:56.252" v="703"/>
          <ac:spMkLst>
            <pc:docMk/>
            <pc:sldMk cId="3104322733" sldId="349"/>
            <ac:spMk id="8" creationId="{A8A65F3A-0A58-4462-A813-A1929B48ED0D}"/>
          </ac:spMkLst>
        </pc:spChg>
        <pc:spChg chg="mod">
          <ac:chgData name="Brendan Kowitz" userId="78f460ffbb23f3a5" providerId="LiveId" clId="{9B7601C6-B36E-4F0B-A9E1-9E7E69A268BF}" dt="2026-06-14T05:51:56.254" v="707"/>
          <ac:spMkLst>
            <pc:docMk/>
            <pc:sldMk cId="3104322733" sldId="349"/>
            <ac:spMk id="9" creationId="{1C016856-2F65-4AC2-B390-D75D6A473646}"/>
          </ac:spMkLst>
        </pc:spChg>
        <pc:spChg chg="mod">
          <ac:chgData name="Brendan Kowitz" userId="78f460ffbb23f3a5" providerId="LiveId" clId="{9B7601C6-B36E-4F0B-A9E1-9E7E69A268BF}" dt="2026-06-14T05:51:56.258" v="720"/>
          <ac:spMkLst>
            <pc:docMk/>
            <pc:sldMk cId="3104322733" sldId="349"/>
            <ac:spMk id="10" creationId="{FDD41CA1-7F41-4D67-8D9A-2E688B544ED0}"/>
          </ac:spMkLst>
        </pc:spChg>
        <pc:spChg chg="mod">
          <ac:chgData name="Brendan Kowitz" userId="78f460ffbb23f3a5" providerId="LiveId" clId="{9B7601C6-B36E-4F0B-A9E1-9E7E69A268BF}" dt="2026-06-14T05:51:56.258" v="722"/>
          <ac:spMkLst>
            <pc:docMk/>
            <pc:sldMk cId="3104322733" sldId="349"/>
            <ac:spMk id="11" creationId="{15F8CA50-BAA5-4527-833D-DD106CD63F2D}"/>
          </ac:spMkLst>
        </pc:spChg>
        <pc:spChg chg="mod">
          <ac:chgData name="Brendan Kowitz" userId="78f460ffbb23f3a5" providerId="LiveId" clId="{9B7601C6-B36E-4F0B-A9E1-9E7E69A268BF}" dt="2026-06-14T05:51:56.257" v="718"/>
          <ac:spMkLst>
            <pc:docMk/>
            <pc:sldMk cId="3104322733" sldId="349"/>
            <ac:spMk id="12" creationId="{F0B96C32-CB55-4957-9473-0EFA089F207C}"/>
          </ac:spMkLst>
        </pc:spChg>
        <pc:spChg chg="mod">
          <ac:chgData name="Brendan Kowitz" userId="78f460ffbb23f3a5" providerId="LiveId" clId="{9B7601C6-B36E-4F0B-A9E1-9E7E69A268BF}" dt="2026-06-14T05:51:56.248" v="684"/>
          <ac:spMkLst>
            <pc:docMk/>
            <pc:sldMk cId="3104322733" sldId="349"/>
            <ac:spMk id="176" creationId="{00000000-0000-0000-0000-000000000000}"/>
          </ac:spMkLst>
        </pc:spChg>
        <pc:spChg chg="del">
          <ac:chgData name="Brendan Kowitz" userId="78f460ffbb23f3a5" providerId="LiveId" clId="{9B7601C6-B36E-4F0B-A9E1-9E7E69A268BF}" dt="2026-06-14T05:51:56.227" v="671"/>
          <ac:spMkLst>
            <pc:docMk/>
            <pc:sldMk cId="3104322733" sldId="349"/>
            <ac:spMk id="179" creationId="{00000000-0000-0000-0000-000000000000}"/>
          </ac:spMkLst>
        </pc:spChg>
        <pc:spChg chg="del">
          <ac:chgData name="Brendan Kowitz" userId="78f460ffbb23f3a5" providerId="LiveId" clId="{9B7601C6-B36E-4F0B-A9E1-9E7E69A268BF}" dt="2026-06-14T05:51:56.228" v="672"/>
          <ac:spMkLst>
            <pc:docMk/>
            <pc:sldMk cId="3104322733" sldId="349"/>
            <ac:spMk id="180" creationId="{00000000-0000-0000-0000-000000000000}"/>
          </ac:spMkLst>
        </pc:spChg>
        <pc:spChg chg="del">
          <ac:chgData name="Brendan Kowitz" userId="78f460ffbb23f3a5" providerId="LiveId" clId="{9B7601C6-B36E-4F0B-A9E1-9E7E69A268BF}" dt="2026-06-14T05:51:56.228" v="673"/>
          <ac:spMkLst>
            <pc:docMk/>
            <pc:sldMk cId="3104322733" sldId="349"/>
            <ac:spMk id="181" creationId="{00000000-0000-0000-0000-000000000000}"/>
          </ac:spMkLst>
        </pc:spChg>
        <pc:spChg chg="del">
          <ac:chgData name="Brendan Kowitz" userId="78f460ffbb23f3a5" providerId="LiveId" clId="{9B7601C6-B36E-4F0B-A9E1-9E7E69A268BF}" dt="2026-06-14T05:51:56.229" v="674"/>
          <ac:spMkLst>
            <pc:docMk/>
            <pc:sldMk cId="3104322733" sldId="349"/>
            <ac:spMk id="182" creationId="{00000000-0000-0000-0000-000000000000}"/>
          </ac:spMkLst>
        </pc:spChg>
      </pc:sldChg>
      <pc:sldChg chg="add del">
        <pc:chgData name="Brendan Kowitz" userId="78f460ffbb23f3a5" providerId="LiveId" clId="{9B7601C6-B36E-4F0B-A9E1-9E7E69A268BF}" dt="2026-06-14T01:36:37.488" v="558" actId="47"/>
        <pc:sldMkLst>
          <pc:docMk/>
          <pc:sldMk cId="3333647461" sldId="350"/>
        </pc:sldMkLst>
      </pc:sldChg>
      <pc:sldChg chg="modSp add del mod">
        <pc:chgData name="Brendan Kowitz" userId="78f460ffbb23f3a5" providerId="LiveId" clId="{9B7601C6-B36E-4F0B-A9E1-9E7E69A268BF}" dt="2026-06-14T01:38:10.501" v="562"/>
        <pc:sldMkLst>
          <pc:docMk/>
          <pc:sldMk cId="466519850" sldId="351"/>
        </pc:sldMkLst>
        <pc:spChg chg="mod">
          <ac:chgData name="Brendan Kowitz" userId="78f460ffbb23f3a5" providerId="LiveId" clId="{9B7601C6-B36E-4F0B-A9E1-9E7E69A268BF}" dt="2026-06-14T01:36:16.124" v="557" actId="20577"/>
          <ac:spMkLst>
            <pc:docMk/>
            <pc:sldMk cId="466519850" sldId="351"/>
            <ac:spMk id="313" creationId="{00000000-0000-0000-0000-000000000000}"/>
          </ac:spMkLst>
        </pc:spChg>
        <pc:spChg chg="mod">
          <ac:chgData name="Brendan Kowitz" userId="78f460ffbb23f3a5" providerId="LiveId" clId="{9B7601C6-B36E-4F0B-A9E1-9E7E69A268BF}" dt="2026-06-14T01:35:18.979" v="545" actId="20577"/>
          <ac:spMkLst>
            <pc:docMk/>
            <pc:sldMk cId="466519850" sldId="351"/>
            <ac:spMk id="335" creationId="{00000000-0000-0000-0000-000000000000}"/>
          </ac:spMkLst>
        </pc:spChg>
      </pc:sldChg>
      <pc:sldChg chg="modSp add del mod">
        <pc:chgData name="Brendan Kowitz" userId="78f460ffbb23f3a5" providerId="LiveId" clId="{9B7601C6-B36E-4F0B-A9E1-9E7E69A268BF}" dt="2026-06-14T01:38:27.005" v="569"/>
        <pc:sldMkLst>
          <pc:docMk/>
          <pc:sldMk cId="1684379451" sldId="352"/>
        </pc:sldMkLst>
        <pc:spChg chg="mod">
          <ac:chgData name="Brendan Kowitz" userId="78f460ffbb23f3a5" providerId="LiveId" clId="{9B7601C6-B36E-4F0B-A9E1-9E7E69A268BF}" dt="2026-06-14T01:38:16.836" v="567"/>
          <ac:spMkLst>
            <pc:docMk/>
            <pc:sldMk cId="1684379451" sldId="352"/>
            <ac:spMk id="335" creationId="{00000000-0000-0000-0000-000000000000}"/>
          </ac:spMkLst>
        </pc:spChg>
      </pc:sldChg>
      <pc:sldChg chg="delSp modSp add del mod">
        <pc:chgData name="Brendan Kowitz" userId="78f460ffbb23f3a5" providerId="LiveId" clId="{9B7601C6-B36E-4F0B-A9E1-9E7E69A268BF}" dt="2026-06-14T01:39:02.525" v="574"/>
        <pc:sldMkLst>
          <pc:docMk/>
          <pc:sldMk cId="122359881" sldId="353"/>
        </pc:sldMkLst>
        <pc:spChg chg="mod">
          <ac:chgData name="Brendan Kowitz" userId="78f460ffbb23f3a5" providerId="LiveId" clId="{9B7601C6-B36E-4F0B-A9E1-9E7E69A268BF}" dt="2026-06-14T01:38:27.761" v="571"/>
          <ac:spMkLst>
            <pc:docMk/>
            <pc:sldMk cId="122359881" sldId="353"/>
            <ac:spMk id="335" creationId="{00000000-0000-0000-0000-000000000000}"/>
          </ac:spMkLst>
        </pc:spChg>
        <pc:picChg chg="del">
          <ac:chgData name="Brendan Kowitz" userId="78f460ffbb23f3a5" providerId="LiveId" clId="{9B7601C6-B36E-4F0B-A9E1-9E7E69A268BF}" dt="2026-06-14T01:38:58.935" v="572"/>
          <ac:picMkLst>
            <pc:docMk/>
            <pc:sldMk cId="122359881" sldId="353"/>
            <ac:picMk id="336" creationId="{00000000-0000-0000-0000-000000000000}"/>
          </ac:picMkLst>
        </pc:picChg>
      </pc:sldChg>
      <pc:sldChg chg="delSp add del mod">
        <pc:chgData name="Brendan Kowitz" userId="78f460ffbb23f3a5" providerId="LiveId" clId="{9B7601C6-B36E-4F0B-A9E1-9E7E69A268BF}" dt="2026-06-14T01:39:38.652" v="577"/>
        <pc:sldMkLst>
          <pc:docMk/>
          <pc:sldMk cId="4275094068" sldId="354"/>
        </pc:sldMkLst>
        <pc:picChg chg="del">
          <ac:chgData name="Brendan Kowitz" userId="78f460ffbb23f3a5" providerId="LiveId" clId="{9B7601C6-B36E-4F0B-A9E1-9E7E69A268BF}" dt="2026-06-14T01:39:33.886" v="575"/>
          <ac:picMkLst>
            <pc:docMk/>
            <pc:sldMk cId="4275094068" sldId="354"/>
            <ac:picMk id="336" creationId="{00000000-0000-0000-0000-000000000000}"/>
          </ac:picMkLst>
        </pc:picChg>
      </pc:sldChg>
      <pc:sldChg chg="add del">
        <pc:chgData name="Brendan Kowitz" userId="78f460ffbb23f3a5" providerId="LiveId" clId="{9B7601C6-B36E-4F0B-A9E1-9E7E69A268BF}" dt="2026-06-14T01:49:06.669" v="579"/>
        <pc:sldMkLst>
          <pc:docMk/>
          <pc:sldMk cId="1513944366" sldId="355"/>
        </pc:sldMkLst>
      </pc:sldChg>
      <pc:sldChg chg="modSp add mod">
        <pc:chgData name="Brendan Kowitz" userId="78f460ffbb23f3a5" providerId="LiveId" clId="{9B7601C6-B36E-4F0B-A9E1-9E7E69A268BF}" dt="2026-06-14T01:49:07.147" v="580"/>
        <pc:sldMkLst>
          <pc:docMk/>
          <pc:sldMk cId="1801549166" sldId="356"/>
        </pc:sldMkLst>
        <pc:spChg chg="mod">
          <ac:chgData name="Brendan Kowitz" userId="78f460ffbb23f3a5" providerId="LiveId" clId="{9B7601C6-B36E-4F0B-A9E1-9E7E69A268BF}" dt="2026-06-14T01:49:07.147" v="580"/>
          <ac:spMkLst>
            <pc:docMk/>
            <pc:sldMk cId="1801549166" sldId="356"/>
            <ac:spMk id="335" creationId="{00000000-0000-0000-0000-000000000000}"/>
          </ac:spMkLst>
        </pc:spChg>
      </pc:sldChg>
      <pc:sldChg chg="add del">
        <pc:chgData name="Brendan Kowitz" userId="78f460ffbb23f3a5" providerId="LiveId" clId="{9B7601C6-B36E-4F0B-A9E1-9E7E69A268BF}" dt="2026-06-14T01:58:52.866" v="647"/>
        <pc:sldMkLst>
          <pc:docMk/>
          <pc:sldMk cId="1069555083" sldId="357"/>
        </pc:sldMkLst>
      </pc:sldChg>
      <pc:sldChg chg="add del">
        <pc:chgData name="Brendan Kowitz" userId="78f460ffbb23f3a5" providerId="LiveId" clId="{9B7601C6-B36E-4F0B-A9E1-9E7E69A268BF}" dt="2026-06-14T01:58:57.975" v="649"/>
        <pc:sldMkLst>
          <pc:docMk/>
          <pc:sldMk cId="2393355849" sldId="358"/>
        </pc:sldMkLst>
      </pc:sldChg>
      <pc:sldChg chg="addSp delSp add del mod">
        <pc:chgData name="Brendan Kowitz" userId="78f460ffbb23f3a5" providerId="LiveId" clId="{9B7601C6-B36E-4F0B-A9E1-9E7E69A268BF}" dt="2026-06-14T02:14:54.158" v="659"/>
        <pc:sldMkLst>
          <pc:docMk/>
          <pc:sldMk cId="1825403466" sldId="359"/>
        </pc:sldMkLst>
        <pc:picChg chg="add del">
          <ac:chgData name="Brendan Kowitz" userId="78f460ffbb23f3a5" providerId="LiveId" clId="{9B7601C6-B36E-4F0B-A9E1-9E7E69A268BF}" dt="2026-06-14T02:10:12.031" v="654"/>
          <ac:picMkLst>
            <pc:docMk/>
            <pc:sldMk cId="1825403466" sldId="359"/>
            <ac:picMk id="377" creationId="{00000000-0000-0000-0000-000000000000}"/>
          </ac:picMkLst>
        </pc:picChg>
        <pc:picChg chg="del">
          <ac:chgData name="Brendan Kowitz" userId="78f460ffbb23f3a5" providerId="LiveId" clId="{9B7601C6-B36E-4F0B-A9E1-9E7E69A268BF}" dt="2026-06-14T02:08:06.296" v="652"/>
          <ac:picMkLst>
            <pc:docMk/>
            <pc:sldMk cId="1825403466" sldId="359"/>
            <ac:picMk id="379" creationId="{00000000-0000-0000-0000-000000000000}"/>
          </ac:picMkLst>
        </pc:picChg>
      </pc:sldChg>
      <pc:sldChg chg="addSp delSp modSp add mod">
        <pc:chgData name="Brendan Kowitz" userId="78f460ffbb23f3a5" providerId="LiveId" clId="{9B7601C6-B36E-4F0B-A9E1-9E7E69A268BF}" dt="2026-06-14T23:29:51.309" v="759" actId="20577"/>
        <pc:sldMkLst>
          <pc:docMk/>
          <pc:sldMk cId="3878413088" sldId="360"/>
        </pc:sldMkLst>
        <pc:spChg chg="add mod">
          <ac:chgData name="Brendan Kowitz" userId="78f460ffbb23f3a5" providerId="LiveId" clId="{9B7601C6-B36E-4F0B-A9E1-9E7E69A268BF}" dt="2026-06-14T02:18:44.692" v="664"/>
          <ac:spMkLst>
            <pc:docMk/>
            <pc:sldMk cId="3878413088" sldId="360"/>
            <ac:spMk id="6" creationId="{0D27B32F-5D64-412F-B92D-6F780AF3D5C4}"/>
          </ac:spMkLst>
        </pc:spChg>
        <pc:spChg chg="add mod">
          <ac:chgData name="Brendan Kowitz" userId="78f460ffbb23f3a5" providerId="LiveId" clId="{9B7601C6-B36E-4F0B-A9E1-9E7E69A268BF}" dt="2026-06-14T02:18:44.693" v="668"/>
          <ac:spMkLst>
            <pc:docMk/>
            <pc:sldMk cId="3878413088" sldId="360"/>
            <ac:spMk id="7" creationId="{CC661975-E8D7-475F-8BA9-9EDFCB409A5A}"/>
          </ac:spMkLst>
        </pc:spChg>
        <pc:spChg chg="mod">
          <ac:chgData name="Brendan Kowitz" userId="78f460ffbb23f3a5" providerId="LiveId" clId="{9B7601C6-B36E-4F0B-A9E1-9E7E69A268BF}" dt="2026-06-14T23:29:51.309" v="759" actId="20577"/>
          <ac:spMkLst>
            <pc:docMk/>
            <pc:sldMk cId="3878413088" sldId="360"/>
            <ac:spMk id="376" creationId="{00000000-0000-0000-0000-000000000000}"/>
          </ac:spMkLst>
        </pc:spChg>
        <pc:picChg chg="del">
          <ac:chgData name="Brendan Kowitz" userId="78f460ffbb23f3a5" providerId="LiveId" clId="{9B7601C6-B36E-4F0B-A9E1-9E7E69A268BF}" dt="2026-06-14T02:18:29.263" v="660"/>
          <ac:picMkLst>
            <pc:docMk/>
            <pc:sldMk cId="3878413088" sldId="360"/>
            <ac:picMk id="500" creationId="{00000000-0000-0000-0000-000000000000}"/>
          </ac:picMkLst>
        </pc:picChg>
      </pc:sldChg>
      <pc:sldChg chg="add del">
        <pc:chgData name="Brendan Kowitz" userId="78f460ffbb23f3a5" providerId="LiveId" clId="{9B7601C6-B36E-4F0B-A9E1-9E7E69A268BF}" dt="2026-06-14T05:53:59.651" v="726"/>
        <pc:sldMkLst>
          <pc:docMk/>
          <pc:sldMk cId="3143212340" sldId="361"/>
        </pc:sldMkLst>
      </pc:sldChg>
      <pc:sldChg chg="modSp add del mod">
        <pc:chgData name="Brendan Kowitz" userId="78f460ffbb23f3a5" providerId="LiveId" clId="{9B7601C6-B36E-4F0B-A9E1-9E7E69A268BF}" dt="2026-06-14T06:33:22.561" v="738"/>
        <pc:sldMkLst>
          <pc:docMk/>
          <pc:sldMk cId="539679718" sldId="362"/>
        </pc:sldMkLst>
        <pc:spChg chg="mod">
          <ac:chgData name="Brendan Kowitz" userId="78f460ffbb23f3a5" providerId="LiveId" clId="{9B7601C6-B36E-4F0B-A9E1-9E7E69A268BF}" dt="2026-06-14T05:54:07.249" v="727"/>
          <ac:spMkLst>
            <pc:docMk/>
            <pc:sldMk cId="539679718" sldId="362"/>
            <ac:spMk id="6" creationId="{E3B4DDFA-AAF8-4513-BACE-902F0A019BBE}"/>
          </ac:spMkLst>
        </pc:spChg>
        <pc:spChg chg="mod">
          <ac:chgData name="Brendan Kowitz" userId="78f460ffbb23f3a5" providerId="LiveId" clId="{9B7601C6-B36E-4F0B-A9E1-9E7E69A268BF}" dt="2026-06-14T05:54:07.250" v="728"/>
          <ac:spMkLst>
            <pc:docMk/>
            <pc:sldMk cId="539679718" sldId="362"/>
            <ac:spMk id="7" creationId="{AE4D13ED-5125-4378-88F3-BFEBEA7F20D1}"/>
          </ac:spMkLst>
        </pc:spChg>
        <pc:spChg chg="mod">
          <ac:chgData name="Brendan Kowitz" userId="78f460ffbb23f3a5" providerId="LiveId" clId="{9B7601C6-B36E-4F0B-A9E1-9E7E69A268BF}" dt="2026-06-14T05:54:07.250" v="729"/>
          <ac:spMkLst>
            <pc:docMk/>
            <pc:sldMk cId="539679718" sldId="362"/>
            <ac:spMk id="10" creationId="{FDD41CA1-7F41-4D67-8D9A-2E688B544ED0}"/>
          </ac:spMkLst>
        </pc:spChg>
        <pc:spChg chg="mod">
          <ac:chgData name="Brendan Kowitz" userId="78f460ffbb23f3a5" providerId="LiveId" clId="{9B7601C6-B36E-4F0B-A9E1-9E7E69A268BF}" dt="2026-06-14T05:54:57.790" v="736"/>
          <ac:spMkLst>
            <pc:docMk/>
            <pc:sldMk cId="539679718" sldId="362"/>
            <ac:spMk id="11" creationId="{15F8CA50-BAA5-4527-833D-DD106CD63F2D}"/>
          </ac:spMkLst>
        </pc:spChg>
      </pc:sldChg>
      <pc:sldChg chg="modSp add del mod">
        <pc:chgData name="Brendan Kowitz" userId="78f460ffbb23f3a5" providerId="LiveId" clId="{9B7601C6-B36E-4F0B-A9E1-9E7E69A268BF}" dt="2026-06-14T06:34:46.152" v="742"/>
        <pc:sldMkLst>
          <pc:docMk/>
          <pc:sldMk cId="2849765803" sldId="363"/>
        </pc:sldMkLst>
        <pc:spChg chg="mod">
          <ac:chgData name="Brendan Kowitz" userId="78f460ffbb23f3a5" providerId="LiveId" clId="{9B7601C6-B36E-4F0B-A9E1-9E7E69A268BF}" dt="2026-06-14T06:33:39.659" v="739"/>
          <ac:spMkLst>
            <pc:docMk/>
            <pc:sldMk cId="2849765803" sldId="363"/>
            <ac:spMk id="7" creationId="{AE4D13ED-5125-4378-88F3-BFEBEA7F20D1}"/>
          </ac:spMkLst>
        </pc:spChg>
        <pc:spChg chg="mod">
          <ac:chgData name="Brendan Kowitz" userId="78f460ffbb23f3a5" providerId="LiveId" clId="{9B7601C6-B36E-4F0B-A9E1-9E7E69A268BF}" dt="2026-06-14T06:33:39.660" v="740"/>
          <ac:spMkLst>
            <pc:docMk/>
            <pc:sldMk cId="2849765803" sldId="363"/>
            <ac:spMk id="11" creationId="{15F8CA50-BAA5-4527-833D-DD106CD63F2D}"/>
          </ac:spMkLst>
        </pc:spChg>
      </pc:sldChg>
      <pc:sldChg chg="add del">
        <pc:chgData name="Brendan Kowitz" userId="78f460ffbb23f3a5" providerId="LiveId" clId="{9B7601C6-B36E-4F0B-A9E1-9E7E69A268BF}" dt="2026-06-14T06:35:44.882" v="744"/>
        <pc:sldMkLst>
          <pc:docMk/>
          <pc:sldMk cId="2312090062" sldId="364"/>
        </pc:sldMkLst>
      </pc:sldChg>
      <pc:sldChg chg="add del">
        <pc:chgData name="Brendan Kowitz" userId="78f460ffbb23f3a5" providerId="LiveId" clId="{9B7601C6-B36E-4F0B-A9E1-9E7E69A268BF}" dt="2026-06-14T06:37:18.717" v="746"/>
        <pc:sldMkLst>
          <pc:docMk/>
          <pc:sldMk cId="840337073" sldId="365"/>
        </pc:sldMkLst>
      </pc:sldChg>
      <pc:sldChg chg="modSp add del mod">
        <pc:chgData name="Brendan Kowitz" userId="78f460ffbb23f3a5" providerId="LiveId" clId="{9B7601C6-B36E-4F0B-A9E1-9E7E69A268BF}" dt="2026-06-14T06:37:37.353" v="750"/>
        <pc:sldMkLst>
          <pc:docMk/>
          <pc:sldMk cId="1040819311" sldId="366"/>
        </pc:sldMkLst>
        <pc:spChg chg="mod">
          <ac:chgData name="Brendan Kowitz" userId="78f460ffbb23f3a5" providerId="LiveId" clId="{9B7601C6-B36E-4F0B-A9E1-9E7E69A268BF}" dt="2026-06-14T06:37:18.756" v="748"/>
          <ac:spMkLst>
            <pc:docMk/>
            <pc:sldMk cId="1040819311" sldId="366"/>
            <ac:spMk id="7" creationId="{AE4D13ED-5125-4378-88F3-BFEBEA7F20D1}"/>
          </ac:spMkLst>
        </pc:spChg>
      </pc:sldChg>
      <pc:sldChg chg="modSp add mod">
        <pc:chgData name="Brendan Kowitz" userId="78f460ffbb23f3a5" providerId="LiveId" clId="{9B7601C6-B36E-4F0B-A9E1-9E7E69A268BF}" dt="2026-06-14T06:37:37.390" v="752"/>
        <pc:sldMkLst>
          <pc:docMk/>
          <pc:sldMk cId="2817697005" sldId="367"/>
        </pc:sldMkLst>
        <pc:spChg chg="mod">
          <ac:chgData name="Brendan Kowitz" userId="78f460ffbb23f3a5" providerId="LiveId" clId="{9B7601C6-B36E-4F0B-A9E1-9E7E69A268BF}" dt="2026-06-14T06:37:37.390" v="752"/>
          <ac:spMkLst>
            <pc:docMk/>
            <pc:sldMk cId="2817697005" sldId="367"/>
            <ac:spMk id="11" creationId="{15F8CA50-BAA5-4527-833D-DD106CD63F2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8" name="PlaceHolder 1"/>
          <p:cNvSpPr>
            <a:spLocks noGrp="1" noRot="1" noChangeAspect="1"/>
          </p:cNvSpPr>
          <p:nvPr>
            <p:ph type="sldImg"/>
          </p:nvPr>
        </p:nvSpPr>
        <p:spPr>
          <a:xfrm>
            <a:off x="0" y="852488"/>
            <a:ext cx="0" cy="0"/>
          </a:xfrm>
          <a:prstGeom prst="rect">
            <a:avLst/>
          </a:prstGeom>
          <a:noFill/>
          <a:ln w="0">
            <a:noFill/>
          </a:ln>
        </p:spPr>
        <p:txBody>
          <a:bodyPr lIns="0" tIns="0" rIns="0" bIns="0" anchor="ctr">
            <a:noAutofit/>
          </a:bodyPr>
          <a:lstStyle/>
          <a:p>
            <a:r>
              <a:rPr lang="en-US" sz="1900" b="0" strike="noStrike" spc="-1">
                <a:solidFill>
                  <a:schemeClr val="dk1"/>
                </a:solidFill>
                <a:latin typeface="Calibri"/>
              </a:rPr>
              <a:t>Click to move the slide</a:t>
            </a:r>
          </a:p>
        </p:txBody>
      </p:sp>
      <p:sp>
        <p:nvSpPr>
          <p:cNvPr id="69" name="PlaceHolder 2"/>
          <p:cNvSpPr>
            <a:spLocks noGrp="1"/>
          </p:cNvSpPr>
          <p:nvPr>
            <p:ph type="body"/>
          </p:nvPr>
        </p:nvSpPr>
        <p:spPr>
          <a:xfrm>
            <a:off x="806400" y="5332446"/>
            <a:ext cx="6450816" cy="5051592"/>
          </a:xfrm>
          <a:prstGeom prst="rect">
            <a:avLst/>
          </a:prstGeom>
          <a:noFill/>
          <a:ln w="0">
            <a:noFill/>
          </a:ln>
        </p:spPr>
        <p:txBody>
          <a:bodyPr lIns="0" tIns="0" rIns="0" bIns="0" anchor="t">
            <a:noAutofit/>
          </a:bodyPr>
          <a:lstStyle/>
          <a:p>
            <a:pPr marL="216000" indent="-216000">
              <a:buNone/>
            </a:pPr>
            <a:r>
              <a:rPr lang="en-US" sz="2100" b="0" strike="noStrike" spc="-1">
                <a:solidFill>
                  <a:srgbClr val="000000"/>
                </a:solidFill>
                <a:latin typeface="Arial"/>
              </a:rPr>
              <a:t>Click to edit the notes format</a:t>
            </a:r>
          </a:p>
        </p:txBody>
      </p:sp>
      <p:sp>
        <p:nvSpPr>
          <p:cNvPr id="70" name="PlaceHolder 3"/>
          <p:cNvSpPr>
            <a:spLocks noGrp="1"/>
          </p:cNvSpPr>
          <p:nvPr>
            <p:ph type="hdr"/>
          </p:nvPr>
        </p:nvSpPr>
        <p:spPr>
          <a:xfrm>
            <a:off x="0" y="0"/>
            <a:ext cx="3499392" cy="560952"/>
          </a:xfrm>
          <a:prstGeom prst="rect">
            <a:avLst/>
          </a:prstGeom>
          <a:noFill/>
          <a:ln w="0">
            <a:noFill/>
          </a:ln>
        </p:spPr>
        <p:txBody>
          <a:bodyPr lIns="0" tIns="0" rIns="0" bIns="0" anchor="t">
            <a:noAutofit/>
          </a:bodyPr>
          <a:lstStyle/>
          <a:p>
            <a:r>
              <a:rPr lang="en-US" sz="1500" spc="-1">
                <a:solidFill>
                  <a:srgbClr val="000000"/>
                </a:solidFill>
                <a:latin typeface="Times New Roman"/>
              </a:rPr>
              <a:t>&lt;header&gt;</a:t>
            </a:r>
          </a:p>
        </p:txBody>
      </p:sp>
      <p:sp>
        <p:nvSpPr>
          <p:cNvPr id="71" name="PlaceHolder 4"/>
          <p:cNvSpPr>
            <a:spLocks noGrp="1"/>
          </p:cNvSpPr>
          <p:nvPr>
            <p:ph type="dt" idx="1"/>
          </p:nvPr>
        </p:nvSpPr>
        <p:spPr>
          <a:xfrm>
            <a:off x="4564224" y="0"/>
            <a:ext cx="3499392" cy="560952"/>
          </a:xfrm>
          <a:prstGeom prst="rect">
            <a:avLst/>
          </a:prstGeom>
          <a:noFill/>
          <a:ln w="0">
            <a:noFill/>
          </a:ln>
        </p:spPr>
        <p:txBody>
          <a:bodyPr lIns="0" tIns="0" rIns="0" bIns="0" anchor="t">
            <a:noAutofit/>
          </a:bodyPr>
          <a:lstStyle>
            <a:lvl1pPr indent="0" algn="r">
              <a:buNone/>
              <a:defRPr lang="en-US" sz="1500" b="0" strike="noStrike" spc="-1">
                <a:solidFill>
                  <a:srgbClr val="000000"/>
                </a:solidFill>
                <a:latin typeface="Times New Roman"/>
              </a:defRPr>
            </a:lvl1pPr>
          </a:lstStyle>
          <a:p>
            <a:r>
              <a:rPr lang="en-US"/>
              <a:t>&lt;date/time&gt;</a:t>
            </a:r>
          </a:p>
        </p:txBody>
      </p:sp>
      <p:sp>
        <p:nvSpPr>
          <p:cNvPr id="72" name="PlaceHolder 5"/>
          <p:cNvSpPr>
            <a:spLocks noGrp="1"/>
          </p:cNvSpPr>
          <p:nvPr>
            <p:ph type="ftr" idx="2"/>
          </p:nvPr>
        </p:nvSpPr>
        <p:spPr>
          <a:xfrm>
            <a:off x="0" y="10665270"/>
            <a:ext cx="3499392" cy="560952"/>
          </a:xfrm>
          <a:prstGeom prst="rect">
            <a:avLst/>
          </a:prstGeom>
          <a:noFill/>
          <a:ln w="0">
            <a:noFill/>
          </a:ln>
        </p:spPr>
        <p:txBody>
          <a:bodyPr lIns="0" tIns="0" rIns="0" bIns="0" anchor="b">
            <a:noAutofit/>
          </a:bodyPr>
          <a:lstStyle>
            <a:lvl1pPr indent="0">
              <a:buNone/>
              <a:defRPr lang="en-US" sz="1500" b="0" strike="noStrike" spc="-1">
                <a:solidFill>
                  <a:srgbClr val="000000"/>
                </a:solidFill>
                <a:latin typeface="Times New Roman"/>
              </a:defRPr>
            </a:lvl1pPr>
          </a:lstStyle>
          <a:p>
            <a:r>
              <a:rPr lang="en-US"/>
              <a:t>&lt;footer&gt;</a:t>
            </a:r>
          </a:p>
        </p:txBody>
      </p:sp>
      <p:sp>
        <p:nvSpPr>
          <p:cNvPr id="73" name="PlaceHolder 6"/>
          <p:cNvSpPr>
            <a:spLocks noGrp="1"/>
          </p:cNvSpPr>
          <p:nvPr>
            <p:ph type="sldNum" idx="3"/>
          </p:nvPr>
        </p:nvSpPr>
        <p:spPr>
          <a:xfrm>
            <a:off x="4564224" y="10665270"/>
            <a:ext cx="3499392" cy="560952"/>
          </a:xfrm>
          <a:prstGeom prst="rect">
            <a:avLst/>
          </a:prstGeom>
          <a:noFill/>
          <a:ln w="0">
            <a:noFill/>
          </a:ln>
        </p:spPr>
        <p:txBody>
          <a:bodyPr lIns="0" tIns="0" rIns="0" bIns="0" anchor="b">
            <a:noAutofit/>
          </a:bodyPr>
          <a:lstStyle>
            <a:lvl1pPr indent="0" algn="r">
              <a:buNone/>
              <a:defRPr lang="en-US" sz="1500" b="0" strike="noStrike" spc="-1">
                <a:solidFill>
                  <a:srgbClr val="000000"/>
                </a:solidFill>
                <a:latin typeface="Times New Roman"/>
              </a:defRPr>
            </a:lvl1pPr>
          </a:lstStyle>
          <a:p>
            <a:fld id="{DDD1FEA0-5DB6-4BB5-B175-9202593B5D61}"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228334" indent="-228334" algn="l" defTabSz="914400" rtl="0" eaLnBrk="1" latinLnBrk="0" hangingPunct="1">
      <a:buNone/>
      <a:defRPr sz="1200" kern="1200">
        <a:solidFill>
          <a:schemeClr val="tx1"/>
        </a:solidFill>
        <a:latin typeface="+mn-lt"/>
        <a:ea typeface="+mn-ea"/>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 name="PlaceHolder 1"/>
          <p:cNvSpPr>
            <a:spLocks noGrp="1" noRot="1" noChangeAspect="1"/>
          </p:cNvSpPr>
          <p:nvPr>
            <p:ph type="sldImg"/>
          </p:nvPr>
        </p:nvSpPr>
        <p:spPr>
          <a:xfrm>
            <a:off x="777875" y="1200150"/>
            <a:ext cx="5759450" cy="3240088"/>
          </a:xfrm>
          <a:prstGeom prst="rect">
            <a:avLst/>
          </a:prstGeom>
          <a:ln w="0">
            <a:noFill/>
          </a:ln>
        </p:spPr>
      </p:sp>
      <p:sp>
        <p:nvSpPr>
          <p:cNvPr id="383" name="PlaceHolder 2"/>
          <p:cNvSpPr>
            <a:spLocks noGrp="1"/>
          </p:cNvSpPr>
          <p:nvPr>
            <p:ph type="body"/>
          </p:nvPr>
        </p:nvSpPr>
        <p:spPr>
          <a:xfrm>
            <a:off x="731520" y="4620672"/>
            <a:ext cx="5851776" cy="3780000"/>
          </a:xfrm>
          <a:prstGeom prst="rect">
            <a:avLst/>
          </a:prstGeom>
          <a:noFill/>
          <a:ln w="0">
            <a:noFill/>
          </a:ln>
        </p:spPr>
        <p:txBody>
          <a:bodyPr lIns="96661" tIns="48331" rIns="96661" bIns="48331" anchor="t">
            <a:noAutofit/>
          </a:bodyPr>
          <a:lstStyle/>
          <a:p>
            <a:pPr indent="0"/>
            <a:r>
              <a:rPr lang="en-US" sz="2100" spc="-1">
                <a:solidFill>
                  <a:srgbClr val="000000"/>
                </a:solidFill>
                <a:latin typeface="Arial"/>
              </a:rPr>
              <a:t>Welcome everyone. This is a technical retrospective — I built something real, from scratch, to spec, and I want to walk you through what that actually looked like. Not the happy path. The whole path.</a:t>
            </a:r>
          </a:p>
        </p:txBody>
      </p:sp>
      <p:sp>
        <p:nvSpPr>
          <p:cNvPr id="384" name="PlaceHolder 3"/>
          <p:cNvSpPr>
            <a:spLocks noGrp="1"/>
          </p:cNvSpPr>
          <p:nvPr>
            <p:ph type="sldNum" idx="4"/>
          </p:nvPr>
        </p:nvSpPr>
        <p:spPr>
          <a:xfrm>
            <a:off x="4143744" y="9119628"/>
            <a:ext cx="3169536" cy="481194"/>
          </a:xfrm>
          <a:prstGeom prst="rect">
            <a:avLst/>
          </a:prstGeom>
          <a:noFill/>
          <a:ln w="0">
            <a:noFill/>
          </a:ln>
        </p:spPr>
        <p:txBody>
          <a:bodyPr lIns="96661" tIns="48331" rIns="96661" bIns="48331" anchor="b">
            <a:noAutofit/>
          </a:bodyPr>
          <a:lstStyle>
            <a:lvl1pPr indent="0" algn="r">
              <a:lnSpc>
                <a:spcPct val="100000"/>
              </a:lnSpc>
              <a:buNone/>
              <a:defRPr lang="en-US" sz="1300" b="1" strike="noStrike" spc="-1">
                <a:solidFill>
                  <a:srgbClr val="000000"/>
                </a:solidFill>
                <a:latin typeface="Open Sans Semibold"/>
              </a:defRPr>
            </a:lvl1pPr>
          </a:lstStyle>
          <a:p>
            <a:fld id="{E15DE8E3-1649-4ABD-848A-777B11BC29AB}" type="slidenum">
              <a:rPr lang="en-US"/>
              <a:pPr/>
              <a:t>1</a:t>
            </a:fld>
            <a:endParaRPr lang="en-US" b="0">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 name="PlaceHolder 1"/>
          <p:cNvSpPr>
            <a:spLocks noGrp="1" noRot="1" noChangeAspect="1"/>
          </p:cNvSpPr>
          <p:nvPr>
            <p:ph type="sldImg"/>
          </p:nvPr>
        </p:nvSpPr>
        <p:spPr>
          <a:xfrm>
            <a:off x="777875" y="1200150"/>
            <a:ext cx="5759450" cy="3240088"/>
          </a:xfrm>
          <a:prstGeom prst="rect">
            <a:avLst/>
          </a:prstGeom>
          <a:ln w="0">
            <a:noFill/>
          </a:ln>
        </p:spPr>
      </p:sp>
      <p:sp>
        <p:nvSpPr>
          <p:cNvPr id="386" name="PlaceHolder 2"/>
          <p:cNvSpPr>
            <a:spLocks noGrp="1"/>
          </p:cNvSpPr>
          <p:nvPr>
            <p:ph type="body"/>
          </p:nvPr>
        </p:nvSpPr>
        <p:spPr>
          <a:xfrm>
            <a:off x="731520" y="4620672"/>
            <a:ext cx="5851776" cy="3780000"/>
          </a:xfrm>
          <a:prstGeom prst="rect">
            <a:avLst/>
          </a:prstGeom>
          <a:noFill/>
          <a:ln w="0">
            <a:noFill/>
          </a:ln>
        </p:spPr>
        <p:txBody>
          <a:bodyPr lIns="96661" tIns="48331" rIns="96661" bIns="48331" anchor="t">
            <a:noAutofit/>
          </a:bodyPr>
          <a:lstStyle/>
          <a:p>
            <a:pPr indent="0"/>
            <a:r>
              <a:rPr lang="en-US" sz="2100" spc="-1">
                <a:solidFill>
                  <a:srgbClr val="000000"/>
                </a:solidFill>
                <a:latin typeface="Arial"/>
              </a:rPr>
              <a:t>Quick context on me so you know where this is coming from. I run an engineering team at Microsoft on Azure Health Data Services — the FHIR server. Ignixa is my open-source research stack where I build things like this from first principles. Everything you'll see today is open source and on NuGet.</a:t>
            </a:r>
          </a:p>
        </p:txBody>
      </p:sp>
      <p:sp>
        <p:nvSpPr>
          <p:cNvPr id="387" name="PlaceHolder 3"/>
          <p:cNvSpPr>
            <a:spLocks noGrp="1"/>
          </p:cNvSpPr>
          <p:nvPr>
            <p:ph type="sldNum" idx="5"/>
          </p:nvPr>
        </p:nvSpPr>
        <p:spPr>
          <a:xfrm>
            <a:off x="4143744" y="9119628"/>
            <a:ext cx="3169536" cy="481194"/>
          </a:xfrm>
          <a:prstGeom prst="rect">
            <a:avLst/>
          </a:prstGeom>
          <a:noFill/>
          <a:ln w="0">
            <a:noFill/>
          </a:ln>
        </p:spPr>
        <p:txBody>
          <a:bodyPr lIns="96661" tIns="48331" rIns="96661" bIns="48331" anchor="b">
            <a:noAutofit/>
          </a:bodyPr>
          <a:lstStyle>
            <a:lvl1pPr indent="0" algn="r">
              <a:lnSpc>
                <a:spcPct val="100000"/>
              </a:lnSpc>
              <a:buNone/>
              <a:defRPr lang="en-US" sz="1300" b="1" strike="noStrike" spc="-1">
                <a:solidFill>
                  <a:srgbClr val="000000"/>
                </a:solidFill>
                <a:latin typeface="Open Sans Semibold"/>
              </a:defRPr>
            </a:lvl1pPr>
          </a:lstStyle>
          <a:p>
            <a:fld id="{35AA5E74-5FF3-425F-BE38-0A81F37483E2}" type="slidenum">
              <a:rPr lang="en-US"/>
              <a:pPr/>
              <a:t>2</a:t>
            </a:fld>
            <a:endParaRPr lang="en-US" b="0">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 name="PlaceHolder 1"/>
          <p:cNvSpPr>
            <a:spLocks noGrp="1" noRot="1" noChangeAspect="1"/>
          </p:cNvSpPr>
          <p:nvPr>
            <p:ph type="sldImg"/>
          </p:nvPr>
        </p:nvSpPr>
        <p:spPr>
          <a:xfrm>
            <a:off x="777875" y="1200150"/>
            <a:ext cx="5759450" cy="3240088"/>
          </a:xfrm>
          <a:prstGeom prst="rect">
            <a:avLst/>
          </a:prstGeom>
          <a:ln w="0">
            <a:noFill/>
          </a:ln>
        </p:spPr>
      </p:sp>
      <p:sp>
        <p:nvSpPr>
          <p:cNvPr id="389" name="PlaceHolder 2"/>
          <p:cNvSpPr>
            <a:spLocks noGrp="1"/>
          </p:cNvSpPr>
          <p:nvPr>
            <p:ph type="body"/>
          </p:nvPr>
        </p:nvSpPr>
        <p:spPr>
          <a:xfrm>
            <a:off x="731520" y="4620672"/>
            <a:ext cx="5851776" cy="3780000"/>
          </a:xfrm>
          <a:prstGeom prst="rect">
            <a:avLst/>
          </a:prstGeom>
          <a:noFill/>
          <a:ln w="0">
            <a:noFill/>
          </a:ln>
        </p:spPr>
        <p:txBody>
          <a:bodyPr lIns="96661" tIns="48331" rIns="96661" bIns="48331" anchor="t">
            <a:noAutofit/>
          </a:bodyPr>
          <a:lstStyle/>
          <a:p>
            <a:pPr indent="0"/>
            <a:r>
              <a:rPr lang="en-US" sz="2100" spc="-1">
                <a:solidFill>
                  <a:srgbClr val="000000"/>
                </a:solidFill>
                <a:latin typeface="Arial"/>
              </a:rPr>
              <a:t>I'm not going to explain what SQL on FHIR is — you're here, you know the spec. What I want to talk about is where .NET sits. JavaScript has the HL7 reference implementation. Python has libraries. Java is well covered. Search for SQL on FHIR plus .NET and you find workarounds and people asking the same question. That's the gap this session is about.</a:t>
            </a:r>
          </a:p>
        </p:txBody>
      </p:sp>
      <p:sp>
        <p:nvSpPr>
          <p:cNvPr id="390" name="PlaceHolder 3"/>
          <p:cNvSpPr>
            <a:spLocks noGrp="1"/>
          </p:cNvSpPr>
          <p:nvPr>
            <p:ph type="sldNum" idx="6"/>
          </p:nvPr>
        </p:nvSpPr>
        <p:spPr>
          <a:xfrm>
            <a:off x="4143744" y="9119628"/>
            <a:ext cx="3169536" cy="481194"/>
          </a:xfrm>
          <a:prstGeom prst="rect">
            <a:avLst/>
          </a:prstGeom>
          <a:noFill/>
          <a:ln w="0">
            <a:noFill/>
          </a:ln>
        </p:spPr>
        <p:txBody>
          <a:bodyPr lIns="96661" tIns="48331" rIns="96661" bIns="48331" anchor="b">
            <a:noAutofit/>
          </a:bodyPr>
          <a:lstStyle>
            <a:lvl1pPr indent="0" algn="r">
              <a:lnSpc>
                <a:spcPct val="100000"/>
              </a:lnSpc>
              <a:buNone/>
              <a:defRPr lang="en-US" sz="1300" b="1" strike="noStrike" spc="-1">
                <a:solidFill>
                  <a:srgbClr val="000000"/>
                </a:solidFill>
                <a:latin typeface="Open Sans Semibold"/>
              </a:defRPr>
            </a:lvl1pPr>
          </a:lstStyle>
          <a:p>
            <a:fld id="{C0DBD4A7-5484-4AB4-B67F-3F1A81A05A9E}" type="slidenum">
              <a:rPr lang="en-US"/>
              <a:pPr/>
              <a:t>3</a:t>
            </a:fld>
            <a:endParaRPr lang="en-US" b="0">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 name="PlaceHolder 1"/>
          <p:cNvSpPr>
            <a:spLocks noGrp="1" noRot="1" noChangeAspect="1"/>
          </p:cNvSpPr>
          <p:nvPr>
            <p:ph type="sldImg"/>
          </p:nvPr>
        </p:nvSpPr>
        <p:spPr>
          <a:xfrm>
            <a:off x="777875" y="1200150"/>
            <a:ext cx="5759450" cy="3240088"/>
          </a:xfrm>
          <a:prstGeom prst="rect">
            <a:avLst/>
          </a:prstGeom>
          <a:ln w="0">
            <a:noFill/>
          </a:ln>
        </p:spPr>
      </p:sp>
      <p:sp>
        <p:nvSpPr>
          <p:cNvPr id="392" name="PlaceHolder 2"/>
          <p:cNvSpPr>
            <a:spLocks noGrp="1"/>
          </p:cNvSpPr>
          <p:nvPr>
            <p:ph type="body"/>
          </p:nvPr>
        </p:nvSpPr>
        <p:spPr>
          <a:xfrm>
            <a:off x="731520" y="4620672"/>
            <a:ext cx="5851776" cy="3780000"/>
          </a:xfrm>
          <a:prstGeom prst="rect">
            <a:avLst/>
          </a:prstGeom>
          <a:noFill/>
          <a:ln w="0">
            <a:noFill/>
          </a:ln>
        </p:spPr>
        <p:txBody>
          <a:bodyPr lIns="96661" tIns="48331" rIns="96661" bIns="48331" anchor="t">
            <a:noAutofit/>
          </a:bodyPr>
          <a:lstStyle/>
          <a:p>
            <a:pPr indent="0"/>
            <a:r>
              <a:rPr lang="en-US" sz="2100" spc="-1">
                <a:solidFill>
                  <a:srgbClr val="000000"/>
                </a:solidFill>
                <a:latin typeface="Arial"/>
              </a:rPr>
              <a:t>Quick show of hands — how many of you have done Option B? Yeah. You write a little FHIRPath, it works, then six months later someone adds a new resource type and the extraction breaks. These options all have real, recurring costs.</a:t>
            </a:r>
          </a:p>
        </p:txBody>
      </p:sp>
      <p:sp>
        <p:nvSpPr>
          <p:cNvPr id="393" name="PlaceHolder 3"/>
          <p:cNvSpPr>
            <a:spLocks noGrp="1"/>
          </p:cNvSpPr>
          <p:nvPr>
            <p:ph type="sldNum" idx="7"/>
          </p:nvPr>
        </p:nvSpPr>
        <p:spPr>
          <a:xfrm>
            <a:off x="4143744" y="9119628"/>
            <a:ext cx="3169536" cy="481194"/>
          </a:xfrm>
          <a:prstGeom prst="rect">
            <a:avLst/>
          </a:prstGeom>
          <a:noFill/>
          <a:ln w="0">
            <a:noFill/>
          </a:ln>
        </p:spPr>
        <p:txBody>
          <a:bodyPr lIns="96661" tIns="48331" rIns="96661" bIns="48331" anchor="b">
            <a:noAutofit/>
          </a:bodyPr>
          <a:lstStyle>
            <a:lvl1pPr indent="0" algn="r">
              <a:lnSpc>
                <a:spcPct val="100000"/>
              </a:lnSpc>
              <a:buNone/>
              <a:defRPr lang="en-US" sz="1300" b="1" strike="noStrike" spc="-1">
                <a:solidFill>
                  <a:srgbClr val="000000"/>
                </a:solidFill>
                <a:latin typeface="Open Sans Semibold"/>
              </a:defRPr>
            </a:lvl1pPr>
          </a:lstStyle>
          <a:p>
            <a:fld id="{4B2ABAEB-B657-49FA-9786-A03C26288247}" type="slidenum">
              <a:rPr lang="en-US"/>
              <a:pPr/>
              <a:t>4</a:t>
            </a:fld>
            <a:endParaRPr lang="en-US" b="0">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 name="PlaceHolder 1"/>
          <p:cNvSpPr>
            <a:spLocks noGrp="1" noRot="1" noChangeAspect="1"/>
          </p:cNvSpPr>
          <p:nvPr>
            <p:ph type="sldImg"/>
          </p:nvPr>
        </p:nvSpPr>
        <p:spPr>
          <a:xfrm>
            <a:off x="777875" y="1200150"/>
            <a:ext cx="5759450" cy="3240088"/>
          </a:xfrm>
          <a:prstGeom prst="rect">
            <a:avLst/>
          </a:prstGeom>
          <a:ln w="0">
            <a:noFill/>
          </a:ln>
        </p:spPr>
      </p:sp>
      <p:sp>
        <p:nvSpPr>
          <p:cNvPr id="398" name="PlaceHolder 2"/>
          <p:cNvSpPr>
            <a:spLocks noGrp="1"/>
          </p:cNvSpPr>
          <p:nvPr>
            <p:ph type="body"/>
          </p:nvPr>
        </p:nvSpPr>
        <p:spPr>
          <a:xfrm>
            <a:off x="731520" y="4620672"/>
            <a:ext cx="5851776" cy="3780000"/>
          </a:xfrm>
          <a:prstGeom prst="rect">
            <a:avLst/>
          </a:prstGeom>
          <a:noFill/>
          <a:ln w="0">
            <a:noFill/>
          </a:ln>
        </p:spPr>
        <p:txBody>
          <a:bodyPr lIns="96661" tIns="48331" rIns="96661" bIns="48331" anchor="t">
            <a:noAutofit/>
          </a:bodyPr>
          <a:lstStyle/>
          <a:p>
            <a:pPr indent="0"/>
            <a:r>
              <a:rPr lang="en-US" sz="2100" spc="-1">
                <a:solidFill>
                  <a:srgbClr val="000000"/>
                </a:solidFill>
                <a:latin typeface="Arial"/>
              </a:rPr>
              <a:t>Two minutes to integrate. The NuGet package gives you the evaluator as a library. The CLI is a tool you can run in pipelines and CI right now. Five FHIR versions from one codebase. MIT. Let me tell you why you should trust it.</a:t>
            </a:r>
          </a:p>
        </p:txBody>
      </p:sp>
      <p:sp>
        <p:nvSpPr>
          <p:cNvPr id="399" name="PlaceHolder 3"/>
          <p:cNvSpPr>
            <a:spLocks noGrp="1"/>
          </p:cNvSpPr>
          <p:nvPr>
            <p:ph type="sldNum" idx="9"/>
          </p:nvPr>
        </p:nvSpPr>
        <p:spPr>
          <a:xfrm>
            <a:off x="4143744" y="9119628"/>
            <a:ext cx="3169536" cy="481194"/>
          </a:xfrm>
          <a:prstGeom prst="rect">
            <a:avLst/>
          </a:prstGeom>
          <a:noFill/>
          <a:ln w="0">
            <a:noFill/>
          </a:ln>
        </p:spPr>
        <p:txBody>
          <a:bodyPr lIns="96661" tIns="48331" rIns="96661" bIns="48331" anchor="b">
            <a:noAutofit/>
          </a:bodyPr>
          <a:lstStyle>
            <a:lvl1pPr indent="0" algn="r">
              <a:lnSpc>
                <a:spcPct val="100000"/>
              </a:lnSpc>
              <a:buNone/>
              <a:defRPr lang="en-US" sz="1300" b="1" strike="noStrike" spc="-1">
                <a:solidFill>
                  <a:srgbClr val="000000"/>
                </a:solidFill>
                <a:latin typeface="Open Sans Semibold"/>
              </a:defRPr>
            </a:lvl1pPr>
          </a:lstStyle>
          <a:p>
            <a:fld id="{56C3A795-DB74-48B3-90BF-76F9AAB35A7F}" type="slidenum">
              <a:rPr lang="en-US"/>
              <a:pPr/>
              <a:t>6</a:t>
            </a:fld>
            <a:endParaRPr lang="en-US" b="0">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 name="PlaceHolder 1"/>
          <p:cNvSpPr>
            <a:spLocks noGrp="1" noRot="1" noChangeAspect="1"/>
          </p:cNvSpPr>
          <p:nvPr>
            <p:ph type="sldImg"/>
          </p:nvPr>
        </p:nvSpPr>
        <p:spPr>
          <a:xfrm>
            <a:off x="777875" y="1200150"/>
            <a:ext cx="5759450" cy="3240088"/>
          </a:xfrm>
          <a:prstGeom prst="rect">
            <a:avLst/>
          </a:prstGeom>
          <a:ln w="0">
            <a:noFill/>
          </a:ln>
        </p:spPr>
      </p:sp>
      <p:sp>
        <p:nvSpPr>
          <p:cNvPr id="407" name="PlaceHolder 2"/>
          <p:cNvSpPr>
            <a:spLocks noGrp="1"/>
          </p:cNvSpPr>
          <p:nvPr>
            <p:ph type="body"/>
          </p:nvPr>
        </p:nvSpPr>
        <p:spPr>
          <a:xfrm>
            <a:off x="731520" y="4620672"/>
            <a:ext cx="5851776" cy="3780000"/>
          </a:xfrm>
          <a:prstGeom prst="rect">
            <a:avLst/>
          </a:prstGeom>
          <a:noFill/>
          <a:ln w="0">
            <a:noFill/>
          </a:ln>
        </p:spPr>
        <p:txBody>
          <a:bodyPr lIns="96661" tIns="48331" rIns="96661" bIns="48331" anchor="t">
            <a:noAutofit/>
          </a:bodyPr>
          <a:lstStyle/>
          <a:p>
            <a:pPr indent="0"/>
            <a:r>
              <a:rPr lang="en-US" sz="2100" spc="-1">
                <a:solidFill>
                  <a:srgbClr val="000000"/>
                </a:solidFill>
                <a:latin typeface="Arial"/>
              </a:rPr>
              <a:t>Each layer is a standalone NuGet package. Just need the FHIRPath engine? Take Ignixa.FhirPath. Want ViewDefinition evaluation in your app? Take Ignixa.SqlOnFhir. The CLI is the full stack as a tool. This modularity is also how we unit-test each layer independently — which is how the conformance suite is built.</a:t>
            </a:r>
          </a:p>
        </p:txBody>
      </p:sp>
      <p:sp>
        <p:nvSpPr>
          <p:cNvPr id="408" name="PlaceHolder 3"/>
          <p:cNvSpPr>
            <a:spLocks noGrp="1"/>
          </p:cNvSpPr>
          <p:nvPr>
            <p:ph type="sldNum" idx="12"/>
          </p:nvPr>
        </p:nvSpPr>
        <p:spPr>
          <a:xfrm>
            <a:off x="4143744" y="9119628"/>
            <a:ext cx="3169536" cy="481194"/>
          </a:xfrm>
          <a:prstGeom prst="rect">
            <a:avLst/>
          </a:prstGeom>
          <a:noFill/>
          <a:ln w="0">
            <a:noFill/>
          </a:ln>
        </p:spPr>
        <p:txBody>
          <a:bodyPr lIns="96661" tIns="48331" rIns="96661" bIns="48331" anchor="b">
            <a:noAutofit/>
          </a:bodyPr>
          <a:lstStyle>
            <a:lvl1pPr indent="0" algn="r">
              <a:lnSpc>
                <a:spcPct val="100000"/>
              </a:lnSpc>
              <a:buNone/>
              <a:defRPr lang="en-US" sz="1300" b="1" strike="noStrike" spc="-1">
                <a:solidFill>
                  <a:srgbClr val="000000"/>
                </a:solidFill>
                <a:latin typeface="Open Sans Semibold"/>
              </a:defRPr>
            </a:lvl1pPr>
          </a:lstStyle>
          <a:p>
            <a:fld id="{9DB4AA69-249A-44D8-BC08-F20E9C034DA5}" type="slidenum">
              <a:rPr lang="en-US"/>
              <a:pPr/>
              <a:t>7</a:t>
            </a:fld>
            <a:endParaRPr lang="en-US" b="0">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 name="PlaceHolder 1"/>
          <p:cNvSpPr>
            <a:spLocks noGrp="1" noRot="1" noChangeAspect="1"/>
          </p:cNvSpPr>
          <p:nvPr>
            <p:ph type="sldImg"/>
          </p:nvPr>
        </p:nvSpPr>
        <p:spPr>
          <a:xfrm>
            <a:off x="777875" y="1200150"/>
            <a:ext cx="5759450" cy="3240088"/>
          </a:xfrm>
          <a:prstGeom prst="rect">
            <a:avLst/>
          </a:prstGeom>
          <a:ln w="0">
            <a:noFill/>
          </a:ln>
        </p:spPr>
      </p:sp>
      <p:sp>
        <p:nvSpPr>
          <p:cNvPr id="407" name="PlaceHolder 2"/>
          <p:cNvSpPr>
            <a:spLocks noGrp="1"/>
          </p:cNvSpPr>
          <p:nvPr>
            <p:ph type="body"/>
          </p:nvPr>
        </p:nvSpPr>
        <p:spPr>
          <a:xfrm>
            <a:off x="731520" y="4620672"/>
            <a:ext cx="5851776" cy="3780000"/>
          </a:xfrm>
          <a:prstGeom prst="rect">
            <a:avLst/>
          </a:prstGeom>
          <a:noFill/>
          <a:ln w="0">
            <a:noFill/>
          </a:ln>
        </p:spPr>
        <p:txBody>
          <a:bodyPr lIns="96661" tIns="48331" rIns="96661" bIns="48331" anchor="t">
            <a:noAutofit/>
          </a:bodyPr>
          <a:lstStyle/>
          <a:p>
            <a:pPr indent="0"/>
            <a:r>
              <a:rPr lang="en-US" sz="2100" spc="-1">
                <a:solidFill>
                  <a:srgbClr val="000000"/>
                </a:solidFill>
                <a:latin typeface="Arial"/>
              </a:rPr>
              <a:t>Each layer is a standalone NuGet package. Just need the FHIRPath engine? Take Ignixa.FhirPath. Want ViewDefinition evaluation in your app? Take Ignixa.SqlOnFhir. The CLI is the full stack as a tool. This modularity is also how we unit-test each layer independently — which is how the conformance suite is built.</a:t>
            </a:r>
          </a:p>
        </p:txBody>
      </p:sp>
      <p:sp>
        <p:nvSpPr>
          <p:cNvPr id="408" name="PlaceHolder 3"/>
          <p:cNvSpPr>
            <a:spLocks noGrp="1"/>
          </p:cNvSpPr>
          <p:nvPr>
            <p:ph type="sldNum" idx="12"/>
          </p:nvPr>
        </p:nvSpPr>
        <p:spPr>
          <a:xfrm>
            <a:off x="4143744" y="9119628"/>
            <a:ext cx="3169536" cy="481194"/>
          </a:xfrm>
          <a:prstGeom prst="rect">
            <a:avLst/>
          </a:prstGeom>
          <a:noFill/>
          <a:ln w="0">
            <a:noFill/>
          </a:ln>
        </p:spPr>
        <p:txBody>
          <a:bodyPr lIns="96661" tIns="48331" rIns="96661" bIns="48331" anchor="b">
            <a:noAutofit/>
          </a:bodyPr>
          <a:lstStyle>
            <a:lvl1pPr indent="0" algn="r">
              <a:lnSpc>
                <a:spcPct val="100000"/>
              </a:lnSpc>
              <a:buNone/>
              <a:defRPr lang="en-US" sz="1300" b="1" strike="noStrike" spc="-1">
                <a:solidFill>
                  <a:srgbClr val="000000"/>
                </a:solidFill>
                <a:latin typeface="Open Sans Semibold"/>
              </a:defRPr>
            </a:lvl1pPr>
          </a:lstStyle>
          <a:p>
            <a:fld id="{9DB4AA69-249A-44D8-BC08-F20E9C034DA5}" type="slidenum">
              <a:rPr lang="en-US"/>
              <a:pPr/>
              <a:t>8</a:t>
            </a:fld>
            <a:endParaRPr lang="en-US" b="0">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 name="PlaceHolder 1"/>
          <p:cNvSpPr>
            <a:spLocks noGrp="1" noRot="1" noChangeAspect="1"/>
          </p:cNvSpPr>
          <p:nvPr>
            <p:ph type="sldImg"/>
          </p:nvPr>
        </p:nvSpPr>
        <p:spPr>
          <a:xfrm>
            <a:off x="777875" y="1200150"/>
            <a:ext cx="5759450" cy="3240088"/>
          </a:xfrm>
          <a:prstGeom prst="rect">
            <a:avLst/>
          </a:prstGeom>
          <a:ln w="0">
            <a:noFill/>
          </a:ln>
        </p:spPr>
      </p:sp>
      <p:sp>
        <p:nvSpPr>
          <p:cNvPr id="404" name="PlaceHolder 2"/>
          <p:cNvSpPr>
            <a:spLocks noGrp="1"/>
          </p:cNvSpPr>
          <p:nvPr>
            <p:ph type="body"/>
          </p:nvPr>
        </p:nvSpPr>
        <p:spPr>
          <a:xfrm>
            <a:off x="731520" y="4620672"/>
            <a:ext cx="5851776" cy="3780000"/>
          </a:xfrm>
          <a:prstGeom prst="rect">
            <a:avLst/>
          </a:prstGeom>
          <a:noFill/>
          <a:ln w="0">
            <a:noFill/>
          </a:ln>
        </p:spPr>
        <p:txBody>
          <a:bodyPr lIns="96661" tIns="48331" rIns="96661" bIns="48331" anchor="t">
            <a:noAutofit/>
          </a:bodyPr>
          <a:lstStyle/>
          <a:p>
            <a:pPr indent="0"/>
            <a:endParaRPr lang="en-US" sz="2100" spc="-1" dirty="0">
              <a:solidFill>
                <a:srgbClr val="000000"/>
              </a:solidFill>
              <a:latin typeface="Arial"/>
            </a:endParaRPr>
          </a:p>
        </p:txBody>
      </p:sp>
      <p:sp>
        <p:nvSpPr>
          <p:cNvPr id="405" name="PlaceHolder 3"/>
          <p:cNvSpPr>
            <a:spLocks noGrp="1"/>
          </p:cNvSpPr>
          <p:nvPr>
            <p:ph type="sldNum" idx="11"/>
          </p:nvPr>
        </p:nvSpPr>
        <p:spPr>
          <a:xfrm>
            <a:off x="4143744" y="9119628"/>
            <a:ext cx="3169536" cy="481194"/>
          </a:xfrm>
          <a:prstGeom prst="rect">
            <a:avLst/>
          </a:prstGeom>
          <a:noFill/>
          <a:ln w="0">
            <a:noFill/>
          </a:ln>
        </p:spPr>
        <p:txBody>
          <a:bodyPr lIns="96661" tIns="48331" rIns="96661" bIns="48331" anchor="b">
            <a:noAutofit/>
          </a:bodyPr>
          <a:lstStyle>
            <a:lvl1pPr indent="0" algn="r">
              <a:lnSpc>
                <a:spcPct val="100000"/>
              </a:lnSpc>
              <a:buNone/>
              <a:defRPr lang="en-US" sz="1300" b="1" strike="noStrike" spc="-1">
                <a:solidFill>
                  <a:srgbClr val="000000"/>
                </a:solidFill>
                <a:latin typeface="Open Sans Semibold"/>
              </a:defRPr>
            </a:lvl1pPr>
          </a:lstStyle>
          <a:p>
            <a:fld id="{23514D29-0041-4F99-BA09-D77F7C224694}" type="slidenum">
              <a:rPr lang="en-US"/>
              <a:pPr/>
              <a:t>9</a:t>
            </a:fld>
            <a:endParaRPr lang="en-US" b="0">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 name="PlaceHolder 1"/>
          <p:cNvSpPr>
            <a:spLocks noGrp="1" noRot="1" noChangeAspect="1"/>
          </p:cNvSpPr>
          <p:nvPr>
            <p:ph type="sldImg"/>
          </p:nvPr>
        </p:nvSpPr>
        <p:spPr>
          <a:xfrm>
            <a:off x="777875" y="1200150"/>
            <a:ext cx="5759450" cy="3240088"/>
          </a:xfrm>
          <a:prstGeom prst="rect">
            <a:avLst/>
          </a:prstGeom>
          <a:ln w="0">
            <a:noFill/>
          </a:ln>
        </p:spPr>
      </p:sp>
      <p:sp>
        <p:nvSpPr>
          <p:cNvPr id="413" name="PlaceHolder 2"/>
          <p:cNvSpPr>
            <a:spLocks noGrp="1"/>
          </p:cNvSpPr>
          <p:nvPr>
            <p:ph type="body"/>
          </p:nvPr>
        </p:nvSpPr>
        <p:spPr>
          <a:xfrm>
            <a:off x="731520" y="4620672"/>
            <a:ext cx="5851776" cy="3780000"/>
          </a:xfrm>
          <a:prstGeom prst="rect">
            <a:avLst/>
          </a:prstGeom>
          <a:noFill/>
          <a:ln w="0">
            <a:noFill/>
          </a:ln>
        </p:spPr>
        <p:txBody>
          <a:bodyPr lIns="96661" tIns="48331" rIns="96661" bIns="48331" anchor="t">
            <a:noAutofit/>
          </a:bodyPr>
          <a:lstStyle/>
          <a:p>
            <a:pPr indent="0"/>
            <a:r>
              <a:rPr lang="en-US" sz="2100" spc="-1">
                <a:solidFill>
                  <a:srgbClr val="000000"/>
                </a:solidFill>
                <a:latin typeface="Arial"/>
              </a:rPr>
              <a:t>The separation matters for two reasons. First, you can validate ViewDefinitions without running them — the validate command uses the Parse stage only. Second, Evaluate is pure and stateless, so you parallelize across resources trivially. Writers are sinks, not evaluation logic.</a:t>
            </a:r>
          </a:p>
        </p:txBody>
      </p:sp>
      <p:sp>
        <p:nvSpPr>
          <p:cNvPr id="414" name="PlaceHolder 3"/>
          <p:cNvSpPr>
            <a:spLocks noGrp="1"/>
          </p:cNvSpPr>
          <p:nvPr>
            <p:ph type="sldNum" idx="14"/>
          </p:nvPr>
        </p:nvSpPr>
        <p:spPr>
          <a:xfrm>
            <a:off x="4143744" y="9119628"/>
            <a:ext cx="3169536" cy="481194"/>
          </a:xfrm>
          <a:prstGeom prst="rect">
            <a:avLst/>
          </a:prstGeom>
          <a:noFill/>
          <a:ln w="0">
            <a:noFill/>
          </a:ln>
        </p:spPr>
        <p:txBody>
          <a:bodyPr lIns="96661" tIns="48331" rIns="96661" bIns="48331" anchor="b">
            <a:noAutofit/>
          </a:bodyPr>
          <a:lstStyle>
            <a:lvl1pPr indent="0" algn="r">
              <a:lnSpc>
                <a:spcPct val="100000"/>
              </a:lnSpc>
              <a:buNone/>
              <a:defRPr lang="en-US" sz="1300" b="1" strike="noStrike" spc="-1">
                <a:solidFill>
                  <a:srgbClr val="000000"/>
                </a:solidFill>
                <a:latin typeface="Open Sans Semibold"/>
              </a:defRPr>
            </a:lvl1pPr>
          </a:lstStyle>
          <a:p>
            <a:fld id="{10519E9B-93EE-4279-8572-966716882340}" type="slidenum">
              <a:rPr lang="en-US"/>
              <a:pPr/>
              <a:t>10</a:t>
            </a:fld>
            <a:endParaRPr lang="en-US" b="0">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 name="PlaceHolder 1"/>
          <p:cNvSpPr>
            <a:spLocks noGrp="1" noRot="1" noChangeAspect="1"/>
          </p:cNvSpPr>
          <p:nvPr>
            <p:ph type="sldImg"/>
          </p:nvPr>
        </p:nvSpPr>
        <p:spPr>
          <a:xfrm>
            <a:off x="777875" y="1200150"/>
            <a:ext cx="5759450" cy="3240088"/>
          </a:xfrm>
          <a:prstGeom prst="rect">
            <a:avLst/>
          </a:prstGeom>
          <a:ln w="0">
            <a:noFill/>
          </a:ln>
        </p:spPr>
      </p:sp>
      <p:sp>
        <p:nvSpPr>
          <p:cNvPr id="419" name="PlaceHolder 2"/>
          <p:cNvSpPr>
            <a:spLocks noGrp="1"/>
          </p:cNvSpPr>
          <p:nvPr>
            <p:ph type="body"/>
          </p:nvPr>
        </p:nvSpPr>
        <p:spPr>
          <a:xfrm>
            <a:off x="731520" y="4620672"/>
            <a:ext cx="5851776" cy="3780000"/>
          </a:xfrm>
          <a:prstGeom prst="rect">
            <a:avLst/>
          </a:prstGeom>
          <a:noFill/>
          <a:ln w="0">
            <a:noFill/>
          </a:ln>
        </p:spPr>
        <p:txBody>
          <a:bodyPr lIns="96661" tIns="48331" rIns="96661" bIns="48331" anchor="t">
            <a:noAutofit/>
          </a:bodyPr>
          <a:lstStyle/>
          <a:p>
            <a:pPr indent="0"/>
            <a:r>
              <a:rPr lang="en-US" sz="2100" spc="-1">
                <a:solidFill>
                  <a:srgbClr val="000000"/>
                </a:solidFill>
                <a:latin typeface="Arial"/>
              </a:rPr>
              <a:t>Nothing exotic. WHERE filters to active patients. SELECT pulls scalar columns with standard FHIRPath. If you've used the HL7 JS reference implementation, this is the same syntax — deliberately. Portability of ViewDefinitions across implementations is a spec goal; this shows it working.</a:t>
            </a:r>
          </a:p>
        </p:txBody>
      </p:sp>
      <p:sp>
        <p:nvSpPr>
          <p:cNvPr id="420" name="PlaceHolder 3"/>
          <p:cNvSpPr>
            <a:spLocks noGrp="1"/>
          </p:cNvSpPr>
          <p:nvPr>
            <p:ph type="sldNum" idx="16"/>
          </p:nvPr>
        </p:nvSpPr>
        <p:spPr>
          <a:xfrm>
            <a:off x="4143744" y="9119628"/>
            <a:ext cx="3169536" cy="481194"/>
          </a:xfrm>
          <a:prstGeom prst="rect">
            <a:avLst/>
          </a:prstGeom>
          <a:noFill/>
          <a:ln w="0">
            <a:noFill/>
          </a:ln>
        </p:spPr>
        <p:txBody>
          <a:bodyPr lIns="96661" tIns="48331" rIns="96661" bIns="48331" anchor="b">
            <a:noAutofit/>
          </a:bodyPr>
          <a:lstStyle>
            <a:lvl1pPr indent="0" algn="r">
              <a:lnSpc>
                <a:spcPct val="100000"/>
              </a:lnSpc>
              <a:buNone/>
              <a:defRPr lang="en-US" sz="1300" b="1" strike="noStrike" spc="-1">
                <a:solidFill>
                  <a:srgbClr val="000000"/>
                </a:solidFill>
                <a:latin typeface="Open Sans Semibold"/>
              </a:defRPr>
            </a:lvl1pPr>
          </a:lstStyle>
          <a:p>
            <a:fld id="{8DF73116-23EC-4ACF-9F9D-CA8CBB9634A2}" type="slidenum">
              <a:rPr lang="en-US"/>
              <a:pPr/>
              <a:t>11</a:t>
            </a:fld>
            <a:endParaRPr lang="en-US" b="0">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 name="PlaceHolder 1"/>
          <p:cNvSpPr>
            <a:spLocks noGrp="1" noRot="1" noChangeAspect="1"/>
          </p:cNvSpPr>
          <p:nvPr>
            <p:ph type="sldImg"/>
          </p:nvPr>
        </p:nvSpPr>
        <p:spPr>
          <a:xfrm>
            <a:off x="777875" y="1200150"/>
            <a:ext cx="5759450" cy="3240088"/>
          </a:xfrm>
          <a:prstGeom prst="rect">
            <a:avLst/>
          </a:prstGeom>
          <a:ln w="0">
            <a:noFill/>
          </a:ln>
        </p:spPr>
      </p:sp>
      <p:sp>
        <p:nvSpPr>
          <p:cNvPr id="422" name="PlaceHolder 2"/>
          <p:cNvSpPr>
            <a:spLocks noGrp="1"/>
          </p:cNvSpPr>
          <p:nvPr>
            <p:ph type="body"/>
          </p:nvPr>
        </p:nvSpPr>
        <p:spPr>
          <a:xfrm>
            <a:off x="731520" y="4620672"/>
            <a:ext cx="5851776" cy="3780000"/>
          </a:xfrm>
          <a:prstGeom prst="rect">
            <a:avLst/>
          </a:prstGeom>
          <a:noFill/>
          <a:ln w="0">
            <a:noFill/>
          </a:ln>
        </p:spPr>
        <p:txBody>
          <a:bodyPr lIns="96661" tIns="48331" rIns="96661" bIns="48331" anchor="t">
            <a:noAutofit/>
          </a:bodyPr>
          <a:lstStyle/>
          <a:p>
            <a:pPr indent="0"/>
            <a:r>
              <a:rPr lang="en-US" sz="2100" spc="-1">
                <a:solidFill>
                  <a:srgbClr val="000000"/>
                </a:solidFill>
                <a:latin typeface="Arial"/>
              </a:rPr>
              <a:t>This is the operation that makes FHIR analytics actually work. A Patient has an array of names. forEach gives you one row per name — standard SQL unnesting, expressed as a ViewDefinition. First group produces id once; the forEach group repeats per name element.</a:t>
            </a:r>
          </a:p>
        </p:txBody>
      </p:sp>
      <p:sp>
        <p:nvSpPr>
          <p:cNvPr id="423" name="PlaceHolder 3"/>
          <p:cNvSpPr>
            <a:spLocks noGrp="1"/>
          </p:cNvSpPr>
          <p:nvPr>
            <p:ph type="sldNum" idx="17"/>
          </p:nvPr>
        </p:nvSpPr>
        <p:spPr>
          <a:xfrm>
            <a:off x="4143744" y="9119628"/>
            <a:ext cx="3169536" cy="481194"/>
          </a:xfrm>
          <a:prstGeom prst="rect">
            <a:avLst/>
          </a:prstGeom>
          <a:noFill/>
          <a:ln w="0">
            <a:noFill/>
          </a:ln>
        </p:spPr>
        <p:txBody>
          <a:bodyPr lIns="96661" tIns="48331" rIns="96661" bIns="48331" anchor="b">
            <a:noAutofit/>
          </a:bodyPr>
          <a:lstStyle>
            <a:lvl1pPr indent="0" algn="r">
              <a:lnSpc>
                <a:spcPct val="100000"/>
              </a:lnSpc>
              <a:buNone/>
              <a:defRPr lang="en-US" sz="1300" b="1" strike="noStrike" spc="-1">
                <a:solidFill>
                  <a:srgbClr val="000000"/>
                </a:solidFill>
                <a:latin typeface="Open Sans Semibold"/>
              </a:defRPr>
            </a:lvl1pPr>
          </a:lstStyle>
          <a:p>
            <a:fld id="{0C6E667C-1F56-42B1-AA4D-6DE1D4CA83BC}" type="slidenum">
              <a:rPr lang="en-US"/>
              <a:pPr/>
              <a:t>12</a:t>
            </a:fld>
            <a:endParaRPr lang="en-US" b="0">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 name="PlaceHolder 1"/>
          <p:cNvSpPr>
            <a:spLocks noGrp="1" noRot="1" noChangeAspect="1"/>
          </p:cNvSpPr>
          <p:nvPr>
            <p:ph type="sldImg"/>
          </p:nvPr>
        </p:nvSpPr>
        <p:spPr>
          <a:xfrm>
            <a:off x="777875" y="1200150"/>
            <a:ext cx="5759450" cy="3240088"/>
          </a:xfrm>
          <a:prstGeom prst="rect">
            <a:avLst/>
          </a:prstGeom>
          <a:ln w="0">
            <a:noFill/>
          </a:ln>
        </p:spPr>
      </p:sp>
      <p:sp>
        <p:nvSpPr>
          <p:cNvPr id="425" name="PlaceHolder 2"/>
          <p:cNvSpPr>
            <a:spLocks noGrp="1"/>
          </p:cNvSpPr>
          <p:nvPr>
            <p:ph type="body"/>
          </p:nvPr>
        </p:nvSpPr>
        <p:spPr>
          <a:xfrm>
            <a:off x="731520" y="4620672"/>
            <a:ext cx="5851776" cy="3780000"/>
          </a:xfrm>
          <a:prstGeom prst="rect">
            <a:avLst/>
          </a:prstGeom>
          <a:noFill/>
          <a:ln w="0">
            <a:noFill/>
          </a:ln>
        </p:spPr>
        <p:txBody>
          <a:bodyPr lIns="96661" tIns="48331" rIns="96661" bIns="48331" anchor="t">
            <a:noAutofit/>
          </a:bodyPr>
          <a:lstStyle/>
          <a:p>
            <a:pPr indent="0"/>
            <a:r>
              <a:rPr lang="en-US" sz="2100" spc="-1">
                <a:solidFill>
                  <a:srgbClr val="000000"/>
                </a:solidFill>
                <a:latin typeface="Arial"/>
              </a:rPr>
              <a:t>This is the entire API surface you need to evaluate a ViewDefinition from C#. GetSchemaProvider is the only place FHIR version enters. ToSourceNavigator gives the lightweight structure; ToElement adds typing via the schema. The result is IEnumerable of dictionaries — flat rows you write anywhere.</a:t>
            </a:r>
          </a:p>
        </p:txBody>
      </p:sp>
      <p:sp>
        <p:nvSpPr>
          <p:cNvPr id="426" name="PlaceHolder 3"/>
          <p:cNvSpPr>
            <a:spLocks noGrp="1"/>
          </p:cNvSpPr>
          <p:nvPr>
            <p:ph type="sldNum" idx="18"/>
          </p:nvPr>
        </p:nvSpPr>
        <p:spPr>
          <a:xfrm>
            <a:off x="4143744" y="9119628"/>
            <a:ext cx="3169536" cy="481194"/>
          </a:xfrm>
          <a:prstGeom prst="rect">
            <a:avLst/>
          </a:prstGeom>
          <a:noFill/>
          <a:ln w="0">
            <a:noFill/>
          </a:ln>
        </p:spPr>
        <p:txBody>
          <a:bodyPr lIns="96661" tIns="48331" rIns="96661" bIns="48331" anchor="b">
            <a:noAutofit/>
          </a:bodyPr>
          <a:lstStyle>
            <a:lvl1pPr indent="0" algn="r">
              <a:lnSpc>
                <a:spcPct val="100000"/>
              </a:lnSpc>
              <a:buNone/>
              <a:defRPr lang="en-US" sz="1300" b="1" strike="noStrike" spc="-1">
                <a:solidFill>
                  <a:srgbClr val="000000"/>
                </a:solidFill>
                <a:latin typeface="Open Sans Semibold"/>
              </a:defRPr>
            </a:lvl1pPr>
          </a:lstStyle>
          <a:p>
            <a:fld id="{FA5D8DDE-15F9-4711-94C6-DDF31189F4A3}" type="slidenum">
              <a:rPr lang="en-US"/>
              <a:pPr/>
              <a:t>13</a:t>
            </a:fld>
            <a:endParaRPr lang="en-US" b="0">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 name="PlaceHolder 1"/>
          <p:cNvSpPr>
            <a:spLocks noGrp="1" noRot="1" noChangeAspect="1"/>
          </p:cNvSpPr>
          <p:nvPr>
            <p:ph type="sldImg"/>
          </p:nvPr>
        </p:nvSpPr>
        <p:spPr>
          <a:xfrm>
            <a:off x="777875" y="1200150"/>
            <a:ext cx="5759450" cy="3240088"/>
          </a:xfrm>
          <a:prstGeom prst="rect">
            <a:avLst/>
          </a:prstGeom>
          <a:ln w="0">
            <a:noFill/>
          </a:ln>
        </p:spPr>
      </p:sp>
      <p:sp>
        <p:nvSpPr>
          <p:cNvPr id="425" name="PlaceHolder 2"/>
          <p:cNvSpPr>
            <a:spLocks noGrp="1"/>
          </p:cNvSpPr>
          <p:nvPr>
            <p:ph type="body"/>
          </p:nvPr>
        </p:nvSpPr>
        <p:spPr>
          <a:xfrm>
            <a:off x="731520" y="4620672"/>
            <a:ext cx="5851776" cy="3780000"/>
          </a:xfrm>
          <a:prstGeom prst="rect">
            <a:avLst/>
          </a:prstGeom>
          <a:noFill/>
          <a:ln w="0">
            <a:noFill/>
          </a:ln>
        </p:spPr>
        <p:txBody>
          <a:bodyPr lIns="96661" tIns="48331" rIns="96661" bIns="48331" anchor="t">
            <a:noAutofit/>
          </a:bodyPr>
          <a:lstStyle/>
          <a:p>
            <a:pPr indent="0"/>
            <a:r>
              <a:rPr lang="en-US" sz="2100" spc="-1">
                <a:solidFill>
                  <a:srgbClr val="000000"/>
                </a:solidFill>
                <a:latin typeface="Arial"/>
              </a:rPr>
              <a:t>This is the entire API surface you need to evaluate a ViewDefinition from C#. GetSchemaProvider is the only place FHIR version enters. ToSourceNavigator gives the lightweight structure; ToElement adds typing via the schema. The result is IEnumerable of dictionaries — flat rows you write anywhere.</a:t>
            </a:r>
          </a:p>
        </p:txBody>
      </p:sp>
      <p:sp>
        <p:nvSpPr>
          <p:cNvPr id="426" name="PlaceHolder 3"/>
          <p:cNvSpPr>
            <a:spLocks noGrp="1"/>
          </p:cNvSpPr>
          <p:nvPr>
            <p:ph type="sldNum" idx="18"/>
          </p:nvPr>
        </p:nvSpPr>
        <p:spPr>
          <a:xfrm>
            <a:off x="4143744" y="9119628"/>
            <a:ext cx="3169536" cy="481194"/>
          </a:xfrm>
          <a:prstGeom prst="rect">
            <a:avLst/>
          </a:prstGeom>
          <a:noFill/>
          <a:ln w="0">
            <a:noFill/>
          </a:ln>
        </p:spPr>
        <p:txBody>
          <a:bodyPr lIns="96661" tIns="48331" rIns="96661" bIns="48331" anchor="b">
            <a:noAutofit/>
          </a:bodyPr>
          <a:lstStyle>
            <a:lvl1pPr indent="0" algn="r">
              <a:lnSpc>
                <a:spcPct val="100000"/>
              </a:lnSpc>
              <a:buNone/>
              <a:defRPr lang="en-US" sz="1300" b="1" strike="noStrike" spc="-1">
                <a:solidFill>
                  <a:srgbClr val="000000"/>
                </a:solidFill>
                <a:latin typeface="Open Sans Semibold"/>
              </a:defRPr>
            </a:lvl1pPr>
          </a:lstStyle>
          <a:p>
            <a:fld id="{FA5D8DDE-15F9-4711-94C6-DDF31189F4A3}" type="slidenum">
              <a:rPr lang="en-US"/>
              <a:pPr/>
              <a:t>14</a:t>
            </a:fld>
            <a:endParaRPr lang="en-US" b="0">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 name="PlaceHolder 1"/>
          <p:cNvSpPr>
            <a:spLocks noGrp="1" noRot="1" noChangeAspect="1"/>
          </p:cNvSpPr>
          <p:nvPr>
            <p:ph type="sldImg"/>
          </p:nvPr>
        </p:nvSpPr>
        <p:spPr>
          <a:xfrm>
            <a:off x="777875" y="1200150"/>
            <a:ext cx="5759450" cy="3240088"/>
          </a:xfrm>
          <a:prstGeom prst="rect">
            <a:avLst/>
          </a:prstGeom>
          <a:ln w="0">
            <a:noFill/>
          </a:ln>
        </p:spPr>
      </p:sp>
      <p:sp>
        <p:nvSpPr>
          <p:cNvPr id="428" name="PlaceHolder 2"/>
          <p:cNvSpPr>
            <a:spLocks noGrp="1"/>
          </p:cNvSpPr>
          <p:nvPr>
            <p:ph type="body"/>
          </p:nvPr>
        </p:nvSpPr>
        <p:spPr>
          <a:xfrm>
            <a:off x="731520" y="4620672"/>
            <a:ext cx="5851776" cy="3780000"/>
          </a:xfrm>
          <a:prstGeom prst="rect">
            <a:avLst/>
          </a:prstGeom>
          <a:noFill/>
          <a:ln w="0">
            <a:noFill/>
          </a:ln>
        </p:spPr>
        <p:txBody>
          <a:bodyPr lIns="96661" tIns="48331" rIns="96661" bIns="48331" anchor="t">
            <a:noAutofit/>
          </a:bodyPr>
          <a:lstStyle/>
          <a:p>
            <a:pPr indent="0"/>
            <a:r>
              <a:rPr lang="en-US" sz="2100" spc="-1">
                <a:solidFill>
                  <a:srgbClr val="000000"/>
                </a:solidFill>
                <a:latin typeface="Arial"/>
              </a:rPr>
              <a:t>[Switch to terminal. Data files are pre-staged in demo/data/.] I've got a patient ViewDefinition and NDJSON patients ready — generated by Ignixa.FhirFakes from Seattle demographics, which I'll show in the next session. Start with preview so you see the schema before touching any data.</a:t>
            </a:r>
          </a:p>
        </p:txBody>
      </p:sp>
      <p:sp>
        <p:nvSpPr>
          <p:cNvPr id="429" name="PlaceHolder 3"/>
          <p:cNvSpPr>
            <a:spLocks noGrp="1"/>
          </p:cNvSpPr>
          <p:nvPr>
            <p:ph type="sldNum" idx="19"/>
          </p:nvPr>
        </p:nvSpPr>
        <p:spPr>
          <a:xfrm>
            <a:off x="4143744" y="9119628"/>
            <a:ext cx="3169536" cy="481194"/>
          </a:xfrm>
          <a:prstGeom prst="rect">
            <a:avLst/>
          </a:prstGeom>
          <a:noFill/>
          <a:ln w="0">
            <a:noFill/>
          </a:ln>
        </p:spPr>
        <p:txBody>
          <a:bodyPr lIns="96661" tIns="48331" rIns="96661" bIns="48331" anchor="b">
            <a:noAutofit/>
          </a:bodyPr>
          <a:lstStyle>
            <a:lvl1pPr indent="0" algn="r">
              <a:lnSpc>
                <a:spcPct val="100000"/>
              </a:lnSpc>
              <a:buNone/>
              <a:defRPr lang="en-US" sz="1300" b="1" strike="noStrike" spc="-1">
                <a:solidFill>
                  <a:srgbClr val="000000"/>
                </a:solidFill>
                <a:latin typeface="Open Sans Semibold"/>
              </a:defRPr>
            </a:lvl1pPr>
          </a:lstStyle>
          <a:p>
            <a:fld id="{C7B0A1A2-BE9E-4DD4-A6FA-C6250BA74A2B}" type="slidenum">
              <a:rPr lang="en-US"/>
              <a:pPr/>
              <a:t>15</a:t>
            </a:fld>
            <a:endParaRPr lang="en-US" b="0">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 name="PlaceHolder 1"/>
          <p:cNvSpPr>
            <a:spLocks noGrp="1" noRot="1" noChangeAspect="1"/>
          </p:cNvSpPr>
          <p:nvPr>
            <p:ph type="sldImg"/>
          </p:nvPr>
        </p:nvSpPr>
        <p:spPr>
          <a:xfrm>
            <a:off x="777875" y="1200150"/>
            <a:ext cx="5759450" cy="3240088"/>
          </a:xfrm>
          <a:prstGeom prst="rect">
            <a:avLst/>
          </a:prstGeom>
          <a:ln w="0">
            <a:noFill/>
          </a:ln>
        </p:spPr>
      </p:sp>
      <p:sp>
        <p:nvSpPr>
          <p:cNvPr id="431" name="PlaceHolder 2"/>
          <p:cNvSpPr>
            <a:spLocks noGrp="1"/>
          </p:cNvSpPr>
          <p:nvPr>
            <p:ph type="body"/>
          </p:nvPr>
        </p:nvSpPr>
        <p:spPr>
          <a:xfrm>
            <a:off x="731520" y="4620672"/>
            <a:ext cx="5851776" cy="3780000"/>
          </a:xfrm>
          <a:prstGeom prst="rect">
            <a:avLst/>
          </a:prstGeom>
          <a:noFill/>
          <a:ln w="0">
            <a:noFill/>
          </a:ln>
        </p:spPr>
        <p:txBody>
          <a:bodyPr lIns="96661" tIns="48331" rIns="96661" bIns="48331" anchor="t">
            <a:noAutofit/>
          </a:bodyPr>
          <a:lstStyle/>
          <a:p>
            <a:pPr indent="0"/>
            <a:r>
              <a:rPr lang="en-US" sz="2100" spc="-1">
                <a:solidFill>
                  <a:srgbClr val="000000"/>
                </a:solidFill>
                <a:latin typeface="Arial"/>
              </a:rPr>
              <a:t>[Leave this up during/after Demo 1.] The version is always first. Then the command. The rest is flags. Preview is schema-only without --input, adds sample rows with it. Validate catches errors before you run. Run produces the output.</a:t>
            </a:r>
          </a:p>
        </p:txBody>
      </p:sp>
      <p:sp>
        <p:nvSpPr>
          <p:cNvPr id="432" name="PlaceHolder 3"/>
          <p:cNvSpPr>
            <a:spLocks noGrp="1"/>
          </p:cNvSpPr>
          <p:nvPr>
            <p:ph type="sldNum" idx="20"/>
          </p:nvPr>
        </p:nvSpPr>
        <p:spPr>
          <a:xfrm>
            <a:off x="4143744" y="9119628"/>
            <a:ext cx="3169536" cy="481194"/>
          </a:xfrm>
          <a:prstGeom prst="rect">
            <a:avLst/>
          </a:prstGeom>
          <a:noFill/>
          <a:ln w="0">
            <a:noFill/>
          </a:ln>
        </p:spPr>
        <p:txBody>
          <a:bodyPr lIns="96661" tIns="48331" rIns="96661" bIns="48331" anchor="b">
            <a:noAutofit/>
          </a:bodyPr>
          <a:lstStyle>
            <a:lvl1pPr indent="0" algn="r">
              <a:lnSpc>
                <a:spcPct val="100000"/>
              </a:lnSpc>
              <a:buNone/>
              <a:defRPr lang="en-US" sz="1300" b="1" strike="noStrike" spc="-1">
                <a:solidFill>
                  <a:srgbClr val="000000"/>
                </a:solidFill>
                <a:latin typeface="Open Sans Semibold"/>
              </a:defRPr>
            </a:lvl1pPr>
          </a:lstStyle>
          <a:p>
            <a:fld id="{B45FE00B-4327-45B3-9CD6-B8EABCE631FB}" type="slidenum">
              <a:rPr lang="en-US"/>
              <a:pPr/>
              <a:t>16</a:t>
            </a:fld>
            <a:endParaRPr lang="en-US" b="0">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 name="PlaceHolder 1"/>
          <p:cNvSpPr>
            <a:spLocks noGrp="1" noRot="1" noChangeAspect="1"/>
          </p:cNvSpPr>
          <p:nvPr>
            <p:ph type="sldImg"/>
          </p:nvPr>
        </p:nvSpPr>
        <p:spPr>
          <a:xfrm>
            <a:off x="777875" y="1200150"/>
            <a:ext cx="5759450" cy="3240088"/>
          </a:xfrm>
          <a:prstGeom prst="rect">
            <a:avLst/>
          </a:prstGeom>
          <a:ln w="0">
            <a:noFill/>
          </a:ln>
        </p:spPr>
      </p:sp>
      <p:sp>
        <p:nvSpPr>
          <p:cNvPr id="440" name="PlaceHolder 2"/>
          <p:cNvSpPr>
            <a:spLocks noGrp="1"/>
          </p:cNvSpPr>
          <p:nvPr>
            <p:ph type="body"/>
          </p:nvPr>
        </p:nvSpPr>
        <p:spPr>
          <a:xfrm>
            <a:off x="731520" y="4620672"/>
            <a:ext cx="5851776" cy="3780000"/>
          </a:xfrm>
          <a:prstGeom prst="rect">
            <a:avLst/>
          </a:prstGeom>
          <a:noFill/>
          <a:ln w="0">
            <a:noFill/>
          </a:ln>
        </p:spPr>
        <p:txBody>
          <a:bodyPr lIns="96661" tIns="48331" rIns="96661" bIns="48331" anchor="t">
            <a:noAutofit/>
          </a:bodyPr>
          <a:lstStyle/>
          <a:p>
            <a:pPr indent="0"/>
            <a:r>
              <a:rPr lang="en-US" sz="2100" spc="-1">
                <a:solidFill>
                  <a:srgbClr val="000000"/>
                </a:solidFill>
                <a:latin typeface="Arial"/>
              </a:rPr>
              <a:t>The pipeline this enables: your FHIR server's $export gives you NDJSON. Your ViewDefinitions give you a version-controlled schema. The CLI turns NDJSON into Parquet with one command. Every analytics tool reads Parquet. FHIR server to BI-ready without leaving .NET and without writing custom ETL.</a:t>
            </a:r>
          </a:p>
        </p:txBody>
      </p:sp>
      <p:sp>
        <p:nvSpPr>
          <p:cNvPr id="441" name="PlaceHolder 3"/>
          <p:cNvSpPr>
            <a:spLocks noGrp="1"/>
          </p:cNvSpPr>
          <p:nvPr>
            <p:ph type="sldNum" idx="23"/>
          </p:nvPr>
        </p:nvSpPr>
        <p:spPr>
          <a:xfrm>
            <a:off x="4143744" y="9119628"/>
            <a:ext cx="3169536" cy="481194"/>
          </a:xfrm>
          <a:prstGeom prst="rect">
            <a:avLst/>
          </a:prstGeom>
          <a:noFill/>
          <a:ln w="0">
            <a:noFill/>
          </a:ln>
        </p:spPr>
        <p:txBody>
          <a:bodyPr lIns="96661" tIns="48331" rIns="96661" bIns="48331" anchor="b">
            <a:noAutofit/>
          </a:bodyPr>
          <a:lstStyle>
            <a:lvl1pPr indent="0" algn="r">
              <a:lnSpc>
                <a:spcPct val="100000"/>
              </a:lnSpc>
              <a:buNone/>
              <a:defRPr lang="en-US" sz="1300" b="1" strike="noStrike" spc="-1">
                <a:solidFill>
                  <a:srgbClr val="000000"/>
                </a:solidFill>
                <a:latin typeface="Open Sans Semibold"/>
              </a:defRPr>
            </a:lvl1pPr>
          </a:lstStyle>
          <a:p>
            <a:fld id="{CBC79760-2D90-48F5-9421-6D3D1D1AB711}" type="slidenum">
              <a:rPr lang="en-US"/>
              <a:pPr/>
              <a:t>17</a:t>
            </a:fld>
            <a:endParaRPr lang="en-US" b="0">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noRot="1" noChangeAspect="1"/>
          </p:cNvSpPr>
          <p:nvPr>
            <p:ph type="sldImg"/>
          </p:nvPr>
        </p:nvSpPr>
        <p:spPr>
          <a:xfrm>
            <a:off x="777875" y="1200150"/>
            <a:ext cx="5759450" cy="3240088"/>
          </a:xfrm>
          <a:prstGeom prst="rect">
            <a:avLst/>
          </a:prstGeom>
          <a:ln w="0">
            <a:noFill/>
          </a:ln>
        </p:spPr>
      </p:sp>
      <p:sp>
        <p:nvSpPr>
          <p:cNvPr id="443" name="PlaceHolder 2"/>
          <p:cNvSpPr>
            <a:spLocks noGrp="1"/>
          </p:cNvSpPr>
          <p:nvPr>
            <p:ph type="body"/>
          </p:nvPr>
        </p:nvSpPr>
        <p:spPr>
          <a:xfrm>
            <a:off x="731520" y="4620672"/>
            <a:ext cx="5851776" cy="3780000"/>
          </a:xfrm>
          <a:prstGeom prst="rect">
            <a:avLst/>
          </a:prstGeom>
          <a:noFill/>
          <a:ln w="0">
            <a:noFill/>
          </a:ln>
        </p:spPr>
        <p:txBody>
          <a:bodyPr lIns="96661" tIns="48331" rIns="96661" bIns="48331" anchor="t">
            <a:noAutofit/>
          </a:bodyPr>
          <a:lstStyle/>
          <a:p>
            <a:pPr indent="0"/>
            <a:r>
              <a:rPr lang="en-US" sz="2100" spc="-1">
                <a:solidFill>
                  <a:srgbClr val="000000"/>
                </a:solidFill>
                <a:latin typeface="Arial"/>
              </a:rPr>
              <a:t>That's it. Three commands. The GitHub repo has the ViewDefinition samples, the docs walk through CLI options, and the NuGet package drops into any .NET 9 project. Thank you.</a:t>
            </a:r>
          </a:p>
        </p:txBody>
      </p:sp>
      <p:sp>
        <p:nvSpPr>
          <p:cNvPr id="444" name="PlaceHolder 3"/>
          <p:cNvSpPr>
            <a:spLocks noGrp="1"/>
          </p:cNvSpPr>
          <p:nvPr>
            <p:ph type="sldNum" idx="24"/>
          </p:nvPr>
        </p:nvSpPr>
        <p:spPr>
          <a:xfrm>
            <a:off x="4143744" y="9119628"/>
            <a:ext cx="3169536" cy="481194"/>
          </a:xfrm>
          <a:prstGeom prst="rect">
            <a:avLst/>
          </a:prstGeom>
          <a:noFill/>
          <a:ln w="0">
            <a:noFill/>
          </a:ln>
        </p:spPr>
        <p:txBody>
          <a:bodyPr lIns="96661" tIns="48331" rIns="96661" bIns="48331" anchor="b">
            <a:noAutofit/>
          </a:bodyPr>
          <a:lstStyle>
            <a:lvl1pPr indent="0" algn="r">
              <a:lnSpc>
                <a:spcPct val="100000"/>
              </a:lnSpc>
              <a:buNone/>
              <a:defRPr lang="en-US" sz="1300" b="1" strike="noStrike" spc="-1">
                <a:solidFill>
                  <a:srgbClr val="000000"/>
                </a:solidFill>
                <a:latin typeface="Open Sans Semibold"/>
              </a:defRPr>
            </a:lvl1pPr>
          </a:lstStyle>
          <a:p>
            <a:fld id="{FA47ECC2-B7B4-4CBE-9B12-E33811027D18}" type="slidenum">
              <a:rPr lang="en-US"/>
              <a:pPr/>
              <a:t>18</a:t>
            </a:fld>
            <a:endParaRPr lang="en-US" b="0">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 name="PlaceHolder 1"/>
          <p:cNvSpPr>
            <a:spLocks noGrp="1" noRot="1" noChangeAspect="1"/>
          </p:cNvSpPr>
          <p:nvPr>
            <p:ph type="sldImg"/>
          </p:nvPr>
        </p:nvSpPr>
        <p:spPr>
          <a:xfrm>
            <a:off x="777875" y="1200150"/>
            <a:ext cx="5759450" cy="3240088"/>
          </a:xfrm>
          <a:prstGeom prst="rect">
            <a:avLst/>
          </a:prstGeom>
          <a:ln w="0">
            <a:noFill/>
          </a:ln>
        </p:spPr>
      </p:sp>
      <p:sp>
        <p:nvSpPr>
          <p:cNvPr id="446" name="PlaceHolder 2"/>
          <p:cNvSpPr>
            <a:spLocks noGrp="1"/>
          </p:cNvSpPr>
          <p:nvPr>
            <p:ph type="body"/>
          </p:nvPr>
        </p:nvSpPr>
        <p:spPr>
          <a:xfrm>
            <a:off x="731520" y="4620672"/>
            <a:ext cx="5851776" cy="3780000"/>
          </a:xfrm>
          <a:prstGeom prst="rect">
            <a:avLst/>
          </a:prstGeom>
          <a:noFill/>
          <a:ln w="0">
            <a:noFill/>
          </a:ln>
        </p:spPr>
        <p:txBody>
          <a:bodyPr lIns="96661" tIns="48331" rIns="96661" bIns="48331" anchor="t">
            <a:noAutofit/>
          </a:bodyPr>
          <a:lstStyle/>
          <a:p>
            <a:pPr indent="0"/>
            <a:r>
              <a:rPr lang="en-US" sz="2100" spc="-1">
                <a:solidFill>
                  <a:srgbClr val="000000"/>
                </a:solidFill>
                <a:latin typeface="Arial"/>
              </a:rPr>
              <a:t>Everything is open source. Reach me on GitHub, the docs site has the full CLI reference and ViewDefinition samples, and both packages are on NuGet.</a:t>
            </a:r>
          </a:p>
        </p:txBody>
      </p:sp>
      <p:sp>
        <p:nvSpPr>
          <p:cNvPr id="447" name="PlaceHolder 3"/>
          <p:cNvSpPr>
            <a:spLocks noGrp="1"/>
          </p:cNvSpPr>
          <p:nvPr>
            <p:ph type="sldNum" idx="25"/>
          </p:nvPr>
        </p:nvSpPr>
        <p:spPr>
          <a:xfrm>
            <a:off x="4143744" y="9119628"/>
            <a:ext cx="3169536" cy="481194"/>
          </a:xfrm>
          <a:prstGeom prst="rect">
            <a:avLst/>
          </a:prstGeom>
          <a:noFill/>
          <a:ln w="0">
            <a:noFill/>
          </a:ln>
        </p:spPr>
        <p:txBody>
          <a:bodyPr lIns="96661" tIns="48331" rIns="96661" bIns="48331" anchor="b">
            <a:noAutofit/>
          </a:bodyPr>
          <a:lstStyle>
            <a:lvl1pPr indent="0" algn="r">
              <a:lnSpc>
                <a:spcPct val="100000"/>
              </a:lnSpc>
              <a:buNone/>
              <a:defRPr lang="en-US" sz="1300" b="1" strike="noStrike" spc="-1">
                <a:solidFill>
                  <a:srgbClr val="000000"/>
                </a:solidFill>
                <a:latin typeface="Open Sans Semibold"/>
              </a:defRPr>
            </a:lvl1pPr>
          </a:lstStyle>
          <a:p>
            <a:fld id="{A652EB83-73CA-4E35-84F3-F9B246B2E207}" type="slidenum">
              <a:rPr lang="en-US"/>
              <a:pPr/>
              <a:t>19</a:t>
            </a:fld>
            <a:endParaRPr lang="en-US" b="0">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3"/>
          </p:nvPr>
        </p:nvSpPr>
        <p:spPr/>
        <p:txBody>
          <a:bodyPr/>
          <a:lstStyle/>
          <a:p>
            <a:fld id="{DDD1FEA0-5DB6-4BB5-B175-9202593B5D61}" type="slidenum">
              <a:rPr lang="en-US" smtClean="0"/>
              <a:pPr/>
              <a:t>20</a:t>
            </a:fld>
            <a:endParaRPr lang="en-US"/>
          </a:p>
        </p:txBody>
      </p:sp>
    </p:spTree>
    <p:extLst>
      <p:ext uri="{BB962C8B-B14F-4D97-AF65-F5344CB8AC3E}">
        <p14:creationId xmlns:p14="http://schemas.microsoft.com/office/powerpoint/2010/main" val="26739079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 name="PlaceHolder 1"/>
          <p:cNvSpPr>
            <a:spLocks noGrp="1" noRot="1" noChangeAspect="1"/>
          </p:cNvSpPr>
          <p:nvPr>
            <p:ph type="sldImg"/>
          </p:nvPr>
        </p:nvSpPr>
        <p:spPr>
          <a:xfrm>
            <a:off x="777875" y="1200150"/>
            <a:ext cx="5759450" cy="3240088"/>
          </a:xfrm>
          <a:prstGeom prst="rect">
            <a:avLst/>
          </a:prstGeom>
          <a:ln w="0">
            <a:noFill/>
          </a:ln>
        </p:spPr>
      </p:sp>
      <p:sp>
        <p:nvSpPr>
          <p:cNvPr id="449" name="PlaceHolder 2"/>
          <p:cNvSpPr>
            <a:spLocks noGrp="1"/>
          </p:cNvSpPr>
          <p:nvPr>
            <p:ph type="body"/>
          </p:nvPr>
        </p:nvSpPr>
        <p:spPr>
          <a:xfrm>
            <a:off x="731520" y="4620672"/>
            <a:ext cx="5851776" cy="3780000"/>
          </a:xfrm>
          <a:prstGeom prst="rect">
            <a:avLst/>
          </a:prstGeom>
          <a:noFill/>
          <a:ln w="0">
            <a:noFill/>
          </a:ln>
        </p:spPr>
        <p:txBody>
          <a:bodyPr lIns="96661" tIns="48331" rIns="96661" bIns="48331" anchor="t">
            <a:noAutofit/>
          </a:bodyPr>
          <a:lstStyle/>
          <a:p>
            <a:pPr indent="0"/>
            <a:r>
              <a:rPr lang="en-US" sz="2100" spc="-1">
                <a:solidFill>
                  <a:srgbClr val="000000"/>
                </a:solidFill>
                <a:latin typeface="Arial"/>
              </a:rPr>
              <a:t>Please leave feedback on the talk and on DevDays — it genuinely helps shape next year. The QR code and link are here. Thank you, and enjoy the rest of DevDays.</a:t>
            </a:r>
          </a:p>
        </p:txBody>
      </p:sp>
      <p:sp>
        <p:nvSpPr>
          <p:cNvPr id="450" name="PlaceHolder 3"/>
          <p:cNvSpPr>
            <a:spLocks noGrp="1"/>
          </p:cNvSpPr>
          <p:nvPr>
            <p:ph type="sldNum" idx="26"/>
          </p:nvPr>
        </p:nvSpPr>
        <p:spPr>
          <a:xfrm>
            <a:off x="4143744" y="9119628"/>
            <a:ext cx="3169536" cy="481194"/>
          </a:xfrm>
          <a:prstGeom prst="rect">
            <a:avLst/>
          </a:prstGeom>
          <a:noFill/>
          <a:ln w="0">
            <a:noFill/>
          </a:ln>
        </p:spPr>
        <p:txBody>
          <a:bodyPr lIns="96661" tIns="48331" rIns="96661" bIns="48331" anchor="b">
            <a:noAutofit/>
          </a:bodyPr>
          <a:lstStyle>
            <a:lvl1pPr indent="0" algn="r">
              <a:lnSpc>
                <a:spcPct val="100000"/>
              </a:lnSpc>
              <a:buNone/>
              <a:defRPr lang="en-US" sz="1300" b="1" strike="noStrike" spc="-1">
                <a:solidFill>
                  <a:srgbClr val="000000"/>
                </a:solidFill>
                <a:latin typeface="Open Sans Semibold"/>
              </a:defRPr>
            </a:lvl1pPr>
          </a:lstStyle>
          <a:p>
            <a:fld id="{CC9A0C3F-A776-4D4D-9CE0-574139303CCC}" type="slidenum">
              <a:rPr lang="en-US"/>
              <a:pPr/>
              <a:t>21</a:t>
            </a:fld>
            <a:endParaRPr lang="en-US" b="0">
              <a:latin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3"/>
          </p:nvPr>
        </p:nvSpPr>
        <p:spPr/>
        <p:txBody>
          <a:bodyPr/>
          <a:lstStyle/>
          <a:p>
            <a:fld id="{DDD1FEA0-5DB6-4BB5-B175-9202593B5D61}" type="slidenum">
              <a:rPr lang="en-US" smtClean="0"/>
              <a:pPr/>
              <a:t>22</a:t>
            </a:fld>
            <a:endParaRPr lang="en-US"/>
          </a:p>
        </p:txBody>
      </p:sp>
    </p:spTree>
    <p:extLst>
      <p:ext uri="{BB962C8B-B14F-4D97-AF65-F5344CB8AC3E}">
        <p14:creationId xmlns:p14="http://schemas.microsoft.com/office/powerpoint/2010/main" val="255328127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Opening Slide">
    <p:spTree>
      <p:nvGrpSpPr>
        <p:cNvPr id="1" name=""/>
        <p:cNvGrpSpPr/>
        <p:nvPr/>
      </p:nvGrpSpPr>
      <p:grpSpPr>
        <a:xfrm>
          <a:off x="0" y="0"/>
          <a:ext cx="0" cy="0"/>
          <a:chOff x="0" y="0"/>
          <a:chExt cx="0" cy="0"/>
        </a:xfrm>
      </p:grpSpPr>
      <p:sp>
        <p:nvSpPr>
          <p:cNvPr id="4" name="TextBox 3"/>
          <p:cNvSpPr txBox="1"/>
          <p:nvPr userDrawn="1"/>
        </p:nvSpPr>
        <p:spPr>
          <a:xfrm>
            <a:off x="-787078" y="2581154"/>
            <a:ext cx="184731" cy="553998"/>
          </a:xfrm>
          <a:prstGeom prst="rect">
            <a:avLst/>
          </a:prstGeom>
        </p:spPr>
        <p:txBody>
          <a:bodyPr wrap="none" rtlCol="0">
            <a:spAutoFit/>
          </a:bodyPr>
          <a:lstStyle/>
          <a:p>
            <a:endParaRPr lang="en-US" sz="3000" b="1" i="0" dirty="0">
              <a:latin typeface="Open Sans Semibold" panose="020B0606030504020204" pitchFamily="34" charset="0"/>
            </a:endParaRPr>
          </a:p>
        </p:txBody>
      </p:sp>
      <p:pic>
        <p:nvPicPr>
          <p:cNvPr id="3" name="Picture 2">
            <a:extLst>
              <a:ext uri="{FF2B5EF4-FFF2-40B4-BE49-F238E27FC236}">
                <a16:creationId xmlns:a16="http://schemas.microsoft.com/office/drawing/2014/main" id="{DB35EDDA-3C0D-1241-AC8F-D017C7E79D30}"/>
              </a:ext>
            </a:extLst>
          </p:cNvPr>
          <p:cNvPicPr>
            <a:picLocks noChangeAspect="1"/>
          </p:cNvPicPr>
          <p:nvPr userDrawn="1"/>
        </p:nvPicPr>
        <p:blipFill>
          <a:blip r:embed="rId2"/>
          <a:srcRect/>
          <a:stretch/>
        </p:blipFill>
        <p:spPr>
          <a:xfrm>
            <a:off x="1" y="2338987"/>
            <a:ext cx="12191999" cy="4190999"/>
          </a:xfrm>
          <a:prstGeom prst="rect">
            <a:avLst/>
          </a:prstGeom>
        </p:spPr>
      </p:pic>
      <p:pic>
        <p:nvPicPr>
          <p:cNvPr id="16" name="Picture 15">
            <a:extLst>
              <a:ext uri="{FF2B5EF4-FFF2-40B4-BE49-F238E27FC236}">
                <a16:creationId xmlns:a16="http://schemas.microsoft.com/office/drawing/2014/main" id="{6AD37FFF-18DE-4F4D-B77B-22BABB2CEC3A}"/>
              </a:ext>
            </a:extLst>
          </p:cNvPr>
          <p:cNvPicPr>
            <a:picLocks noChangeAspect="1"/>
          </p:cNvPicPr>
          <p:nvPr userDrawn="1"/>
        </p:nvPicPr>
        <p:blipFill>
          <a:blip r:embed="rId3"/>
          <a:srcRect/>
          <a:stretch/>
        </p:blipFill>
        <p:spPr>
          <a:xfrm>
            <a:off x="3846315" y="280459"/>
            <a:ext cx="4198193" cy="658957"/>
          </a:xfrm>
          <a:prstGeom prst="rect">
            <a:avLst/>
          </a:prstGeom>
        </p:spPr>
      </p:pic>
      <p:sp>
        <p:nvSpPr>
          <p:cNvPr id="19" name="Rectangle 18">
            <a:extLst>
              <a:ext uri="{FF2B5EF4-FFF2-40B4-BE49-F238E27FC236}">
                <a16:creationId xmlns:a16="http://schemas.microsoft.com/office/drawing/2014/main" id="{4938C624-0D8D-7E41-BEF0-C701F9C77C76}"/>
              </a:ext>
            </a:extLst>
          </p:cNvPr>
          <p:cNvSpPr/>
          <p:nvPr userDrawn="1"/>
        </p:nvSpPr>
        <p:spPr>
          <a:xfrm>
            <a:off x="0" y="5309666"/>
            <a:ext cx="12192000" cy="1573719"/>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0" dirty="0">
              <a:latin typeface="Open Sans Semibold" panose="020B0606030504020204" pitchFamily="34" charset="0"/>
            </a:endParaRPr>
          </a:p>
        </p:txBody>
      </p:sp>
      <p:sp>
        <p:nvSpPr>
          <p:cNvPr id="5" name="Text Placeholder 11">
            <a:extLst>
              <a:ext uri="{FF2B5EF4-FFF2-40B4-BE49-F238E27FC236}">
                <a16:creationId xmlns:a16="http://schemas.microsoft.com/office/drawing/2014/main" id="{C2AE1739-E845-8A25-C071-BFCF66D89432}"/>
              </a:ext>
            </a:extLst>
          </p:cNvPr>
          <p:cNvSpPr txBox="1">
            <a:spLocks/>
          </p:cNvSpPr>
          <p:nvPr userDrawn="1"/>
        </p:nvSpPr>
        <p:spPr>
          <a:xfrm>
            <a:off x="1253486" y="2867666"/>
            <a:ext cx="10515600" cy="784225"/>
          </a:xfrm>
          <a:prstGeom prst="rect">
            <a:avLst/>
          </a:prstGeom>
        </p:spPr>
        <p:txBody>
          <a:bodyPr anchor="ctr" anchorCtr="0"/>
          <a:lstStyle>
            <a:lvl1pPr marL="0" indent="0" algn="ctr" defTabSz="914400" rtl="0" eaLnBrk="1" latinLnBrk="0" hangingPunct="1">
              <a:lnSpc>
                <a:spcPct val="90000"/>
              </a:lnSpc>
              <a:spcBef>
                <a:spcPts val="1000"/>
              </a:spcBef>
              <a:buFont typeface="Arial"/>
              <a:buNone/>
              <a:defRPr sz="3800" kern="1200">
                <a:solidFill>
                  <a:schemeClr val="tx1">
                    <a:lumMod val="65000"/>
                    <a:lumOff val="35000"/>
                  </a:schemeClr>
                </a:solidFill>
                <a:latin typeface="Calibri" charset="0"/>
                <a:ea typeface="Calibri" charset="0"/>
                <a:cs typeface="Calibri"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l"/>
            <a:r>
              <a:rPr lang="en-GB" b="1" i="0" dirty="0">
                <a:solidFill>
                  <a:srgbClr val="FFD82D"/>
                </a:solidFill>
                <a:effectLst/>
                <a:latin typeface="Roboto" panose="02000000000000000000" pitchFamily="2" charset="0"/>
              </a:rPr>
              <a:t>HL7 FHIR </a:t>
            </a:r>
            <a:r>
              <a:rPr lang="en-GB" b="1" i="0" dirty="0" err="1">
                <a:solidFill>
                  <a:srgbClr val="FFD82D"/>
                </a:solidFill>
                <a:effectLst/>
                <a:latin typeface="Roboto" panose="02000000000000000000" pitchFamily="2" charset="0"/>
              </a:rPr>
              <a:t>DevDays</a:t>
            </a:r>
            <a:br>
              <a:rPr lang="en-GB" b="1" i="0" dirty="0">
                <a:solidFill>
                  <a:srgbClr val="FFD82D"/>
                </a:solidFill>
                <a:effectLst/>
                <a:latin typeface="Roboto" panose="02000000000000000000" pitchFamily="2" charset="0"/>
              </a:rPr>
            </a:br>
            <a:endParaRPr lang="en-GB" b="1" i="0" dirty="0">
              <a:solidFill>
                <a:srgbClr val="FFD82D"/>
              </a:solidFill>
              <a:effectLst/>
              <a:latin typeface="Roboto" panose="02000000000000000000" pitchFamily="2" charset="0"/>
            </a:endParaRPr>
          </a:p>
        </p:txBody>
      </p:sp>
      <p:sp>
        <p:nvSpPr>
          <p:cNvPr id="6" name="Text Placeholder 11">
            <a:extLst>
              <a:ext uri="{FF2B5EF4-FFF2-40B4-BE49-F238E27FC236}">
                <a16:creationId xmlns:a16="http://schemas.microsoft.com/office/drawing/2014/main" id="{29CB3B69-12B6-1B0A-646D-2C474C59C4A1}"/>
              </a:ext>
            </a:extLst>
          </p:cNvPr>
          <p:cNvSpPr txBox="1">
            <a:spLocks/>
          </p:cNvSpPr>
          <p:nvPr userDrawn="1"/>
        </p:nvSpPr>
        <p:spPr>
          <a:xfrm>
            <a:off x="1253486" y="3324866"/>
            <a:ext cx="10515600" cy="784225"/>
          </a:xfrm>
          <a:prstGeom prst="rect">
            <a:avLst/>
          </a:prstGeom>
        </p:spPr>
        <p:txBody>
          <a:bodyPr anchor="ctr" anchorCtr="0"/>
          <a:lstStyle>
            <a:lvl1pPr marL="0" indent="0" algn="ctr" defTabSz="914400" rtl="0" eaLnBrk="1" latinLnBrk="0" hangingPunct="1">
              <a:lnSpc>
                <a:spcPct val="90000"/>
              </a:lnSpc>
              <a:spcBef>
                <a:spcPts val="1000"/>
              </a:spcBef>
              <a:buFont typeface="Arial"/>
              <a:buNone/>
              <a:defRPr sz="3800" kern="1200">
                <a:solidFill>
                  <a:schemeClr val="tx1">
                    <a:lumMod val="65000"/>
                    <a:lumOff val="35000"/>
                  </a:schemeClr>
                </a:solidFill>
                <a:latin typeface="Calibri" charset="0"/>
                <a:ea typeface="Calibri" charset="0"/>
                <a:cs typeface="Calibri"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l"/>
            <a:r>
              <a:rPr lang="en-GB" sz="2400" b="1" i="0" baseline="0" dirty="0">
                <a:solidFill>
                  <a:srgbClr val="FFD82D"/>
                </a:solidFill>
                <a:effectLst/>
                <a:latin typeface="Roboto" panose="02000000000000000000" pitchFamily="2" charset="0"/>
              </a:rPr>
              <a:t>The largest FHIR-only</a:t>
            </a:r>
            <a:br>
              <a:rPr lang="en-GB" sz="2400" b="1" i="0" baseline="0" dirty="0">
                <a:solidFill>
                  <a:srgbClr val="FFD82D"/>
                </a:solidFill>
                <a:effectLst/>
                <a:latin typeface="Roboto" panose="02000000000000000000" pitchFamily="2" charset="0"/>
              </a:rPr>
            </a:br>
            <a:r>
              <a:rPr lang="en-GB" sz="2400" b="1" i="0" baseline="0" dirty="0">
                <a:solidFill>
                  <a:srgbClr val="FFD82D"/>
                </a:solidFill>
                <a:effectLst/>
                <a:latin typeface="Roboto" panose="02000000000000000000" pitchFamily="2" charset="0"/>
              </a:rPr>
              <a:t>event in the world</a:t>
            </a:r>
          </a:p>
        </p:txBody>
      </p:sp>
      <p:sp>
        <p:nvSpPr>
          <p:cNvPr id="8" name="Text Placeholder 11">
            <a:extLst>
              <a:ext uri="{FF2B5EF4-FFF2-40B4-BE49-F238E27FC236}">
                <a16:creationId xmlns:a16="http://schemas.microsoft.com/office/drawing/2014/main" id="{7C5BFA46-7080-1DEA-3859-6133A3941FDC}"/>
              </a:ext>
            </a:extLst>
          </p:cNvPr>
          <p:cNvSpPr txBox="1">
            <a:spLocks/>
          </p:cNvSpPr>
          <p:nvPr userDrawn="1"/>
        </p:nvSpPr>
        <p:spPr>
          <a:xfrm>
            <a:off x="1253486" y="4317266"/>
            <a:ext cx="10515600" cy="784225"/>
          </a:xfrm>
          <a:prstGeom prst="rect">
            <a:avLst/>
          </a:prstGeom>
        </p:spPr>
        <p:txBody>
          <a:bodyPr anchor="ctr" anchorCtr="0"/>
          <a:lstStyle>
            <a:lvl1pPr marL="0" indent="0" algn="ctr" defTabSz="914400" rtl="0" eaLnBrk="1" latinLnBrk="0" hangingPunct="1">
              <a:lnSpc>
                <a:spcPct val="90000"/>
              </a:lnSpc>
              <a:spcBef>
                <a:spcPts val="1000"/>
              </a:spcBef>
              <a:buFont typeface="Arial"/>
              <a:buNone/>
              <a:defRPr sz="3800" kern="1200">
                <a:solidFill>
                  <a:schemeClr val="tx1">
                    <a:lumMod val="65000"/>
                    <a:lumOff val="35000"/>
                  </a:schemeClr>
                </a:solidFill>
                <a:latin typeface="Calibri" charset="0"/>
                <a:ea typeface="Calibri" charset="0"/>
                <a:cs typeface="Calibri"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l"/>
            <a:r>
              <a:rPr lang="en-GB" sz="1600" b="1" i="0" baseline="0" dirty="0">
                <a:solidFill>
                  <a:schemeClr val="bg1"/>
                </a:solidFill>
                <a:effectLst/>
                <a:latin typeface="Roboto" panose="02000000000000000000" pitchFamily="2" charset="0"/>
              </a:rPr>
              <a:t>Minneapolis, MN</a:t>
            </a:r>
          </a:p>
          <a:p>
            <a:pPr algn="l"/>
            <a:r>
              <a:rPr lang="en-GB" sz="1600" b="1" i="0" baseline="0" dirty="0" err="1">
                <a:solidFill>
                  <a:schemeClr val="bg1"/>
                </a:solidFill>
                <a:effectLst/>
                <a:latin typeface="Roboto" panose="02000000000000000000" pitchFamily="2" charset="0"/>
              </a:rPr>
              <a:t>www.devdays.com</a:t>
            </a:r>
            <a:endParaRPr lang="en-GB" sz="1600" b="1" i="0" baseline="0" dirty="0">
              <a:solidFill>
                <a:schemeClr val="bg1"/>
              </a:solidFill>
              <a:effectLst/>
              <a:latin typeface="Roboto" panose="02000000000000000000" pitchFamily="2" charset="0"/>
            </a:endParaRPr>
          </a:p>
          <a:p>
            <a:pPr algn="l"/>
            <a:endParaRPr lang="en-GB" sz="1600" b="1" i="0" baseline="0" dirty="0">
              <a:solidFill>
                <a:schemeClr val="bg1"/>
              </a:solidFill>
              <a:effectLst/>
              <a:latin typeface="Roboto" panose="02000000000000000000" pitchFamily="2" charset="0"/>
            </a:endParaRPr>
          </a:p>
        </p:txBody>
      </p:sp>
      <p:sp>
        <p:nvSpPr>
          <p:cNvPr id="7" name="Rectangle 6">
            <a:extLst>
              <a:ext uri="{FF2B5EF4-FFF2-40B4-BE49-F238E27FC236}">
                <a16:creationId xmlns:a16="http://schemas.microsoft.com/office/drawing/2014/main" id="{3B13B5BC-5A3A-5E7B-D634-363F86ED6400}"/>
              </a:ext>
            </a:extLst>
          </p:cNvPr>
          <p:cNvSpPr/>
          <p:nvPr userDrawn="1"/>
        </p:nvSpPr>
        <p:spPr>
          <a:xfrm>
            <a:off x="0" y="1189104"/>
            <a:ext cx="12192000" cy="1245362"/>
          </a:xfrm>
          <a:prstGeom prst="rect">
            <a:avLst/>
          </a:prstGeom>
          <a:solidFill>
            <a:srgbClr val="FCE3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 Placeholder 11">
            <a:extLst>
              <a:ext uri="{FF2B5EF4-FFF2-40B4-BE49-F238E27FC236}">
                <a16:creationId xmlns:a16="http://schemas.microsoft.com/office/drawing/2014/main" id="{F419FCED-BCF4-C294-3CAC-6C7CD9BF8B6B}"/>
              </a:ext>
            </a:extLst>
          </p:cNvPr>
          <p:cNvSpPr>
            <a:spLocks noGrp="1"/>
          </p:cNvSpPr>
          <p:nvPr>
            <p:ph type="body" sz="quarter" idx="10" hasCustomPrompt="1"/>
          </p:nvPr>
        </p:nvSpPr>
        <p:spPr>
          <a:xfrm>
            <a:off x="838200" y="1213327"/>
            <a:ext cx="10515600" cy="942158"/>
          </a:xfrm>
          <a:prstGeom prst="rect">
            <a:avLst/>
          </a:prstGeom>
        </p:spPr>
        <p:txBody>
          <a:bodyPr anchor="ctr" anchorCtr="0"/>
          <a:lstStyle>
            <a:lvl1pPr marL="0" indent="0" algn="ctr">
              <a:lnSpc>
                <a:spcPct val="100000"/>
              </a:lnSpc>
              <a:buNone/>
              <a:defRPr sz="2800" baseline="0">
                <a:ln>
                  <a:noFill/>
                </a:ln>
                <a:solidFill>
                  <a:schemeClr val="tx1">
                    <a:lumMod val="65000"/>
                    <a:lumOff val="35000"/>
                  </a:schemeClr>
                </a:solidFill>
                <a:latin typeface="Calibri" charset="0"/>
                <a:ea typeface="Calibri" charset="0"/>
                <a:cs typeface="Calibri" charset="0"/>
              </a:defRPr>
            </a:lvl1pPr>
          </a:lstStyle>
          <a:p>
            <a:pPr lvl="0"/>
            <a:r>
              <a:rPr lang="en-US" dirty="0"/>
              <a:t>Title of presentation</a:t>
            </a:r>
          </a:p>
        </p:txBody>
      </p:sp>
      <p:sp>
        <p:nvSpPr>
          <p:cNvPr id="11" name="Rectangle 10">
            <a:extLst>
              <a:ext uri="{FF2B5EF4-FFF2-40B4-BE49-F238E27FC236}">
                <a16:creationId xmlns:a16="http://schemas.microsoft.com/office/drawing/2014/main" id="{6A626BFC-6193-4960-BEFB-D9E780D5811F}"/>
              </a:ext>
            </a:extLst>
          </p:cNvPr>
          <p:cNvSpPr/>
          <p:nvPr userDrawn="1"/>
        </p:nvSpPr>
        <p:spPr>
          <a:xfrm>
            <a:off x="0" y="1957609"/>
            <a:ext cx="12192000" cy="524296"/>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itle 1">
            <a:extLst>
              <a:ext uri="{FF2B5EF4-FFF2-40B4-BE49-F238E27FC236}">
                <a16:creationId xmlns:a16="http://schemas.microsoft.com/office/drawing/2014/main" id="{9B0831A5-20BF-2D6A-9E54-D1EA71399154}"/>
              </a:ext>
            </a:extLst>
          </p:cNvPr>
          <p:cNvSpPr>
            <a:spLocks noGrp="1"/>
          </p:cNvSpPr>
          <p:nvPr>
            <p:ph type="title" hasCustomPrompt="1"/>
          </p:nvPr>
        </p:nvSpPr>
        <p:spPr>
          <a:xfrm>
            <a:off x="838200" y="1958943"/>
            <a:ext cx="10515600" cy="441529"/>
          </a:xfrm>
          <a:prstGeom prst="rect">
            <a:avLst/>
          </a:prstGeom>
        </p:spPr>
        <p:txBody>
          <a:bodyPr tIns="54000" anchor="ctr" anchorCtr="0"/>
          <a:lstStyle>
            <a:lvl1pPr>
              <a:defRPr sz="2200">
                <a:solidFill>
                  <a:schemeClr val="bg1"/>
                </a:solidFill>
                <a:latin typeface="Calibri" charset="0"/>
                <a:ea typeface="Calibri" charset="0"/>
                <a:cs typeface="Calibri" charset="0"/>
              </a:defRPr>
            </a:lvl1pPr>
          </a:lstStyle>
          <a:p>
            <a:r>
              <a:rPr lang="en-US" dirty="0"/>
              <a:t>Speaker Name and Company </a:t>
            </a:r>
          </a:p>
        </p:txBody>
      </p:sp>
      <p:sp>
        <p:nvSpPr>
          <p:cNvPr id="15" name="Rectangle 14">
            <a:extLst>
              <a:ext uri="{FF2B5EF4-FFF2-40B4-BE49-F238E27FC236}">
                <a16:creationId xmlns:a16="http://schemas.microsoft.com/office/drawing/2014/main" id="{1D6F7A54-E6A3-4D0E-841C-58885BF71A68}"/>
              </a:ext>
            </a:extLst>
          </p:cNvPr>
          <p:cNvSpPr/>
          <p:nvPr userDrawn="1"/>
        </p:nvSpPr>
        <p:spPr>
          <a:xfrm>
            <a:off x="0" y="1182730"/>
            <a:ext cx="12192000" cy="125999"/>
          </a:xfrm>
          <a:prstGeom prst="rect">
            <a:avLst/>
          </a:prstGeom>
          <a:solidFill>
            <a:srgbClr val="B6B6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797682B1-9E20-27B0-3334-3126914A2BC5}"/>
              </a:ext>
            </a:extLst>
          </p:cNvPr>
          <p:cNvPicPr>
            <a:picLocks noChangeAspect="1"/>
          </p:cNvPicPr>
          <p:nvPr userDrawn="1"/>
        </p:nvPicPr>
        <p:blipFill>
          <a:blip r:embed="rId4"/>
          <a:srcRect/>
          <a:stretch/>
        </p:blipFill>
        <p:spPr>
          <a:xfrm>
            <a:off x="10526104" y="66501"/>
            <a:ext cx="1523597" cy="524517"/>
          </a:xfrm>
          <a:prstGeom prst="rect">
            <a:avLst/>
          </a:prstGeom>
        </p:spPr>
      </p:pic>
      <p:sp>
        <p:nvSpPr>
          <p:cNvPr id="18" name="TextBox 17">
            <a:extLst>
              <a:ext uri="{FF2B5EF4-FFF2-40B4-BE49-F238E27FC236}">
                <a16:creationId xmlns:a16="http://schemas.microsoft.com/office/drawing/2014/main" id="{6329A9AC-BDE6-650D-878E-FF451464206F}"/>
              </a:ext>
            </a:extLst>
          </p:cNvPr>
          <p:cNvSpPr txBox="1"/>
          <p:nvPr userDrawn="1"/>
        </p:nvSpPr>
        <p:spPr>
          <a:xfrm>
            <a:off x="0" y="6581436"/>
            <a:ext cx="12191999" cy="246221"/>
          </a:xfrm>
          <a:prstGeom prst="rect">
            <a:avLst/>
          </a:prstGeom>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b="0" i="0" kern="1200" dirty="0">
                <a:solidFill>
                  <a:schemeClr val="bg2">
                    <a:lumMod val="50000"/>
                  </a:schemeClr>
                </a:solidFill>
                <a:effectLst/>
                <a:latin typeface="Calibri" charset="0"/>
                <a:ea typeface="Calibri" charset="0"/>
                <a:cs typeface="Calibri" charset="0"/>
              </a:rPr>
              <a:t>HL7®, FHIR® and the flame Design mark are the registered trademarks of Health Level Seven International and are used with permission.</a:t>
            </a:r>
            <a:endParaRPr lang="en-US" sz="1000" b="0" i="0" dirty="0">
              <a:solidFill>
                <a:schemeClr val="bg2">
                  <a:lumMod val="50000"/>
                </a:schemeClr>
              </a:solidFill>
              <a:latin typeface="Calibri" charset="0"/>
              <a:ea typeface="Calibri" charset="0"/>
              <a:cs typeface="Calibri" charset="0"/>
            </a:endParaRPr>
          </a:p>
        </p:txBody>
      </p:sp>
      <p:pic>
        <p:nvPicPr>
          <p:cNvPr id="20" name="Picture 19">
            <a:extLst>
              <a:ext uri="{FF2B5EF4-FFF2-40B4-BE49-F238E27FC236}">
                <a16:creationId xmlns:a16="http://schemas.microsoft.com/office/drawing/2014/main" id="{4F0B8E78-F0FA-1A3A-7572-7E734F037810}"/>
              </a:ext>
            </a:extLst>
          </p:cNvPr>
          <p:cNvPicPr>
            <a:picLocks noChangeAspect="1"/>
          </p:cNvPicPr>
          <p:nvPr userDrawn="1"/>
        </p:nvPicPr>
        <p:blipFill>
          <a:blip r:embed="rId5"/>
          <a:srcRect/>
          <a:stretch/>
        </p:blipFill>
        <p:spPr>
          <a:xfrm>
            <a:off x="4592706" y="5822612"/>
            <a:ext cx="3175825" cy="711384"/>
          </a:xfrm>
          <a:prstGeom prst="rect">
            <a:avLst/>
          </a:prstGeom>
        </p:spPr>
      </p:pic>
      <p:sp>
        <p:nvSpPr>
          <p:cNvPr id="21" name="Tekstvak 1">
            <a:extLst>
              <a:ext uri="{FF2B5EF4-FFF2-40B4-BE49-F238E27FC236}">
                <a16:creationId xmlns:a16="http://schemas.microsoft.com/office/drawing/2014/main" id="{AFDAE317-0BEB-F21D-A488-DBC5AA7E361D}"/>
              </a:ext>
            </a:extLst>
          </p:cNvPr>
          <p:cNvSpPr txBox="1"/>
          <p:nvPr userDrawn="1"/>
        </p:nvSpPr>
        <p:spPr>
          <a:xfrm>
            <a:off x="1399062" y="5401066"/>
            <a:ext cx="9817578" cy="276999"/>
          </a:xfrm>
          <a:prstGeom prst="rect">
            <a:avLst/>
          </a:prstGeom>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nl-NL" sz="1200" b="0" dirty="0">
                <a:solidFill>
                  <a:schemeClr val="tx1">
                    <a:lumMod val="65000"/>
                    <a:lumOff val="35000"/>
                  </a:schemeClr>
                </a:solidFill>
              </a:rPr>
              <a:t>HL7 FHIR </a:t>
            </a:r>
            <a:r>
              <a:rPr lang="nl-NL" sz="1200" b="0" dirty="0" err="1">
                <a:solidFill>
                  <a:schemeClr val="tx1">
                    <a:lumMod val="65000"/>
                    <a:lumOff val="35000"/>
                  </a:schemeClr>
                </a:solidFill>
              </a:rPr>
              <a:t>DevDays</a:t>
            </a:r>
            <a:r>
              <a:rPr lang="nl-NL" sz="1200" b="0" dirty="0">
                <a:solidFill>
                  <a:schemeClr val="tx1">
                    <a:lumMod val="65000"/>
                    <a:lumOff val="35000"/>
                  </a:schemeClr>
                </a:solidFill>
              </a:rPr>
              <a:t> 2026  |  Minneapolis, MN </a:t>
            </a:r>
            <a:r>
              <a:rPr lang="nl-NL" sz="1200" b="0" baseline="0" dirty="0">
                <a:solidFill>
                  <a:schemeClr val="tx1">
                    <a:lumMod val="65000"/>
                    <a:lumOff val="35000"/>
                  </a:schemeClr>
                </a:solidFill>
              </a:rPr>
              <a:t>|  </a:t>
            </a:r>
            <a:r>
              <a:rPr lang="nl-NL" sz="1200" b="0" baseline="0" dirty="0" err="1">
                <a:solidFill>
                  <a:schemeClr val="tx1">
                    <a:lumMod val="65000"/>
                    <a:lumOff val="35000"/>
                  </a:schemeClr>
                </a:solidFill>
              </a:rPr>
              <a:t>June</a:t>
            </a:r>
            <a:r>
              <a:rPr lang="nl-NL" sz="1200" b="0" baseline="0" dirty="0">
                <a:solidFill>
                  <a:schemeClr val="tx1">
                    <a:lumMod val="65000"/>
                    <a:lumOff val="35000"/>
                  </a:schemeClr>
                </a:solidFill>
              </a:rPr>
              <a:t> 15-18, 2026  |  @</a:t>
            </a:r>
            <a:r>
              <a:rPr lang="nl-NL" sz="1200" b="0" dirty="0">
                <a:solidFill>
                  <a:schemeClr val="tx1">
                    <a:lumMod val="65000"/>
                    <a:lumOff val="35000"/>
                  </a:schemeClr>
                </a:solidFill>
              </a:rPr>
              <a:t>HL7</a:t>
            </a:r>
            <a:r>
              <a:rPr lang="nl-NL" sz="1200" b="0" baseline="0" dirty="0">
                <a:solidFill>
                  <a:schemeClr val="tx1">
                    <a:lumMod val="65000"/>
                    <a:lumOff val="35000"/>
                  </a:schemeClr>
                </a:solidFill>
              </a:rPr>
              <a:t>  |  </a:t>
            </a:r>
            <a:r>
              <a:rPr lang="nl-NL" sz="1200" dirty="0">
                <a:solidFill>
                  <a:schemeClr val="tx1">
                    <a:lumMod val="65000"/>
                    <a:lumOff val="35000"/>
                  </a:schemeClr>
                </a:solidFill>
              </a:rPr>
              <a:t>@</a:t>
            </a:r>
            <a:r>
              <a:rPr lang="nl-NL" sz="1200" dirty="0" err="1">
                <a:solidFill>
                  <a:schemeClr val="tx1">
                    <a:lumMod val="65000"/>
                    <a:lumOff val="35000"/>
                  </a:schemeClr>
                </a:solidFill>
              </a:rPr>
              <a:t>FirelyTeam</a:t>
            </a:r>
            <a:r>
              <a:rPr lang="nl-NL" sz="1200" b="0" baseline="0" dirty="0">
                <a:solidFill>
                  <a:schemeClr val="tx1">
                    <a:lumMod val="65000"/>
                    <a:lumOff val="35000"/>
                  </a:schemeClr>
                </a:solidFill>
              </a:rPr>
              <a:t>  |  </a:t>
            </a:r>
            <a:r>
              <a:rPr lang="nl-NL" sz="1200" dirty="0">
                <a:solidFill>
                  <a:schemeClr val="tx1">
                    <a:lumMod val="65000"/>
                    <a:lumOff val="35000"/>
                  </a:schemeClr>
                </a:solidFill>
              </a:rPr>
              <a:t>#</a:t>
            </a:r>
            <a:r>
              <a:rPr lang="nl-NL" sz="1200" dirty="0" err="1">
                <a:solidFill>
                  <a:schemeClr val="tx1">
                    <a:lumMod val="65000"/>
                    <a:lumOff val="35000"/>
                  </a:schemeClr>
                </a:solidFill>
              </a:rPr>
              <a:t>fhirdevdays</a:t>
            </a:r>
            <a:r>
              <a:rPr lang="nl-NL" sz="1200" dirty="0">
                <a:solidFill>
                  <a:schemeClr val="tx1">
                    <a:lumMod val="65000"/>
                    <a:lumOff val="35000"/>
                  </a:schemeClr>
                </a:solidFill>
              </a:rPr>
              <a:t>  |  </a:t>
            </a:r>
            <a:r>
              <a:rPr lang="nl-NL" sz="1200" b="0" dirty="0" err="1">
                <a:solidFill>
                  <a:schemeClr val="tx1">
                    <a:lumMod val="65000"/>
                    <a:lumOff val="35000"/>
                  </a:schemeClr>
                </a:solidFill>
              </a:rPr>
              <a:t>www.devdays.com</a:t>
            </a:r>
            <a:r>
              <a:rPr lang="nl-NL" sz="1200" b="0" baseline="0" dirty="0">
                <a:solidFill>
                  <a:schemeClr val="tx1">
                    <a:lumMod val="65000"/>
                    <a:lumOff val="35000"/>
                  </a:schemeClr>
                </a:solidFill>
              </a:rPr>
              <a:t> </a:t>
            </a:r>
            <a:endParaRPr lang="nl-NL" sz="1200" dirty="0">
              <a:solidFill>
                <a:schemeClr val="tx1">
                  <a:lumMod val="65000"/>
                  <a:lumOff val="35000"/>
                </a:schemeClr>
              </a:solidFill>
            </a:endParaRPr>
          </a:p>
        </p:txBody>
      </p:sp>
      <p:pic>
        <p:nvPicPr>
          <p:cNvPr id="13" name="Picture 12">
            <a:extLst>
              <a:ext uri="{FF2B5EF4-FFF2-40B4-BE49-F238E27FC236}">
                <a16:creationId xmlns:a16="http://schemas.microsoft.com/office/drawing/2014/main" id="{4C2F4CE1-E321-1F28-7B27-B44F0E5EE1AF}"/>
              </a:ext>
            </a:extLst>
          </p:cNvPr>
          <p:cNvPicPr>
            <a:picLocks noChangeAspect="1"/>
          </p:cNvPicPr>
          <p:nvPr userDrawn="1"/>
        </p:nvPicPr>
        <p:blipFill>
          <a:blip r:embed="rId6"/>
          <a:srcRect/>
          <a:stretch/>
        </p:blipFill>
        <p:spPr>
          <a:xfrm>
            <a:off x="5932923" y="2670499"/>
            <a:ext cx="4294442" cy="2638014"/>
          </a:xfrm>
          <a:prstGeom prst="rect">
            <a:avLst/>
          </a:prstGeom>
        </p:spPr>
      </p:pic>
    </p:spTree>
    <p:extLst>
      <p:ext uri="{BB962C8B-B14F-4D97-AF65-F5344CB8AC3E}">
        <p14:creationId xmlns:p14="http://schemas.microsoft.com/office/powerpoint/2010/main" val="315471236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pening Speaker">
    <p:spTree>
      <p:nvGrpSpPr>
        <p:cNvPr id="1" name=""/>
        <p:cNvGrpSpPr/>
        <p:nvPr/>
      </p:nvGrpSpPr>
      <p:grpSpPr>
        <a:xfrm>
          <a:off x="0" y="0"/>
          <a:ext cx="0" cy="0"/>
          <a:chOff x="0" y="0"/>
          <a:chExt cx="0" cy="0"/>
        </a:xfrm>
      </p:grpSpPr>
      <p:sp>
        <p:nvSpPr>
          <p:cNvPr id="4" name="TextBox 3"/>
          <p:cNvSpPr txBox="1"/>
          <p:nvPr userDrawn="1"/>
        </p:nvSpPr>
        <p:spPr>
          <a:xfrm>
            <a:off x="-787078" y="2581154"/>
            <a:ext cx="184731" cy="553998"/>
          </a:xfrm>
          <a:prstGeom prst="rect">
            <a:avLst/>
          </a:prstGeom>
        </p:spPr>
        <p:txBody>
          <a:bodyPr wrap="none" rtlCol="0">
            <a:spAutoFit/>
          </a:bodyPr>
          <a:lstStyle/>
          <a:p>
            <a:endParaRPr lang="en-US" sz="3000" b="1" i="0" dirty="0">
              <a:latin typeface="Open Sans Semibold" panose="020B0606030504020204" pitchFamily="34" charset="0"/>
            </a:endParaRPr>
          </a:p>
        </p:txBody>
      </p:sp>
      <p:sp>
        <p:nvSpPr>
          <p:cNvPr id="28" name="TextBox 27">
            <a:extLst>
              <a:ext uri="{FF2B5EF4-FFF2-40B4-BE49-F238E27FC236}">
                <a16:creationId xmlns:a16="http://schemas.microsoft.com/office/drawing/2014/main" id="{FDBFF715-DBF2-E645-B559-0085F351CB07}"/>
              </a:ext>
            </a:extLst>
          </p:cNvPr>
          <p:cNvSpPr txBox="1"/>
          <p:nvPr userDrawn="1"/>
        </p:nvSpPr>
        <p:spPr>
          <a:xfrm>
            <a:off x="-787078" y="2581154"/>
            <a:ext cx="184731" cy="553998"/>
          </a:xfrm>
          <a:prstGeom prst="rect">
            <a:avLst/>
          </a:prstGeom>
        </p:spPr>
        <p:txBody>
          <a:bodyPr wrap="none" rtlCol="0">
            <a:spAutoFit/>
          </a:bodyPr>
          <a:lstStyle/>
          <a:p>
            <a:endParaRPr lang="en-US" sz="3000" b="1" i="0" dirty="0">
              <a:latin typeface="Open Sans Semibold" panose="020B0606030504020204" pitchFamily="34" charset="0"/>
            </a:endParaRPr>
          </a:p>
        </p:txBody>
      </p:sp>
      <p:sp>
        <p:nvSpPr>
          <p:cNvPr id="42" name="Text Placeholder 11">
            <a:extLst>
              <a:ext uri="{FF2B5EF4-FFF2-40B4-BE49-F238E27FC236}">
                <a16:creationId xmlns:a16="http://schemas.microsoft.com/office/drawing/2014/main" id="{754B8974-C8AF-6B44-8952-DFDAB3AF4E05}"/>
              </a:ext>
            </a:extLst>
          </p:cNvPr>
          <p:cNvSpPr txBox="1">
            <a:spLocks/>
          </p:cNvSpPr>
          <p:nvPr userDrawn="1"/>
        </p:nvSpPr>
        <p:spPr>
          <a:xfrm>
            <a:off x="9140951" y="4802521"/>
            <a:ext cx="3323192" cy="638422"/>
          </a:xfrm>
          <a:prstGeom prst="rect">
            <a:avLst/>
          </a:prstGeom>
        </p:spPr>
        <p:txBody>
          <a:bodyPr anchor="ctr" anchorCtr="0"/>
          <a:lstStyle>
            <a:lvl1pPr marL="0" indent="0" algn="ctr" defTabSz="914400" rtl="0" eaLnBrk="1" latinLnBrk="0" hangingPunct="1">
              <a:lnSpc>
                <a:spcPct val="90000"/>
              </a:lnSpc>
              <a:spcBef>
                <a:spcPts val="1000"/>
              </a:spcBef>
              <a:buFont typeface="Arial"/>
              <a:buNone/>
              <a:defRPr sz="3000" kern="1200" baseline="0">
                <a:solidFill>
                  <a:schemeClr val="bg1"/>
                </a:solidFill>
                <a:latin typeface="Calibri" charset="0"/>
                <a:ea typeface="Calibri" charset="0"/>
                <a:cs typeface="Calibri"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b="1" i="0" dirty="0">
                <a:latin typeface="Open Sans Semibold" panose="020B0606030504020204" pitchFamily="34" charset="0"/>
                <a:ea typeface="Open Sans Semibold" panose="020B0606030504020204" pitchFamily="34" charset="0"/>
                <a:cs typeface="Open Sans Semibold" panose="020B0606030504020204" pitchFamily="34" charset="0"/>
              </a:rPr>
              <a:t>Virtual Edition</a:t>
            </a:r>
          </a:p>
        </p:txBody>
      </p:sp>
      <p:sp>
        <p:nvSpPr>
          <p:cNvPr id="2" name="Rectangle 1">
            <a:extLst>
              <a:ext uri="{FF2B5EF4-FFF2-40B4-BE49-F238E27FC236}">
                <a16:creationId xmlns:a16="http://schemas.microsoft.com/office/drawing/2014/main" id="{9EFBB214-C2A2-7641-AE6E-2E5B971EA3CE}"/>
              </a:ext>
            </a:extLst>
          </p:cNvPr>
          <p:cNvSpPr/>
          <p:nvPr userDrawn="1"/>
        </p:nvSpPr>
        <p:spPr>
          <a:xfrm>
            <a:off x="0" y="591018"/>
            <a:ext cx="12192000" cy="6266982"/>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2F21769-7EBA-03AE-D43C-3F05485EE5D7}"/>
              </a:ext>
            </a:extLst>
          </p:cNvPr>
          <p:cNvSpPr/>
          <p:nvPr userDrawn="1"/>
        </p:nvSpPr>
        <p:spPr>
          <a:xfrm>
            <a:off x="0" y="6490276"/>
            <a:ext cx="12192000" cy="216000"/>
          </a:xfrm>
          <a:prstGeom prst="rect">
            <a:avLst/>
          </a:prstGeom>
          <a:solidFill>
            <a:srgbClr val="FCE3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2A49B3CA-8180-BFEB-4A85-03AB957B8C98}"/>
              </a:ext>
            </a:extLst>
          </p:cNvPr>
          <p:cNvSpPr>
            <a:spLocks noGrp="1"/>
          </p:cNvSpPr>
          <p:nvPr>
            <p:ph type="title"/>
          </p:nvPr>
        </p:nvSpPr>
        <p:spPr>
          <a:xfrm>
            <a:off x="838200" y="1043753"/>
            <a:ext cx="10515600" cy="886732"/>
          </a:xfrm>
          <a:prstGeom prst="rect">
            <a:avLst/>
          </a:prstGeom>
        </p:spPr>
        <p:txBody>
          <a:bodyPr/>
          <a:lstStyle>
            <a:lvl1pPr algn="l">
              <a:defRPr sz="3600">
                <a:solidFill>
                  <a:srgbClr val="0091B9"/>
                </a:solidFill>
                <a:latin typeface="Calibri" charset="0"/>
                <a:ea typeface="Calibri" charset="0"/>
                <a:cs typeface="Calibri" charset="0"/>
              </a:defRPr>
            </a:lvl1pPr>
          </a:lstStyle>
          <a:p>
            <a:r>
              <a:rPr lang="en-US" dirty="0"/>
              <a:t>Click to edit Master title style</a:t>
            </a:r>
          </a:p>
        </p:txBody>
      </p:sp>
      <p:sp>
        <p:nvSpPr>
          <p:cNvPr id="6" name="Text Placeholder 6">
            <a:extLst>
              <a:ext uri="{FF2B5EF4-FFF2-40B4-BE49-F238E27FC236}">
                <a16:creationId xmlns:a16="http://schemas.microsoft.com/office/drawing/2014/main" id="{307B795F-28F6-A753-5499-3725E1154B19}"/>
              </a:ext>
            </a:extLst>
          </p:cNvPr>
          <p:cNvSpPr>
            <a:spLocks noGrp="1"/>
          </p:cNvSpPr>
          <p:nvPr>
            <p:ph type="body" sz="quarter" idx="10"/>
          </p:nvPr>
        </p:nvSpPr>
        <p:spPr>
          <a:xfrm>
            <a:off x="838199" y="1997236"/>
            <a:ext cx="5464629" cy="4225143"/>
          </a:xfrm>
          <a:prstGeom prst="rect">
            <a:avLst/>
          </a:prstGeom>
        </p:spPr>
        <p:txBody>
          <a:bodyPr/>
          <a:lstStyle>
            <a:lvl1pPr>
              <a:defRPr>
                <a:solidFill>
                  <a:schemeClr val="tx1">
                    <a:lumMod val="65000"/>
                    <a:lumOff val="35000"/>
                  </a:schemeClr>
                </a:solidFill>
              </a:defRPr>
            </a:lvl1pPr>
            <a:lvl2pPr>
              <a:defRPr>
                <a:solidFill>
                  <a:schemeClr val="tx1">
                    <a:lumMod val="65000"/>
                    <a:lumOff val="35000"/>
                  </a:schemeClr>
                </a:solidFill>
              </a:defRPr>
            </a:lvl2pPr>
            <a:lvl3pPr>
              <a:defRPr>
                <a:solidFill>
                  <a:schemeClr val="tx1">
                    <a:lumMod val="65000"/>
                    <a:lumOff val="35000"/>
                  </a:schemeClr>
                </a:solidFill>
              </a:defRPr>
            </a:lvl3pPr>
            <a:lvl4pPr>
              <a:defRPr>
                <a:solidFill>
                  <a:schemeClr val="tx1">
                    <a:lumMod val="65000"/>
                    <a:lumOff val="35000"/>
                  </a:schemeClr>
                </a:solidFill>
              </a:defRPr>
            </a:lvl4pPr>
            <a:lvl5pPr>
              <a:defRPr>
                <a:solidFill>
                  <a:schemeClr val="tx1">
                    <a:lumMod val="65000"/>
                    <a:lumOff val="3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icture Placeholder 8">
            <a:extLst>
              <a:ext uri="{FF2B5EF4-FFF2-40B4-BE49-F238E27FC236}">
                <a16:creationId xmlns:a16="http://schemas.microsoft.com/office/drawing/2014/main" id="{CBFF9F7D-FA7B-6608-810C-30B43C252174}"/>
              </a:ext>
            </a:extLst>
          </p:cNvPr>
          <p:cNvSpPr>
            <a:spLocks noGrp="1"/>
          </p:cNvSpPr>
          <p:nvPr>
            <p:ph type="pic" sz="quarter" idx="11"/>
          </p:nvPr>
        </p:nvSpPr>
        <p:spPr>
          <a:xfrm>
            <a:off x="6478588" y="1997075"/>
            <a:ext cx="4875212" cy="4225925"/>
          </a:xfrm>
          <a:prstGeom prst="rect">
            <a:avLst/>
          </a:prstGeom>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a:buNone/>
              <a:tabLst/>
              <a:defRPr/>
            </a:pPr>
            <a:endParaRPr lang="en-US" dirty="0"/>
          </a:p>
        </p:txBody>
      </p:sp>
      <p:pic>
        <p:nvPicPr>
          <p:cNvPr id="8" name="Picture 7">
            <a:extLst>
              <a:ext uri="{FF2B5EF4-FFF2-40B4-BE49-F238E27FC236}">
                <a16:creationId xmlns:a16="http://schemas.microsoft.com/office/drawing/2014/main" id="{9E8AA2F9-B0A6-2E87-161D-34625E875C16}"/>
              </a:ext>
            </a:extLst>
          </p:cNvPr>
          <p:cNvPicPr>
            <a:picLocks noChangeAspect="1"/>
          </p:cNvPicPr>
          <p:nvPr userDrawn="1"/>
        </p:nvPicPr>
        <p:blipFill>
          <a:blip r:embed="rId2"/>
          <a:srcRect/>
          <a:stretch/>
        </p:blipFill>
        <p:spPr>
          <a:xfrm>
            <a:off x="838198" y="83274"/>
            <a:ext cx="2774403" cy="435476"/>
          </a:xfrm>
          <a:prstGeom prst="rect">
            <a:avLst/>
          </a:prstGeom>
        </p:spPr>
      </p:pic>
      <p:sp>
        <p:nvSpPr>
          <p:cNvPr id="9" name="TextBox 8">
            <a:extLst>
              <a:ext uri="{FF2B5EF4-FFF2-40B4-BE49-F238E27FC236}">
                <a16:creationId xmlns:a16="http://schemas.microsoft.com/office/drawing/2014/main" id="{87F6A02E-5A10-9A79-1C53-14963C2BD546}"/>
              </a:ext>
            </a:extLst>
          </p:cNvPr>
          <p:cNvSpPr txBox="1"/>
          <p:nvPr userDrawn="1"/>
        </p:nvSpPr>
        <p:spPr>
          <a:xfrm>
            <a:off x="11513256" y="6492128"/>
            <a:ext cx="409503" cy="214147"/>
          </a:xfrm>
          <a:prstGeom prst="rect">
            <a:avLst/>
          </a:prstGeom>
        </p:spPr>
        <p:txBody>
          <a:bodyPr wrap="square" lIns="0" tIns="0" rIns="0" bIns="0" rtlCol="0" anchor="ctr" anchorCtr="0">
            <a:noAutofit/>
          </a:bodyPr>
          <a:lstStyle/>
          <a:p>
            <a:pPr algn="r"/>
            <a:fld id="{DE63DE5B-D6E9-7B40-84C0-058E84E3C55A}" type="slidenum">
              <a:rPr lang="en-US" sz="1200" b="0" cap="none" spc="0" baseline="0" smtClean="0">
                <a:ln w="0"/>
                <a:solidFill>
                  <a:schemeClr val="bg1"/>
                </a:solidFill>
                <a:effectLst/>
              </a:rPr>
              <a:pPr algn="r"/>
              <a:t>‹#›</a:t>
            </a:fld>
            <a:r>
              <a:rPr lang="en-US" sz="1300" b="0" cap="none" spc="0" baseline="0" dirty="0">
                <a:ln w="0"/>
                <a:solidFill>
                  <a:schemeClr val="bg1"/>
                </a:solidFill>
                <a:effectLst/>
              </a:rPr>
              <a:t> </a:t>
            </a:r>
          </a:p>
        </p:txBody>
      </p:sp>
      <p:pic>
        <p:nvPicPr>
          <p:cNvPr id="11" name="Picture 10">
            <a:extLst>
              <a:ext uri="{FF2B5EF4-FFF2-40B4-BE49-F238E27FC236}">
                <a16:creationId xmlns:a16="http://schemas.microsoft.com/office/drawing/2014/main" id="{D9EE912B-46AA-E548-E5A3-EFF80CFC7A13}"/>
              </a:ext>
            </a:extLst>
          </p:cNvPr>
          <p:cNvPicPr>
            <a:picLocks noChangeAspect="1"/>
          </p:cNvPicPr>
          <p:nvPr userDrawn="1"/>
        </p:nvPicPr>
        <p:blipFill>
          <a:blip r:embed="rId3"/>
          <a:srcRect/>
          <a:stretch/>
        </p:blipFill>
        <p:spPr>
          <a:xfrm>
            <a:off x="10526104" y="66501"/>
            <a:ext cx="1523597" cy="524517"/>
          </a:xfrm>
          <a:prstGeom prst="rect">
            <a:avLst/>
          </a:prstGeom>
        </p:spPr>
      </p:pic>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Opening Speaker">
    <p:spTree>
      <p:nvGrpSpPr>
        <p:cNvPr id="1" name=""/>
        <p:cNvGrpSpPr/>
        <p:nvPr/>
      </p:nvGrpSpPr>
      <p:grpSpPr>
        <a:xfrm>
          <a:off x="0" y="0"/>
          <a:ext cx="0" cy="0"/>
          <a:chOff x="0" y="0"/>
          <a:chExt cx="0" cy="0"/>
        </a:xfrm>
      </p:grpSpPr>
      <p:sp>
        <p:nvSpPr>
          <p:cNvPr id="4" name="TextBox 3"/>
          <p:cNvSpPr txBox="1"/>
          <p:nvPr userDrawn="1"/>
        </p:nvSpPr>
        <p:spPr>
          <a:xfrm>
            <a:off x="-787078" y="2581154"/>
            <a:ext cx="184731" cy="553998"/>
          </a:xfrm>
          <a:prstGeom prst="rect">
            <a:avLst/>
          </a:prstGeom>
        </p:spPr>
        <p:txBody>
          <a:bodyPr wrap="none" rtlCol="0">
            <a:spAutoFit/>
          </a:bodyPr>
          <a:lstStyle/>
          <a:p>
            <a:endParaRPr lang="en-US" sz="3000" b="1" i="0" dirty="0">
              <a:latin typeface="Open Sans Semibold" panose="020B0606030504020204" pitchFamily="34" charset="0"/>
            </a:endParaRPr>
          </a:p>
        </p:txBody>
      </p:sp>
      <p:sp>
        <p:nvSpPr>
          <p:cNvPr id="28" name="TextBox 27">
            <a:extLst>
              <a:ext uri="{FF2B5EF4-FFF2-40B4-BE49-F238E27FC236}">
                <a16:creationId xmlns:a16="http://schemas.microsoft.com/office/drawing/2014/main" id="{FDBFF715-DBF2-E645-B559-0085F351CB07}"/>
              </a:ext>
            </a:extLst>
          </p:cNvPr>
          <p:cNvSpPr txBox="1"/>
          <p:nvPr userDrawn="1"/>
        </p:nvSpPr>
        <p:spPr>
          <a:xfrm>
            <a:off x="-787078" y="2581154"/>
            <a:ext cx="184731" cy="553998"/>
          </a:xfrm>
          <a:prstGeom prst="rect">
            <a:avLst/>
          </a:prstGeom>
        </p:spPr>
        <p:txBody>
          <a:bodyPr wrap="none" rtlCol="0">
            <a:spAutoFit/>
          </a:bodyPr>
          <a:lstStyle/>
          <a:p>
            <a:endParaRPr lang="en-US" sz="3000" b="1" i="0" dirty="0">
              <a:latin typeface="Open Sans Semibold" panose="020B0606030504020204" pitchFamily="34" charset="0"/>
            </a:endParaRPr>
          </a:p>
        </p:txBody>
      </p:sp>
      <p:sp>
        <p:nvSpPr>
          <p:cNvPr id="42" name="Text Placeholder 11">
            <a:extLst>
              <a:ext uri="{FF2B5EF4-FFF2-40B4-BE49-F238E27FC236}">
                <a16:creationId xmlns:a16="http://schemas.microsoft.com/office/drawing/2014/main" id="{754B8974-C8AF-6B44-8952-DFDAB3AF4E05}"/>
              </a:ext>
            </a:extLst>
          </p:cNvPr>
          <p:cNvSpPr txBox="1">
            <a:spLocks/>
          </p:cNvSpPr>
          <p:nvPr userDrawn="1"/>
        </p:nvSpPr>
        <p:spPr>
          <a:xfrm>
            <a:off x="9140951" y="4802521"/>
            <a:ext cx="3323192" cy="638422"/>
          </a:xfrm>
          <a:prstGeom prst="rect">
            <a:avLst/>
          </a:prstGeom>
        </p:spPr>
        <p:txBody>
          <a:bodyPr anchor="ctr" anchorCtr="0"/>
          <a:lstStyle>
            <a:lvl1pPr marL="0" indent="0" algn="ctr" defTabSz="914400" rtl="0" eaLnBrk="1" latinLnBrk="0" hangingPunct="1">
              <a:lnSpc>
                <a:spcPct val="90000"/>
              </a:lnSpc>
              <a:spcBef>
                <a:spcPts val="1000"/>
              </a:spcBef>
              <a:buFont typeface="Arial"/>
              <a:buNone/>
              <a:defRPr sz="3000" kern="1200" baseline="0">
                <a:solidFill>
                  <a:schemeClr val="bg1"/>
                </a:solidFill>
                <a:latin typeface="Calibri" charset="0"/>
                <a:ea typeface="Calibri" charset="0"/>
                <a:cs typeface="Calibri"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b="1" i="0" dirty="0">
                <a:latin typeface="Open Sans Semibold" panose="020B0606030504020204" pitchFamily="34" charset="0"/>
                <a:ea typeface="Open Sans Semibold" panose="020B0606030504020204" pitchFamily="34" charset="0"/>
                <a:cs typeface="Open Sans Semibold" panose="020B0606030504020204" pitchFamily="34" charset="0"/>
              </a:rPr>
              <a:t>Virtual Edition</a:t>
            </a:r>
          </a:p>
        </p:txBody>
      </p:sp>
      <p:sp>
        <p:nvSpPr>
          <p:cNvPr id="2" name="Rectangle 1">
            <a:extLst>
              <a:ext uri="{FF2B5EF4-FFF2-40B4-BE49-F238E27FC236}">
                <a16:creationId xmlns:a16="http://schemas.microsoft.com/office/drawing/2014/main" id="{3BDFC2A5-549C-6529-C346-087B457EF727}"/>
              </a:ext>
            </a:extLst>
          </p:cNvPr>
          <p:cNvSpPr/>
          <p:nvPr userDrawn="1"/>
        </p:nvSpPr>
        <p:spPr>
          <a:xfrm>
            <a:off x="0" y="6357257"/>
            <a:ext cx="12192000" cy="500743"/>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endParaRPr lang="en-US"/>
          </a:p>
        </p:txBody>
      </p:sp>
      <p:sp>
        <p:nvSpPr>
          <p:cNvPr id="3" name="Rectangle 2">
            <a:extLst>
              <a:ext uri="{FF2B5EF4-FFF2-40B4-BE49-F238E27FC236}">
                <a16:creationId xmlns:a16="http://schemas.microsoft.com/office/drawing/2014/main" id="{925F49E0-5585-8AFA-C6B1-717C0403E394}"/>
              </a:ext>
            </a:extLst>
          </p:cNvPr>
          <p:cNvSpPr/>
          <p:nvPr userDrawn="1"/>
        </p:nvSpPr>
        <p:spPr>
          <a:xfrm>
            <a:off x="0" y="591018"/>
            <a:ext cx="12192000" cy="6020722"/>
          </a:xfrm>
          <a:prstGeom prst="rect">
            <a:avLst/>
          </a:prstGeom>
          <a:solidFill>
            <a:srgbClr val="0092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E7FDD8AE-FA25-A668-9A1E-0B90795991CB}"/>
              </a:ext>
            </a:extLst>
          </p:cNvPr>
          <p:cNvSpPr>
            <a:spLocks noGrp="1"/>
          </p:cNvSpPr>
          <p:nvPr>
            <p:ph type="title"/>
          </p:nvPr>
        </p:nvSpPr>
        <p:spPr>
          <a:xfrm>
            <a:off x="838200" y="1043753"/>
            <a:ext cx="10515600" cy="886732"/>
          </a:xfrm>
          <a:prstGeom prst="rect">
            <a:avLst/>
          </a:prstGeom>
        </p:spPr>
        <p:txBody>
          <a:bodyPr/>
          <a:lstStyle>
            <a:lvl1pPr algn="l">
              <a:defRPr sz="3600">
                <a:solidFill>
                  <a:schemeClr val="bg1"/>
                </a:solidFill>
                <a:latin typeface="Calibri" charset="0"/>
                <a:ea typeface="Calibri" charset="0"/>
                <a:cs typeface="Calibri" charset="0"/>
              </a:defRPr>
            </a:lvl1pPr>
          </a:lstStyle>
          <a:p>
            <a:r>
              <a:rPr lang="en-US" dirty="0"/>
              <a:t>Click to edit Master title style</a:t>
            </a:r>
          </a:p>
        </p:txBody>
      </p:sp>
      <p:sp>
        <p:nvSpPr>
          <p:cNvPr id="6" name="Text Placeholder 6">
            <a:extLst>
              <a:ext uri="{FF2B5EF4-FFF2-40B4-BE49-F238E27FC236}">
                <a16:creationId xmlns:a16="http://schemas.microsoft.com/office/drawing/2014/main" id="{308E6911-6621-D8EB-BFD9-4E06B28965AF}"/>
              </a:ext>
            </a:extLst>
          </p:cNvPr>
          <p:cNvSpPr>
            <a:spLocks noGrp="1"/>
          </p:cNvSpPr>
          <p:nvPr>
            <p:ph type="body" sz="quarter" idx="10"/>
          </p:nvPr>
        </p:nvSpPr>
        <p:spPr>
          <a:xfrm>
            <a:off x="838199" y="1997236"/>
            <a:ext cx="5464629" cy="4225143"/>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a:extLst>
              <a:ext uri="{FF2B5EF4-FFF2-40B4-BE49-F238E27FC236}">
                <a16:creationId xmlns:a16="http://schemas.microsoft.com/office/drawing/2014/main" id="{ACED969B-58C4-BC43-E46E-4704E7A6DD53}"/>
              </a:ext>
            </a:extLst>
          </p:cNvPr>
          <p:cNvPicPr>
            <a:picLocks noChangeAspect="1"/>
          </p:cNvPicPr>
          <p:nvPr userDrawn="1"/>
        </p:nvPicPr>
        <p:blipFill>
          <a:blip r:embed="rId2"/>
          <a:srcRect/>
          <a:stretch/>
        </p:blipFill>
        <p:spPr>
          <a:xfrm>
            <a:off x="838198" y="83274"/>
            <a:ext cx="2774403" cy="435476"/>
          </a:xfrm>
          <a:prstGeom prst="rect">
            <a:avLst/>
          </a:prstGeom>
        </p:spPr>
      </p:pic>
      <p:sp>
        <p:nvSpPr>
          <p:cNvPr id="9" name="Rectangle 8">
            <a:extLst>
              <a:ext uri="{FF2B5EF4-FFF2-40B4-BE49-F238E27FC236}">
                <a16:creationId xmlns:a16="http://schemas.microsoft.com/office/drawing/2014/main" id="{739EBDE0-AF7D-701F-436A-53DC92CACC55}"/>
              </a:ext>
            </a:extLst>
          </p:cNvPr>
          <p:cNvSpPr/>
          <p:nvPr userDrawn="1"/>
        </p:nvSpPr>
        <p:spPr>
          <a:xfrm>
            <a:off x="0" y="6490276"/>
            <a:ext cx="12192000" cy="216000"/>
          </a:xfrm>
          <a:prstGeom prst="rect">
            <a:avLst/>
          </a:prstGeom>
          <a:solidFill>
            <a:srgbClr val="FCE3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AA3ADB96-BBC5-AE1A-BF37-422A9AADD0E4}"/>
              </a:ext>
            </a:extLst>
          </p:cNvPr>
          <p:cNvSpPr txBox="1"/>
          <p:nvPr userDrawn="1"/>
        </p:nvSpPr>
        <p:spPr>
          <a:xfrm>
            <a:off x="11513256" y="6492128"/>
            <a:ext cx="409503" cy="214147"/>
          </a:xfrm>
          <a:prstGeom prst="rect">
            <a:avLst/>
          </a:prstGeom>
        </p:spPr>
        <p:txBody>
          <a:bodyPr wrap="square" lIns="0" tIns="0" rIns="0" bIns="0" rtlCol="0" anchor="ctr" anchorCtr="0">
            <a:noAutofit/>
          </a:bodyPr>
          <a:lstStyle/>
          <a:p>
            <a:pPr algn="r"/>
            <a:fld id="{DE63DE5B-D6E9-7B40-84C0-058E84E3C55A}" type="slidenum">
              <a:rPr lang="en-US" sz="1200" b="0" cap="none" spc="0" baseline="0" smtClean="0">
                <a:ln w="0"/>
                <a:solidFill>
                  <a:schemeClr val="bg1"/>
                </a:solidFill>
                <a:effectLst/>
              </a:rPr>
              <a:pPr algn="r"/>
              <a:t>‹#›</a:t>
            </a:fld>
            <a:r>
              <a:rPr lang="en-US" sz="1300" b="0" cap="none" spc="0" baseline="0" dirty="0">
                <a:ln w="0"/>
                <a:solidFill>
                  <a:schemeClr val="bg1"/>
                </a:solidFill>
                <a:effectLst/>
              </a:rPr>
              <a:t> </a:t>
            </a:r>
          </a:p>
        </p:txBody>
      </p:sp>
      <p:sp>
        <p:nvSpPr>
          <p:cNvPr id="12" name="Picture Placeholder 8">
            <a:extLst>
              <a:ext uri="{FF2B5EF4-FFF2-40B4-BE49-F238E27FC236}">
                <a16:creationId xmlns:a16="http://schemas.microsoft.com/office/drawing/2014/main" id="{BD073C91-7DFD-C016-C70D-F54BD7C1B238}"/>
              </a:ext>
            </a:extLst>
          </p:cNvPr>
          <p:cNvSpPr>
            <a:spLocks noGrp="1"/>
          </p:cNvSpPr>
          <p:nvPr>
            <p:ph type="pic" sz="quarter" idx="11"/>
          </p:nvPr>
        </p:nvSpPr>
        <p:spPr>
          <a:xfrm>
            <a:off x="6478588" y="1997075"/>
            <a:ext cx="4875212" cy="4225925"/>
          </a:xfrm>
          <a:prstGeom prst="rect">
            <a:avLst/>
          </a:prstGeom>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a:buNone/>
              <a:tabLst/>
              <a:defRPr/>
            </a:pPr>
            <a:endParaRPr lang="en-US" dirty="0"/>
          </a:p>
        </p:txBody>
      </p:sp>
      <p:pic>
        <p:nvPicPr>
          <p:cNvPr id="7" name="Picture 6">
            <a:extLst>
              <a:ext uri="{FF2B5EF4-FFF2-40B4-BE49-F238E27FC236}">
                <a16:creationId xmlns:a16="http://schemas.microsoft.com/office/drawing/2014/main" id="{E17CA3FF-8A92-3CBA-B049-08973DD1FB1F}"/>
              </a:ext>
            </a:extLst>
          </p:cNvPr>
          <p:cNvPicPr>
            <a:picLocks noChangeAspect="1"/>
          </p:cNvPicPr>
          <p:nvPr userDrawn="1"/>
        </p:nvPicPr>
        <p:blipFill>
          <a:blip r:embed="rId3"/>
          <a:srcRect/>
          <a:stretch/>
        </p:blipFill>
        <p:spPr>
          <a:xfrm>
            <a:off x="10526104" y="66501"/>
            <a:ext cx="1523597" cy="524517"/>
          </a:xfrm>
          <a:prstGeom prst="rect">
            <a:avLst/>
          </a:prstGeom>
        </p:spPr>
      </p:pic>
    </p:spTree>
    <p:extLst>
      <p:ext uri="{BB962C8B-B14F-4D97-AF65-F5344CB8AC3E}">
        <p14:creationId xmlns:p14="http://schemas.microsoft.com/office/powerpoint/2010/main" val="322911797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Opening Speaker">
    <p:spTree>
      <p:nvGrpSpPr>
        <p:cNvPr id="1" name=""/>
        <p:cNvGrpSpPr/>
        <p:nvPr/>
      </p:nvGrpSpPr>
      <p:grpSpPr>
        <a:xfrm>
          <a:off x="0" y="0"/>
          <a:ext cx="0" cy="0"/>
          <a:chOff x="0" y="0"/>
          <a:chExt cx="0" cy="0"/>
        </a:xfrm>
      </p:grpSpPr>
      <p:sp>
        <p:nvSpPr>
          <p:cNvPr id="4" name="TextBox 3"/>
          <p:cNvSpPr txBox="1"/>
          <p:nvPr userDrawn="1"/>
        </p:nvSpPr>
        <p:spPr>
          <a:xfrm>
            <a:off x="-787078" y="2581154"/>
            <a:ext cx="184731" cy="553998"/>
          </a:xfrm>
          <a:prstGeom prst="rect">
            <a:avLst/>
          </a:prstGeom>
        </p:spPr>
        <p:txBody>
          <a:bodyPr wrap="none" rtlCol="0">
            <a:spAutoFit/>
          </a:bodyPr>
          <a:lstStyle/>
          <a:p>
            <a:endParaRPr lang="en-US" sz="3000" b="1" i="0" dirty="0">
              <a:latin typeface="Open Sans Semibold" panose="020B0606030504020204" pitchFamily="34" charset="0"/>
            </a:endParaRPr>
          </a:p>
        </p:txBody>
      </p:sp>
      <p:sp>
        <p:nvSpPr>
          <p:cNvPr id="28" name="TextBox 27">
            <a:extLst>
              <a:ext uri="{FF2B5EF4-FFF2-40B4-BE49-F238E27FC236}">
                <a16:creationId xmlns:a16="http://schemas.microsoft.com/office/drawing/2014/main" id="{FDBFF715-DBF2-E645-B559-0085F351CB07}"/>
              </a:ext>
            </a:extLst>
          </p:cNvPr>
          <p:cNvSpPr txBox="1"/>
          <p:nvPr userDrawn="1"/>
        </p:nvSpPr>
        <p:spPr>
          <a:xfrm>
            <a:off x="-787078" y="2581154"/>
            <a:ext cx="184731" cy="553998"/>
          </a:xfrm>
          <a:prstGeom prst="rect">
            <a:avLst/>
          </a:prstGeom>
        </p:spPr>
        <p:txBody>
          <a:bodyPr wrap="none" rtlCol="0">
            <a:spAutoFit/>
          </a:bodyPr>
          <a:lstStyle/>
          <a:p>
            <a:endParaRPr lang="en-US" sz="3000" b="1" i="0" dirty="0">
              <a:latin typeface="Open Sans Semibold" panose="020B0606030504020204" pitchFamily="34" charset="0"/>
            </a:endParaRPr>
          </a:p>
        </p:txBody>
      </p:sp>
      <p:sp>
        <p:nvSpPr>
          <p:cNvPr id="12" name="Text Placeholder 11">
            <a:extLst>
              <a:ext uri="{FF2B5EF4-FFF2-40B4-BE49-F238E27FC236}">
                <a16:creationId xmlns:a16="http://schemas.microsoft.com/office/drawing/2014/main" id="{25E36E0A-7CE4-2C29-FD0C-99C5F3D29A94}"/>
              </a:ext>
            </a:extLst>
          </p:cNvPr>
          <p:cNvSpPr txBox="1">
            <a:spLocks/>
          </p:cNvSpPr>
          <p:nvPr userDrawn="1"/>
        </p:nvSpPr>
        <p:spPr>
          <a:xfrm>
            <a:off x="9140951" y="4802521"/>
            <a:ext cx="3323192" cy="638422"/>
          </a:xfrm>
          <a:prstGeom prst="rect">
            <a:avLst/>
          </a:prstGeom>
        </p:spPr>
        <p:txBody>
          <a:bodyPr anchor="ctr" anchorCtr="0"/>
          <a:lstStyle>
            <a:lvl1pPr marL="0" indent="0" algn="ctr" defTabSz="914400" rtl="0" eaLnBrk="1" latinLnBrk="0" hangingPunct="1">
              <a:lnSpc>
                <a:spcPct val="90000"/>
              </a:lnSpc>
              <a:spcBef>
                <a:spcPts val="1000"/>
              </a:spcBef>
              <a:buFont typeface="Arial"/>
              <a:buNone/>
              <a:defRPr sz="3000" kern="1200" baseline="0">
                <a:solidFill>
                  <a:schemeClr val="bg1"/>
                </a:solidFill>
                <a:latin typeface="Calibri" charset="0"/>
                <a:ea typeface="Calibri" charset="0"/>
                <a:cs typeface="Calibri"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b="1" i="0" dirty="0">
                <a:latin typeface="Open Sans Semibold" panose="020B0606030504020204" pitchFamily="34" charset="0"/>
                <a:ea typeface="Open Sans Semibold" panose="020B0606030504020204" pitchFamily="34" charset="0"/>
                <a:cs typeface="Open Sans Semibold" panose="020B0606030504020204" pitchFamily="34" charset="0"/>
              </a:rPr>
              <a:t>Virtual Edition</a:t>
            </a:r>
          </a:p>
        </p:txBody>
      </p:sp>
      <p:sp>
        <p:nvSpPr>
          <p:cNvPr id="13" name="Rectangle 12">
            <a:extLst>
              <a:ext uri="{FF2B5EF4-FFF2-40B4-BE49-F238E27FC236}">
                <a16:creationId xmlns:a16="http://schemas.microsoft.com/office/drawing/2014/main" id="{E31A63BA-96AA-95A2-6BEA-1D267E6682D8}"/>
              </a:ext>
            </a:extLst>
          </p:cNvPr>
          <p:cNvSpPr/>
          <p:nvPr userDrawn="1"/>
        </p:nvSpPr>
        <p:spPr>
          <a:xfrm>
            <a:off x="0" y="6357257"/>
            <a:ext cx="12192000" cy="500743"/>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endParaRPr lang="en-US"/>
          </a:p>
        </p:txBody>
      </p:sp>
      <p:sp>
        <p:nvSpPr>
          <p:cNvPr id="14" name="Rectangle 13">
            <a:extLst>
              <a:ext uri="{FF2B5EF4-FFF2-40B4-BE49-F238E27FC236}">
                <a16:creationId xmlns:a16="http://schemas.microsoft.com/office/drawing/2014/main" id="{A67F4A87-FEAD-8913-FDFE-E3B2D7761837}"/>
              </a:ext>
            </a:extLst>
          </p:cNvPr>
          <p:cNvSpPr/>
          <p:nvPr userDrawn="1"/>
        </p:nvSpPr>
        <p:spPr>
          <a:xfrm>
            <a:off x="0" y="591018"/>
            <a:ext cx="12192000" cy="6020722"/>
          </a:xfrm>
          <a:prstGeom prst="rect">
            <a:avLst/>
          </a:prstGeom>
          <a:solidFill>
            <a:srgbClr val="0092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1B6AEEBF-F2CE-8A22-701A-07BD4AB4F039}"/>
              </a:ext>
            </a:extLst>
          </p:cNvPr>
          <p:cNvSpPr>
            <a:spLocks noGrp="1"/>
          </p:cNvSpPr>
          <p:nvPr>
            <p:ph type="title"/>
          </p:nvPr>
        </p:nvSpPr>
        <p:spPr>
          <a:xfrm>
            <a:off x="838200" y="1043753"/>
            <a:ext cx="10515600" cy="886732"/>
          </a:xfrm>
          <a:prstGeom prst="rect">
            <a:avLst/>
          </a:prstGeom>
        </p:spPr>
        <p:txBody>
          <a:bodyPr/>
          <a:lstStyle>
            <a:lvl1pPr algn="l">
              <a:defRPr sz="3600">
                <a:solidFill>
                  <a:schemeClr val="bg1"/>
                </a:solidFill>
                <a:latin typeface="Calibri" charset="0"/>
                <a:ea typeface="Calibri" charset="0"/>
                <a:cs typeface="Calibri" charset="0"/>
              </a:defRPr>
            </a:lvl1pPr>
          </a:lstStyle>
          <a:p>
            <a:r>
              <a:rPr lang="en-US" dirty="0"/>
              <a:t>Click to edit Master title style</a:t>
            </a:r>
          </a:p>
        </p:txBody>
      </p:sp>
      <p:sp>
        <p:nvSpPr>
          <p:cNvPr id="16" name="Text Placeholder 6">
            <a:extLst>
              <a:ext uri="{FF2B5EF4-FFF2-40B4-BE49-F238E27FC236}">
                <a16:creationId xmlns:a16="http://schemas.microsoft.com/office/drawing/2014/main" id="{C69FD6D5-1630-A8D0-1EB3-CEF908F41CDF}"/>
              </a:ext>
            </a:extLst>
          </p:cNvPr>
          <p:cNvSpPr>
            <a:spLocks noGrp="1"/>
          </p:cNvSpPr>
          <p:nvPr>
            <p:ph type="body" sz="quarter" idx="10"/>
          </p:nvPr>
        </p:nvSpPr>
        <p:spPr>
          <a:xfrm>
            <a:off x="838199" y="1997236"/>
            <a:ext cx="10515600" cy="4225143"/>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8" name="Picture 17">
            <a:extLst>
              <a:ext uri="{FF2B5EF4-FFF2-40B4-BE49-F238E27FC236}">
                <a16:creationId xmlns:a16="http://schemas.microsoft.com/office/drawing/2014/main" id="{3A456878-A438-1B5E-9F39-FF5F0C7477F9}"/>
              </a:ext>
            </a:extLst>
          </p:cNvPr>
          <p:cNvPicPr>
            <a:picLocks noChangeAspect="1"/>
          </p:cNvPicPr>
          <p:nvPr userDrawn="1"/>
        </p:nvPicPr>
        <p:blipFill>
          <a:blip r:embed="rId2"/>
          <a:srcRect/>
          <a:stretch/>
        </p:blipFill>
        <p:spPr>
          <a:xfrm>
            <a:off x="838198" y="83274"/>
            <a:ext cx="2774403" cy="435476"/>
          </a:xfrm>
          <a:prstGeom prst="rect">
            <a:avLst/>
          </a:prstGeom>
        </p:spPr>
      </p:pic>
      <p:sp>
        <p:nvSpPr>
          <p:cNvPr id="19" name="Rectangle 18">
            <a:extLst>
              <a:ext uri="{FF2B5EF4-FFF2-40B4-BE49-F238E27FC236}">
                <a16:creationId xmlns:a16="http://schemas.microsoft.com/office/drawing/2014/main" id="{6B3FF62D-9A17-3B3D-CF3D-2DFB2BACF05C}"/>
              </a:ext>
            </a:extLst>
          </p:cNvPr>
          <p:cNvSpPr/>
          <p:nvPr userDrawn="1"/>
        </p:nvSpPr>
        <p:spPr>
          <a:xfrm>
            <a:off x="0" y="6490276"/>
            <a:ext cx="12192000" cy="216000"/>
          </a:xfrm>
          <a:prstGeom prst="rect">
            <a:avLst/>
          </a:prstGeom>
          <a:solidFill>
            <a:srgbClr val="FCE3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38F97CCD-3ED8-82F2-78C1-44930238F0A9}"/>
              </a:ext>
            </a:extLst>
          </p:cNvPr>
          <p:cNvSpPr txBox="1"/>
          <p:nvPr userDrawn="1"/>
        </p:nvSpPr>
        <p:spPr>
          <a:xfrm>
            <a:off x="11513256" y="6492128"/>
            <a:ext cx="409503" cy="214147"/>
          </a:xfrm>
          <a:prstGeom prst="rect">
            <a:avLst/>
          </a:prstGeom>
        </p:spPr>
        <p:txBody>
          <a:bodyPr wrap="square" lIns="0" tIns="0" rIns="0" bIns="0" rtlCol="0" anchor="ctr" anchorCtr="0">
            <a:noAutofit/>
          </a:bodyPr>
          <a:lstStyle/>
          <a:p>
            <a:pPr algn="r"/>
            <a:fld id="{DE63DE5B-D6E9-7B40-84C0-058E84E3C55A}" type="slidenum">
              <a:rPr lang="en-US" sz="1200" b="0" cap="none" spc="0" baseline="0" smtClean="0">
                <a:ln w="0"/>
                <a:solidFill>
                  <a:schemeClr val="bg1"/>
                </a:solidFill>
                <a:effectLst/>
              </a:rPr>
              <a:pPr algn="r"/>
              <a:t>‹#›</a:t>
            </a:fld>
            <a:r>
              <a:rPr lang="en-US" sz="1300" b="0" cap="none" spc="0" baseline="0" dirty="0">
                <a:ln w="0"/>
                <a:solidFill>
                  <a:schemeClr val="bg1"/>
                </a:solidFill>
                <a:effectLst/>
              </a:rPr>
              <a:t> </a:t>
            </a:r>
          </a:p>
        </p:txBody>
      </p:sp>
      <p:pic>
        <p:nvPicPr>
          <p:cNvPr id="2" name="Picture 1">
            <a:extLst>
              <a:ext uri="{FF2B5EF4-FFF2-40B4-BE49-F238E27FC236}">
                <a16:creationId xmlns:a16="http://schemas.microsoft.com/office/drawing/2014/main" id="{4370ABC6-4C42-ECC4-BD89-9E45C5E5AB9F}"/>
              </a:ext>
            </a:extLst>
          </p:cNvPr>
          <p:cNvPicPr>
            <a:picLocks noChangeAspect="1"/>
          </p:cNvPicPr>
          <p:nvPr userDrawn="1"/>
        </p:nvPicPr>
        <p:blipFill>
          <a:blip r:embed="rId3"/>
          <a:srcRect/>
          <a:stretch/>
        </p:blipFill>
        <p:spPr>
          <a:xfrm>
            <a:off x="10526104" y="66501"/>
            <a:ext cx="1523597" cy="524517"/>
          </a:xfrm>
          <a:prstGeom prst="rect">
            <a:avLst/>
          </a:prstGeom>
        </p:spPr>
      </p:pic>
    </p:spTree>
    <p:extLst>
      <p:ext uri="{BB962C8B-B14F-4D97-AF65-F5344CB8AC3E}">
        <p14:creationId xmlns:p14="http://schemas.microsoft.com/office/powerpoint/2010/main" val="248515685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Opening Speaker">
    <p:spTree>
      <p:nvGrpSpPr>
        <p:cNvPr id="1" name=""/>
        <p:cNvGrpSpPr/>
        <p:nvPr/>
      </p:nvGrpSpPr>
      <p:grpSpPr>
        <a:xfrm>
          <a:off x="0" y="0"/>
          <a:ext cx="0" cy="0"/>
          <a:chOff x="0" y="0"/>
          <a:chExt cx="0" cy="0"/>
        </a:xfrm>
      </p:grpSpPr>
      <p:sp>
        <p:nvSpPr>
          <p:cNvPr id="4" name="TextBox 3"/>
          <p:cNvSpPr txBox="1"/>
          <p:nvPr userDrawn="1"/>
        </p:nvSpPr>
        <p:spPr>
          <a:xfrm>
            <a:off x="-787078" y="2581154"/>
            <a:ext cx="184731" cy="553998"/>
          </a:xfrm>
          <a:prstGeom prst="rect">
            <a:avLst/>
          </a:prstGeom>
        </p:spPr>
        <p:txBody>
          <a:bodyPr wrap="none" rtlCol="0">
            <a:spAutoFit/>
          </a:bodyPr>
          <a:lstStyle/>
          <a:p>
            <a:endParaRPr lang="en-US" sz="3000" b="1" i="0" dirty="0">
              <a:latin typeface="Open Sans Semibold" panose="020B0606030504020204" pitchFamily="34" charset="0"/>
            </a:endParaRPr>
          </a:p>
        </p:txBody>
      </p:sp>
      <p:sp>
        <p:nvSpPr>
          <p:cNvPr id="28" name="TextBox 27">
            <a:extLst>
              <a:ext uri="{FF2B5EF4-FFF2-40B4-BE49-F238E27FC236}">
                <a16:creationId xmlns:a16="http://schemas.microsoft.com/office/drawing/2014/main" id="{FDBFF715-DBF2-E645-B559-0085F351CB07}"/>
              </a:ext>
            </a:extLst>
          </p:cNvPr>
          <p:cNvSpPr txBox="1"/>
          <p:nvPr userDrawn="1"/>
        </p:nvSpPr>
        <p:spPr>
          <a:xfrm>
            <a:off x="-787078" y="2581154"/>
            <a:ext cx="184731" cy="553998"/>
          </a:xfrm>
          <a:prstGeom prst="rect">
            <a:avLst/>
          </a:prstGeom>
        </p:spPr>
        <p:txBody>
          <a:bodyPr wrap="none" rtlCol="0">
            <a:spAutoFit/>
          </a:bodyPr>
          <a:lstStyle/>
          <a:p>
            <a:endParaRPr lang="en-US" sz="3000" b="1" i="0" dirty="0">
              <a:latin typeface="Open Sans Semibold" panose="020B0606030504020204" pitchFamily="34" charset="0"/>
            </a:endParaRPr>
          </a:p>
        </p:txBody>
      </p:sp>
      <p:sp>
        <p:nvSpPr>
          <p:cNvPr id="42" name="Text Placeholder 11">
            <a:extLst>
              <a:ext uri="{FF2B5EF4-FFF2-40B4-BE49-F238E27FC236}">
                <a16:creationId xmlns:a16="http://schemas.microsoft.com/office/drawing/2014/main" id="{754B8974-C8AF-6B44-8952-DFDAB3AF4E05}"/>
              </a:ext>
            </a:extLst>
          </p:cNvPr>
          <p:cNvSpPr txBox="1">
            <a:spLocks/>
          </p:cNvSpPr>
          <p:nvPr userDrawn="1"/>
        </p:nvSpPr>
        <p:spPr>
          <a:xfrm>
            <a:off x="9140951" y="4802521"/>
            <a:ext cx="3323192" cy="638422"/>
          </a:xfrm>
          <a:prstGeom prst="rect">
            <a:avLst/>
          </a:prstGeom>
        </p:spPr>
        <p:txBody>
          <a:bodyPr anchor="ctr" anchorCtr="0"/>
          <a:lstStyle>
            <a:lvl1pPr marL="0" indent="0" algn="ctr" defTabSz="914400" rtl="0" eaLnBrk="1" latinLnBrk="0" hangingPunct="1">
              <a:lnSpc>
                <a:spcPct val="90000"/>
              </a:lnSpc>
              <a:spcBef>
                <a:spcPts val="1000"/>
              </a:spcBef>
              <a:buFont typeface="Arial"/>
              <a:buNone/>
              <a:defRPr sz="3000" kern="1200" baseline="0">
                <a:solidFill>
                  <a:schemeClr val="bg1"/>
                </a:solidFill>
                <a:latin typeface="Calibri" charset="0"/>
                <a:ea typeface="Calibri" charset="0"/>
                <a:cs typeface="Calibri"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b="1" i="0" dirty="0">
                <a:latin typeface="Open Sans Semibold" panose="020B0606030504020204" pitchFamily="34" charset="0"/>
                <a:ea typeface="Open Sans Semibold" panose="020B0606030504020204" pitchFamily="34" charset="0"/>
                <a:cs typeface="Open Sans Semibold" panose="020B0606030504020204" pitchFamily="34" charset="0"/>
              </a:rPr>
              <a:t>Virtual Edition</a:t>
            </a:r>
          </a:p>
        </p:txBody>
      </p:sp>
      <p:sp>
        <p:nvSpPr>
          <p:cNvPr id="3" name="Rectangle 2">
            <a:extLst>
              <a:ext uri="{FF2B5EF4-FFF2-40B4-BE49-F238E27FC236}">
                <a16:creationId xmlns:a16="http://schemas.microsoft.com/office/drawing/2014/main" id="{42F21769-7EBA-03AE-D43C-3F05485EE5D7}"/>
              </a:ext>
            </a:extLst>
          </p:cNvPr>
          <p:cNvSpPr/>
          <p:nvPr userDrawn="1"/>
        </p:nvSpPr>
        <p:spPr>
          <a:xfrm>
            <a:off x="0" y="6490276"/>
            <a:ext cx="12192000" cy="216000"/>
          </a:xfrm>
          <a:prstGeom prst="rect">
            <a:avLst/>
          </a:prstGeom>
          <a:solidFill>
            <a:srgbClr val="FCE3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9E8AA2F9-B0A6-2E87-161D-34625E875C16}"/>
              </a:ext>
            </a:extLst>
          </p:cNvPr>
          <p:cNvPicPr>
            <a:picLocks noChangeAspect="1"/>
          </p:cNvPicPr>
          <p:nvPr userDrawn="1"/>
        </p:nvPicPr>
        <p:blipFill>
          <a:blip r:embed="rId2"/>
          <a:srcRect/>
          <a:stretch/>
        </p:blipFill>
        <p:spPr>
          <a:xfrm>
            <a:off x="838198" y="83274"/>
            <a:ext cx="2774403" cy="435476"/>
          </a:xfrm>
          <a:prstGeom prst="rect">
            <a:avLst/>
          </a:prstGeom>
        </p:spPr>
      </p:pic>
      <p:sp>
        <p:nvSpPr>
          <p:cNvPr id="9" name="TextBox 8">
            <a:extLst>
              <a:ext uri="{FF2B5EF4-FFF2-40B4-BE49-F238E27FC236}">
                <a16:creationId xmlns:a16="http://schemas.microsoft.com/office/drawing/2014/main" id="{87F6A02E-5A10-9A79-1C53-14963C2BD546}"/>
              </a:ext>
            </a:extLst>
          </p:cNvPr>
          <p:cNvSpPr txBox="1"/>
          <p:nvPr userDrawn="1"/>
        </p:nvSpPr>
        <p:spPr>
          <a:xfrm>
            <a:off x="11513256" y="6492128"/>
            <a:ext cx="409503" cy="214147"/>
          </a:xfrm>
          <a:prstGeom prst="rect">
            <a:avLst/>
          </a:prstGeom>
        </p:spPr>
        <p:txBody>
          <a:bodyPr wrap="square" lIns="0" tIns="0" rIns="0" bIns="0" rtlCol="0" anchor="ctr" anchorCtr="0">
            <a:noAutofit/>
          </a:bodyPr>
          <a:lstStyle/>
          <a:p>
            <a:pPr algn="r"/>
            <a:fld id="{DE63DE5B-D6E9-7B40-84C0-058E84E3C55A}" type="slidenum">
              <a:rPr lang="en-US" sz="1200" b="0" cap="none" spc="0" baseline="0" smtClean="0">
                <a:ln w="0"/>
                <a:solidFill>
                  <a:schemeClr val="bg1"/>
                </a:solidFill>
                <a:effectLst/>
              </a:rPr>
              <a:pPr algn="r"/>
              <a:t>‹#›</a:t>
            </a:fld>
            <a:r>
              <a:rPr lang="en-US" sz="1300" b="0" cap="none" spc="0" baseline="0" dirty="0">
                <a:ln w="0"/>
                <a:solidFill>
                  <a:schemeClr val="bg1"/>
                </a:solidFill>
                <a:effectLst/>
              </a:rPr>
              <a:t> </a:t>
            </a:r>
          </a:p>
        </p:txBody>
      </p:sp>
      <p:pic>
        <p:nvPicPr>
          <p:cNvPr id="11" name="Picture 10">
            <a:extLst>
              <a:ext uri="{FF2B5EF4-FFF2-40B4-BE49-F238E27FC236}">
                <a16:creationId xmlns:a16="http://schemas.microsoft.com/office/drawing/2014/main" id="{D61D9488-ADE3-D885-CDD2-3798BEAE7C9C}"/>
              </a:ext>
            </a:extLst>
          </p:cNvPr>
          <p:cNvPicPr>
            <a:picLocks noChangeAspect="1"/>
          </p:cNvPicPr>
          <p:nvPr userDrawn="1"/>
        </p:nvPicPr>
        <p:blipFill>
          <a:blip r:embed="rId3"/>
          <a:srcRect/>
          <a:stretch/>
        </p:blipFill>
        <p:spPr>
          <a:xfrm>
            <a:off x="3612601" y="2908940"/>
            <a:ext cx="4643392" cy="1040119"/>
          </a:xfrm>
          <a:prstGeom prst="rect">
            <a:avLst/>
          </a:prstGeom>
        </p:spPr>
      </p:pic>
      <p:pic>
        <p:nvPicPr>
          <p:cNvPr id="2" name="Picture 1">
            <a:extLst>
              <a:ext uri="{FF2B5EF4-FFF2-40B4-BE49-F238E27FC236}">
                <a16:creationId xmlns:a16="http://schemas.microsoft.com/office/drawing/2014/main" id="{B70F6C9C-2808-9A59-B3CE-BDEDE4F8D76F}"/>
              </a:ext>
            </a:extLst>
          </p:cNvPr>
          <p:cNvPicPr>
            <a:picLocks noChangeAspect="1"/>
          </p:cNvPicPr>
          <p:nvPr userDrawn="1"/>
        </p:nvPicPr>
        <p:blipFill>
          <a:blip r:embed="rId4"/>
          <a:srcRect/>
          <a:stretch/>
        </p:blipFill>
        <p:spPr>
          <a:xfrm>
            <a:off x="10526104" y="66501"/>
            <a:ext cx="1523597" cy="524517"/>
          </a:xfrm>
          <a:prstGeom prst="rect">
            <a:avLst/>
          </a:prstGeom>
        </p:spPr>
      </p:pic>
    </p:spTree>
    <p:extLst>
      <p:ext uri="{BB962C8B-B14F-4D97-AF65-F5344CB8AC3E}">
        <p14:creationId xmlns:p14="http://schemas.microsoft.com/office/powerpoint/2010/main" val="389805191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Opening Speaker">
    <p:spTree>
      <p:nvGrpSpPr>
        <p:cNvPr id="1" name=""/>
        <p:cNvGrpSpPr/>
        <p:nvPr/>
      </p:nvGrpSpPr>
      <p:grpSpPr>
        <a:xfrm>
          <a:off x="0" y="0"/>
          <a:ext cx="0" cy="0"/>
          <a:chOff x="0" y="0"/>
          <a:chExt cx="0" cy="0"/>
        </a:xfrm>
      </p:grpSpPr>
      <p:sp>
        <p:nvSpPr>
          <p:cNvPr id="4" name="TextBox 3"/>
          <p:cNvSpPr txBox="1"/>
          <p:nvPr userDrawn="1"/>
        </p:nvSpPr>
        <p:spPr>
          <a:xfrm>
            <a:off x="-787078" y="2581154"/>
            <a:ext cx="184731" cy="553998"/>
          </a:xfrm>
          <a:prstGeom prst="rect">
            <a:avLst/>
          </a:prstGeom>
        </p:spPr>
        <p:txBody>
          <a:bodyPr wrap="none" rtlCol="0">
            <a:spAutoFit/>
          </a:bodyPr>
          <a:lstStyle/>
          <a:p>
            <a:endParaRPr lang="en-US" sz="3000" b="1" i="0" dirty="0">
              <a:latin typeface="Open Sans Semibold" panose="020B0606030504020204" pitchFamily="34" charset="0"/>
            </a:endParaRPr>
          </a:p>
        </p:txBody>
      </p:sp>
      <p:sp>
        <p:nvSpPr>
          <p:cNvPr id="28" name="TextBox 27">
            <a:extLst>
              <a:ext uri="{FF2B5EF4-FFF2-40B4-BE49-F238E27FC236}">
                <a16:creationId xmlns:a16="http://schemas.microsoft.com/office/drawing/2014/main" id="{FDBFF715-DBF2-E645-B559-0085F351CB07}"/>
              </a:ext>
            </a:extLst>
          </p:cNvPr>
          <p:cNvSpPr txBox="1"/>
          <p:nvPr userDrawn="1"/>
        </p:nvSpPr>
        <p:spPr>
          <a:xfrm>
            <a:off x="-787078" y="2581154"/>
            <a:ext cx="184731" cy="553998"/>
          </a:xfrm>
          <a:prstGeom prst="rect">
            <a:avLst/>
          </a:prstGeom>
        </p:spPr>
        <p:txBody>
          <a:bodyPr wrap="none" rtlCol="0">
            <a:spAutoFit/>
          </a:bodyPr>
          <a:lstStyle/>
          <a:p>
            <a:endParaRPr lang="en-US" sz="3000" b="1" i="0" dirty="0">
              <a:latin typeface="Open Sans Semibold" panose="020B0606030504020204" pitchFamily="34" charset="0"/>
            </a:endParaRPr>
          </a:p>
        </p:txBody>
      </p:sp>
      <p:sp>
        <p:nvSpPr>
          <p:cNvPr id="42" name="Text Placeholder 11">
            <a:extLst>
              <a:ext uri="{FF2B5EF4-FFF2-40B4-BE49-F238E27FC236}">
                <a16:creationId xmlns:a16="http://schemas.microsoft.com/office/drawing/2014/main" id="{754B8974-C8AF-6B44-8952-DFDAB3AF4E05}"/>
              </a:ext>
            </a:extLst>
          </p:cNvPr>
          <p:cNvSpPr txBox="1">
            <a:spLocks/>
          </p:cNvSpPr>
          <p:nvPr userDrawn="1"/>
        </p:nvSpPr>
        <p:spPr>
          <a:xfrm>
            <a:off x="9140951" y="4802521"/>
            <a:ext cx="3323192" cy="638422"/>
          </a:xfrm>
          <a:prstGeom prst="rect">
            <a:avLst/>
          </a:prstGeom>
        </p:spPr>
        <p:txBody>
          <a:bodyPr anchor="ctr" anchorCtr="0"/>
          <a:lstStyle>
            <a:lvl1pPr marL="0" indent="0" algn="ctr" defTabSz="914400" rtl="0" eaLnBrk="1" latinLnBrk="0" hangingPunct="1">
              <a:lnSpc>
                <a:spcPct val="90000"/>
              </a:lnSpc>
              <a:spcBef>
                <a:spcPts val="1000"/>
              </a:spcBef>
              <a:buFont typeface="Arial"/>
              <a:buNone/>
              <a:defRPr sz="3000" kern="1200" baseline="0">
                <a:solidFill>
                  <a:schemeClr val="bg1"/>
                </a:solidFill>
                <a:latin typeface="Calibri" charset="0"/>
                <a:ea typeface="Calibri" charset="0"/>
                <a:cs typeface="Calibri"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b="1" i="0" dirty="0">
                <a:latin typeface="Open Sans Semibold" panose="020B0606030504020204" pitchFamily="34" charset="0"/>
                <a:ea typeface="Open Sans Semibold" panose="020B0606030504020204" pitchFamily="34" charset="0"/>
                <a:cs typeface="Open Sans Semibold" panose="020B0606030504020204" pitchFamily="34" charset="0"/>
              </a:rPr>
              <a:t>Virtual Edition</a:t>
            </a:r>
          </a:p>
        </p:txBody>
      </p:sp>
      <p:sp>
        <p:nvSpPr>
          <p:cNvPr id="3" name="Rectangle 2">
            <a:extLst>
              <a:ext uri="{FF2B5EF4-FFF2-40B4-BE49-F238E27FC236}">
                <a16:creationId xmlns:a16="http://schemas.microsoft.com/office/drawing/2014/main" id="{42F21769-7EBA-03AE-D43C-3F05485EE5D7}"/>
              </a:ext>
            </a:extLst>
          </p:cNvPr>
          <p:cNvSpPr/>
          <p:nvPr userDrawn="1"/>
        </p:nvSpPr>
        <p:spPr>
          <a:xfrm>
            <a:off x="0" y="6490276"/>
            <a:ext cx="12192000" cy="216000"/>
          </a:xfrm>
          <a:prstGeom prst="rect">
            <a:avLst/>
          </a:prstGeom>
          <a:solidFill>
            <a:srgbClr val="FCE3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9E8AA2F9-B0A6-2E87-161D-34625E875C16}"/>
              </a:ext>
            </a:extLst>
          </p:cNvPr>
          <p:cNvPicPr>
            <a:picLocks noChangeAspect="1"/>
          </p:cNvPicPr>
          <p:nvPr userDrawn="1"/>
        </p:nvPicPr>
        <p:blipFill>
          <a:blip r:embed="rId2"/>
          <a:srcRect/>
          <a:stretch/>
        </p:blipFill>
        <p:spPr>
          <a:xfrm>
            <a:off x="838198" y="83274"/>
            <a:ext cx="2774403" cy="435476"/>
          </a:xfrm>
          <a:prstGeom prst="rect">
            <a:avLst/>
          </a:prstGeom>
        </p:spPr>
      </p:pic>
      <p:sp>
        <p:nvSpPr>
          <p:cNvPr id="9" name="TextBox 8">
            <a:extLst>
              <a:ext uri="{FF2B5EF4-FFF2-40B4-BE49-F238E27FC236}">
                <a16:creationId xmlns:a16="http://schemas.microsoft.com/office/drawing/2014/main" id="{87F6A02E-5A10-9A79-1C53-14963C2BD546}"/>
              </a:ext>
            </a:extLst>
          </p:cNvPr>
          <p:cNvSpPr txBox="1"/>
          <p:nvPr userDrawn="1"/>
        </p:nvSpPr>
        <p:spPr>
          <a:xfrm>
            <a:off x="11513256" y="6492128"/>
            <a:ext cx="409503" cy="214147"/>
          </a:xfrm>
          <a:prstGeom prst="rect">
            <a:avLst/>
          </a:prstGeom>
        </p:spPr>
        <p:txBody>
          <a:bodyPr wrap="square" lIns="0" tIns="0" rIns="0" bIns="0" rtlCol="0" anchor="ctr" anchorCtr="0">
            <a:noAutofit/>
          </a:bodyPr>
          <a:lstStyle/>
          <a:p>
            <a:pPr algn="r"/>
            <a:fld id="{DE63DE5B-D6E9-7B40-84C0-058E84E3C55A}" type="slidenum">
              <a:rPr lang="en-US" sz="1200" b="0" cap="none" spc="0" baseline="0" smtClean="0">
                <a:ln w="0"/>
                <a:solidFill>
                  <a:schemeClr val="bg1"/>
                </a:solidFill>
                <a:effectLst/>
              </a:rPr>
              <a:pPr algn="r"/>
              <a:t>‹#›</a:t>
            </a:fld>
            <a:r>
              <a:rPr lang="en-US" sz="1300" b="0" cap="none" spc="0" baseline="0" dirty="0">
                <a:ln w="0"/>
                <a:solidFill>
                  <a:schemeClr val="bg1"/>
                </a:solidFill>
                <a:effectLst/>
              </a:rPr>
              <a:t> </a:t>
            </a:r>
          </a:p>
        </p:txBody>
      </p:sp>
      <p:pic>
        <p:nvPicPr>
          <p:cNvPr id="2" name="Picture 1">
            <a:extLst>
              <a:ext uri="{FF2B5EF4-FFF2-40B4-BE49-F238E27FC236}">
                <a16:creationId xmlns:a16="http://schemas.microsoft.com/office/drawing/2014/main" id="{6CD4B5E0-A57F-F038-1862-4E7381A05A6D}"/>
              </a:ext>
            </a:extLst>
          </p:cNvPr>
          <p:cNvPicPr>
            <a:picLocks noChangeAspect="1"/>
          </p:cNvPicPr>
          <p:nvPr userDrawn="1"/>
        </p:nvPicPr>
        <p:blipFill>
          <a:blip r:embed="rId3"/>
          <a:srcRect/>
          <a:stretch/>
        </p:blipFill>
        <p:spPr>
          <a:xfrm>
            <a:off x="10526104" y="66501"/>
            <a:ext cx="1523597" cy="524517"/>
          </a:xfrm>
          <a:prstGeom prst="rect">
            <a:avLst/>
          </a:prstGeom>
        </p:spPr>
      </p:pic>
    </p:spTree>
    <p:extLst>
      <p:ext uri="{BB962C8B-B14F-4D97-AF65-F5344CB8AC3E}">
        <p14:creationId xmlns:p14="http://schemas.microsoft.com/office/powerpoint/2010/main" val="41815091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41801565"/>
      </p:ext>
    </p:extLst>
  </p:cSld>
  <p:clrMap bg1="lt1" tx1="dk1" bg2="lt2" tx2="dk2" accent1="accent1" accent2="accent2" accent3="accent3" accent4="accent4" accent5="accent5" accent6="accent6" hlink="hlink" folHlink="folHlink"/>
  <p:sldLayoutIdLst>
    <p:sldLayoutId id="2147483663" r:id="rId1"/>
    <p:sldLayoutId id="2147483656" r:id="rId2"/>
    <p:sldLayoutId id="2147483659" r:id="rId3"/>
    <p:sldLayoutId id="2147483660" r:id="rId4"/>
    <p:sldLayoutId id="2147483661" r:id="rId5"/>
    <p:sldLayoutId id="2147483662" r:id="rId6"/>
  </p:sldLayoutIdLst>
  <p:hf hdr="0" ftr="0" dt="0"/>
  <p:txStyles>
    <p:titleStyle>
      <a:lvl1pPr algn="ctr" defTabSz="914400" rtl="0" eaLnBrk="1" latinLnBrk="0" hangingPunct="1">
        <a:lnSpc>
          <a:spcPct val="90000"/>
        </a:lnSpc>
        <a:spcBef>
          <a:spcPct val="0"/>
        </a:spcBef>
        <a:buNone/>
        <a:defRPr sz="4400" kern="1200">
          <a:solidFill>
            <a:schemeClr val="bg1"/>
          </a:solidFill>
          <a:latin typeface="Open Sans" charset="0"/>
          <a:ea typeface="Open Sans" charset="0"/>
          <a:cs typeface="Open Sans"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2.svg"/><Relationship Id="rId5" Type="http://schemas.openxmlformats.org/officeDocument/2006/relationships/image" Target="../media/image7.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5.svg"/><Relationship Id="rId4" Type="http://schemas.openxmlformats.org/officeDocument/2006/relationships/image" Target="../media/image14.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7.sv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sv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838200" y="1288473"/>
            <a:ext cx="10515600" cy="669136"/>
          </a:xfrm>
          <a:prstGeom prst="rect">
            <a:avLst/>
          </a:prstGeom>
        </p:spPr>
        <p:txBody>
          <a:bodyPr anchor="ctr" anchorCtr="0">
            <a:normAutofit fontScale="92500" lnSpcReduction="20000"/>
          </a:bodyPr>
          <a:lstStyle/>
          <a:p>
            <a:pPr algn="ctr"/>
            <a:r>
              <a:rPr lang="en-US" sz="2800" b="1" dirty="0">
                <a:solidFill>
                  <a:srgbClr val="0B1F33"/>
                </a:solidFill>
              </a:rPr>
              <a:t>Flattening the Curve</a:t>
            </a:r>
          </a:p>
          <a:p>
            <a:pPr algn="ctr">
              <a:spcBef>
                <a:spcPts val="500"/>
              </a:spcBef>
            </a:pPr>
            <a:r>
              <a:rPr lang="en-US" sz="1400" b="0" dirty="0">
                <a:solidFill>
                  <a:srgbClr val="0B1F33"/>
                </a:solidFill>
              </a:rPr>
              <a:t>Implementing the SQL on FHIR ViewDefinition in .NET</a:t>
            </a:r>
          </a:p>
        </p:txBody>
      </p:sp>
      <p:sp>
        <p:nvSpPr>
          <p:cNvPr id="3" name="Title 2"/>
          <p:cNvSpPr>
            <a:spLocks noGrp="1"/>
          </p:cNvSpPr>
          <p:nvPr>
            <p:ph type="title"/>
          </p:nvPr>
        </p:nvSpPr>
        <p:spPr/>
        <p:txBody>
          <a:bodyPr/>
          <a:lstStyle/>
          <a:p>
            <a:r>
              <a:rPr lang="en-US" dirty="0"/>
              <a:t>Brendan Kowitz, Microsoft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PlaceHolder 1"/>
          <p:cNvSpPr>
            <a:spLocks noGrp="1"/>
          </p:cNvSpPr>
          <p:nvPr>
            <p:ph type="title"/>
          </p:nvPr>
        </p:nvSpPr>
        <p:spPr>
          <a:xfrm>
            <a:off x="841320" y="1043640"/>
            <a:ext cx="10515240" cy="886320"/>
          </a:xfrm>
          <a:prstGeom prst="rect">
            <a:avLst/>
          </a:prstGeom>
          <a:noFill/>
          <a:ln w="0">
            <a:noFill/>
          </a:ln>
        </p:spPr>
        <p:txBody>
          <a:bodyPr lIns="0" tIns="45000" rIns="90000" bIns="45000" anchor="t">
            <a:noAutofit/>
          </a:bodyPr>
          <a:lstStyle/>
          <a:p>
            <a:pPr indent="0" defTabSz="914400">
              <a:lnSpc>
                <a:spcPct val="90000"/>
              </a:lnSpc>
              <a:buNone/>
            </a:pPr>
            <a:r>
              <a:rPr lang="en-US" sz="3600" b="0" strike="noStrike" spc="-1">
                <a:solidFill>
                  <a:srgbClr val="0091B9"/>
                </a:solidFill>
                <a:latin typeface="Calibri"/>
                <a:ea typeface="Calibri"/>
              </a:rPr>
              <a:t>Who am I?</a:t>
            </a:r>
            <a:endParaRPr lang="en-US" sz="3600" b="0" strike="noStrike" spc="-1">
              <a:solidFill>
                <a:schemeClr val="dk1"/>
              </a:solidFill>
              <a:latin typeface="Calibri"/>
            </a:endParaRPr>
          </a:p>
        </p:txBody>
      </p:sp>
      <p:sp>
        <p:nvSpPr>
          <p:cNvPr id="82" name="TextBox 2"/>
          <p:cNvSpPr/>
          <p:nvPr/>
        </p:nvSpPr>
        <p:spPr>
          <a:xfrm>
            <a:off x="851569" y="1929960"/>
            <a:ext cx="7685211" cy="2323713"/>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1"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rPr>
              <a:t>Brendan Kowitz</a:t>
            </a:r>
          </a:p>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rPr>
              <a:t>EM for FHIR OSS, Azure Health Data Services (FHIR)</a:t>
            </a:r>
          </a:p>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rPr>
              <a:t>Originally from Australia; lived in the Pacific Northwest for the past 10+ years</a:t>
            </a:r>
          </a:p>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rPr>
              <a:t>github.com/</a:t>
            </a:r>
            <a:r>
              <a:rPr kumimoji="0" lang="en-US" sz="2800" b="0" i="0" u="none" strike="noStrike" kern="1200" cap="none" spc="0" normalizeH="0" baseline="0" noProof="0" dirty="0" err="1">
                <a:ln>
                  <a:noFill/>
                </a:ln>
                <a:solidFill>
                  <a:prstClr val="black">
                    <a:lumMod val="65000"/>
                    <a:lumOff val="35000"/>
                  </a:prstClr>
                </a:solidFill>
                <a:effectLst/>
                <a:uLnTx/>
                <a:uFillTx/>
                <a:latin typeface="Calibri" panose="020F0502020204030204"/>
                <a:ea typeface="+mn-ea"/>
                <a:cs typeface="+mn-cs"/>
              </a:rPr>
              <a:t>brendankowitz</a:t>
            </a:r>
            <a:endParaRPr kumimoji="0" lang="en-US" sz="2800" b="0"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endParaRPr>
          </a:p>
        </p:txBody>
      </p:sp>
      <p:pic>
        <p:nvPicPr>
          <p:cNvPr id="90" name="Speaker Photo"/>
          <p:cNvPicPr/>
          <p:nvPr/>
        </p:nvPicPr>
        <p:blipFill>
          <a:blip r:embed="rId3"/>
          <a:stretch>
            <a:fillRect/>
          </a:stretch>
        </p:blipFill>
        <p:spPr>
          <a:xfrm>
            <a:off x="9230375" y="2272850"/>
            <a:ext cx="1850000" cy="1850000"/>
          </a:xfrm>
          <a:prstGeom prst="ellipse">
            <a:avLst/>
          </a:prstGeom>
          <a:ln w="28575">
            <a:solidFill>
              <a:srgbClr val="0091B9"/>
            </a:solid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841320" y="1043640"/>
            <a:ext cx="10515240" cy="886320"/>
          </a:xfrm>
          <a:prstGeom prst="rect">
            <a:avLst/>
          </a:prstGeom>
          <a:noFill/>
          <a:ln w="0">
            <a:noFill/>
          </a:ln>
        </p:spPr>
        <p:txBody>
          <a:bodyPr lIns="0" tIns="45000" rIns="90000" bIns="45000" anchor="t">
            <a:noAutofit/>
          </a:bodyPr>
          <a:lstStyle/>
          <a:p>
            <a:pPr indent="0" defTabSz="914400">
              <a:lnSpc>
                <a:spcPct val="90000"/>
              </a:lnSpc>
              <a:buNone/>
            </a:pPr>
            <a:r>
              <a:rPr lang="en-US" sz="3600" b="0" strike="noStrike" spc="-1" dirty="0">
                <a:solidFill>
                  <a:srgbClr val="0091B9"/>
                </a:solidFill>
                <a:latin typeface="Calibri"/>
                <a:ea typeface="Calibri"/>
              </a:rPr>
              <a:t>SQL on FHIR libraries exist. Just not in .NET.</a:t>
            </a:r>
            <a:endParaRPr lang="en-US" sz="3600" b="0" strike="noStrike" spc="-1" dirty="0">
              <a:solidFill>
                <a:schemeClr val="dk1"/>
              </a:solidFill>
              <a:latin typeface="Calibri"/>
            </a:endParaRPr>
          </a:p>
        </p:txBody>
      </p:sp>
      <p:sp>
        <p:nvSpPr>
          <p:cNvPr id="88" name="TextBox 2"/>
          <p:cNvSpPr/>
          <p:nvPr/>
        </p:nvSpPr>
        <p:spPr>
          <a:xfrm>
            <a:off x="841320" y="1554480"/>
            <a:ext cx="10506240" cy="18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spcAft>
                <a:spcPts val="201"/>
              </a:spcAft>
            </a:pPr>
            <a:r>
              <a:rPr lang="en-US" sz="1200" b="1" strike="noStrike" spc="-1" dirty="0">
                <a:solidFill>
                  <a:srgbClr val="F26B21"/>
                </a:solidFill>
                <a:latin typeface="Calibri"/>
              </a:rPr>
              <a:t>THE ECOSYSTEM TODAY</a:t>
            </a:r>
            <a:endParaRPr lang="en-US" sz="1200" b="0" strike="noStrike" spc="-1" dirty="0">
              <a:solidFill>
                <a:srgbClr val="000000"/>
              </a:solidFill>
              <a:latin typeface="Arial"/>
            </a:endParaRPr>
          </a:p>
        </p:txBody>
      </p:sp>
      <p:sp>
        <p:nvSpPr>
          <p:cNvPr id="89" name="Rounded Rectangle 3"/>
          <p:cNvSpPr/>
          <p:nvPr/>
        </p:nvSpPr>
        <p:spPr>
          <a:xfrm>
            <a:off x="841320" y="2240280"/>
            <a:ext cx="10506240" cy="840960"/>
          </a:xfrm>
          <a:prstGeom prst="roundRect">
            <a:avLst>
              <a:gd name="adj" fmla="val 6000"/>
            </a:avLst>
          </a:prstGeom>
          <a:solidFill>
            <a:srgbClr val="FFFFFF"/>
          </a:solidFill>
          <a:ln w="9525">
            <a:solidFill>
              <a:srgbClr val="D7DDE1"/>
            </a:solidFill>
          </a:ln>
          <a:effectLst>
            <a:outerShdw blurRad="90000" dist="38160" dir="5400000" rotWithShape="0">
              <a:srgbClr val="1B2A33">
                <a:alpha val="18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90" name="Rectangle 4"/>
          <p:cNvSpPr/>
          <p:nvPr/>
        </p:nvSpPr>
        <p:spPr>
          <a:xfrm>
            <a:off x="841320" y="2295000"/>
            <a:ext cx="63720" cy="731160"/>
          </a:xfrm>
          <a:prstGeom prst="rect">
            <a:avLst/>
          </a:prstGeom>
          <a:solidFill>
            <a:srgbClr val="0091B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pic>
        <p:nvPicPr>
          <p:cNvPr id="91" name="Picture 5" descr="check.png"/>
          <p:cNvPicPr/>
          <p:nvPr/>
        </p:nvPicPr>
        <p:blipFill>
          <a:blip r:embed="rId3"/>
          <a:stretch/>
        </p:blipFill>
        <p:spPr>
          <a:xfrm>
            <a:off x="1161360" y="2432160"/>
            <a:ext cx="456840" cy="456840"/>
          </a:xfrm>
          <a:prstGeom prst="rect">
            <a:avLst/>
          </a:prstGeom>
          <a:ln w="0">
            <a:noFill/>
          </a:ln>
        </p:spPr>
      </p:pic>
      <p:sp>
        <p:nvSpPr>
          <p:cNvPr id="92" name="TextBox 6"/>
          <p:cNvSpPr/>
          <p:nvPr/>
        </p:nvSpPr>
        <p:spPr>
          <a:xfrm>
            <a:off x="1892880" y="2515680"/>
            <a:ext cx="5851800" cy="29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914400">
              <a:lnSpc>
                <a:spcPct val="100000"/>
              </a:lnSpc>
              <a:spcAft>
                <a:spcPts val="201"/>
              </a:spcAft>
            </a:pPr>
            <a:r>
              <a:rPr lang="en-US" sz="1900" b="1" strike="noStrike" spc="-1">
                <a:solidFill>
                  <a:srgbClr val="222A2E"/>
                </a:solidFill>
                <a:latin typeface="Calibri"/>
              </a:rPr>
              <a:t>JavaScript</a:t>
            </a:r>
            <a:endParaRPr lang="en-US" sz="1900" b="0" strike="noStrike" spc="-1">
              <a:solidFill>
                <a:srgbClr val="000000"/>
              </a:solidFill>
              <a:latin typeface="Arial"/>
            </a:endParaRPr>
          </a:p>
        </p:txBody>
      </p:sp>
      <p:sp>
        <p:nvSpPr>
          <p:cNvPr id="93" name="TextBox 7"/>
          <p:cNvSpPr/>
          <p:nvPr/>
        </p:nvSpPr>
        <p:spPr>
          <a:xfrm>
            <a:off x="5961960" y="2553480"/>
            <a:ext cx="5851800" cy="21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914400">
              <a:lnSpc>
                <a:spcPct val="100000"/>
              </a:lnSpc>
              <a:spcAft>
                <a:spcPts val="201"/>
              </a:spcAft>
            </a:pPr>
            <a:r>
              <a:rPr lang="en-US" sz="1400" b="0" strike="noStrike" spc="-1">
                <a:solidFill>
                  <a:srgbClr val="444A4D"/>
                </a:solidFill>
                <a:latin typeface="Calibri"/>
              </a:rPr>
              <a:t>HL7 reference implementation</a:t>
            </a:r>
            <a:endParaRPr lang="en-US" sz="1400" b="0" strike="noStrike" spc="-1">
              <a:solidFill>
                <a:srgbClr val="000000"/>
              </a:solidFill>
              <a:latin typeface="Arial"/>
            </a:endParaRPr>
          </a:p>
        </p:txBody>
      </p:sp>
      <p:sp>
        <p:nvSpPr>
          <p:cNvPr id="94" name="TextBox 8"/>
          <p:cNvSpPr/>
          <p:nvPr/>
        </p:nvSpPr>
        <p:spPr>
          <a:xfrm>
            <a:off x="9793080" y="2538360"/>
            <a:ext cx="1416960" cy="244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r" defTabSz="914400">
              <a:lnSpc>
                <a:spcPct val="100000"/>
              </a:lnSpc>
              <a:spcAft>
                <a:spcPts val="201"/>
              </a:spcAft>
            </a:pPr>
            <a:r>
              <a:rPr lang="en-US" sz="1600" b="1" strike="noStrike" spc="-1">
                <a:solidFill>
                  <a:srgbClr val="2E9E5B"/>
                </a:solidFill>
                <a:latin typeface="Calibri"/>
              </a:rPr>
              <a:t>✓</a:t>
            </a:r>
            <a:endParaRPr lang="en-US" sz="1600" b="0" strike="noStrike" spc="-1">
              <a:solidFill>
                <a:srgbClr val="000000"/>
              </a:solidFill>
              <a:latin typeface="Arial"/>
            </a:endParaRPr>
          </a:p>
        </p:txBody>
      </p:sp>
      <p:sp>
        <p:nvSpPr>
          <p:cNvPr id="95" name="Rounded Rectangle 9"/>
          <p:cNvSpPr/>
          <p:nvPr/>
        </p:nvSpPr>
        <p:spPr>
          <a:xfrm>
            <a:off x="841320" y="3227760"/>
            <a:ext cx="10506240" cy="840960"/>
          </a:xfrm>
          <a:prstGeom prst="roundRect">
            <a:avLst>
              <a:gd name="adj" fmla="val 6000"/>
            </a:avLst>
          </a:prstGeom>
          <a:solidFill>
            <a:srgbClr val="FFFFFF"/>
          </a:solidFill>
          <a:ln w="9525">
            <a:solidFill>
              <a:srgbClr val="D7DDE1"/>
            </a:solidFill>
          </a:ln>
          <a:effectLst>
            <a:outerShdw blurRad="90000" dist="38160" dir="5400000" rotWithShape="0">
              <a:srgbClr val="1B2A33">
                <a:alpha val="18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96" name="Rectangle 10"/>
          <p:cNvSpPr/>
          <p:nvPr/>
        </p:nvSpPr>
        <p:spPr>
          <a:xfrm>
            <a:off x="841320" y="3282840"/>
            <a:ext cx="63720" cy="731160"/>
          </a:xfrm>
          <a:prstGeom prst="rect">
            <a:avLst/>
          </a:prstGeom>
          <a:solidFill>
            <a:srgbClr val="0091B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pic>
        <p:nvPicPr>
          <p:cNvPr id="97" name="Picture 11" descr="check.png"/>
          <p:cNvPicPr/>
          <p:nvPr/>
        </p:nvPicPr>
        <p:blipFill>
          <a:blip r:embed="rId3"/>
          <a:stretch/>
        </p:blipFill>
        <p:spPr>
          <a:xfrm>
            <a:off x="1161360" y="3420000"/>
            <a:ext cx="456840" cy="456840"/>
          </a:xfrm>
          <a:prstGeom prst="rect">
            <a:avLst/>
          </a:prstGeom>
          <a:ln w="0">
            <a:noFill/>
          </a:ln>
        </p:spPr>
      </p:pic>
      <p:sp>
        <p:nvSpPr>
          <p:cNvPr id="98" name="TextBox 12"/>
          <p:cNvSpPr/>
          <p:nvPr/>
        </p:nvSpPr>
        <p:spPr>
          <a:xfrm>
            <a:off x="1892880" y="3503160"/>
            <a:ext cx="5851800" cy="29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914400">
              <a:lnSpc>
                <a:spcPct val="100000"/>
              </a:lnSpc>
              <a:spcAft>
                <a:spcPts val="201"/>
              </a:spcAft>
            </a:pPr>
            <a:r>
              <a:rPr lang="en-US" sz="1900" b="1" strike="noStrike" spc="-1">
                <a:solidFill>
                  <a:srgbClr val="222A2E"/>
                </a:solidFill>
                <a:latin typeface="Calibri"/>
              </a:rPr>
              <a:t>Python</a:t>
            </a:r>
            <a:endParaRPr lang="en-US" sz="1900" b="0" strike="noStrike" spc="-1">
              <a:solidFill>
                <a:srgbClr val="000000"/>
              </a:solidFill>
              <a:latin typeface="Arial"/>
            </a:endParaRPr>
          </a:p>
        </p:txBody>
      </p:sp>
      <p:sp>
        <p:nvSpPr>
          <p:cNvPr id="99" name="TextBox 13"/>
          <p:cNvSpPr/>
          <p:nvPr/>
        </p:nvSpPr>
        <p:spPr>
          <a:xfrm>
            <a:off x="5961960" y="3540960"/>
            <a:ext cx="5851800" cy="21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914400">
              <a:lnSpc>
                <a:spcPct val="100000"/>
              </a:lnSpc>
              <a:spcAft>
                <a:spcPts val="201"/>
              </a:spcAft>
            </a:pPr>
            <a:r>
              <a:rPr lang="en-US" sz="1400" b="0" strike="noStrike" spc="-1">
                <a:solidFill>
                  <a:srgbClr val="444A4D"/>
                </a:solidFill>
                <a:latin typeface="Calibri"/>
              </a:rPr>
              <a:t>Community libraries</a:t>
            </a:r>
            <a:endParaRPr lang="en-US" sz="1400" b="0" strike="noStrike" spc="-1">
              <a:solidFill>
                <a:srgbClr val="000000"/>
              </a:solidFill>
              <a:latin typeface="Arial"/>
            </a:endParaRPr>
          </a:p>
        </p:txBody>
      </p:sp>
      <p:sp>
        <p:nvSpPr>
          <p:cNvPr id="100" name="TextBox 14"/>
          <p:cNvSpPr/>
          <p:nvPr/>
        </p:nvSpPr>
        <p:spPr>
          <a:xfrm>
            <a:off x="9793080" y="3525840"/>
            <a:ext cx="1416960" cy="244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r" defTabSz="914400">
              <a:lnSpc>
                <a:spcPct val="100000"/>
              </a:lnSpc>
              <a:spcAft>
                <a:spcPts val="201"/>
              </a:spcAft>
            </a:pPr>
            <a:r>
              <a:rPr lang="en-US" sz="1600" b="1" strike="noStrike" spc="-1">
                <a:solidFill>
                  <a:srgbClr val="2E9E5B"/>
                </a:solidFill>
                <a:latin typeface="Calibri"/>
              </a:rPr>
              <a:t>✓</a:t>
            </a:r>
            <a:endParaRPr lang="en-US" sz="1600" b="0" strike="noStrike" spc="-1">
              <a:solidFill>
                <a:srgbClr val="000000"/>
              </a:solidFill>
              <a:latin typeface="Arial"/>
            </a:endParaRPr>
          </a:p>
        </p:txBody>
      </p:sp>
      <p:sp>
        <p:nvSpPr>
          <p:cNvPr id="101" name="Rounded Rectangle 15"/>
          <p:cNvSpPr/>
          <p:nvPr/>
        </p:nvSpPr>
        <p:spPr>
          <a:xfrm>
            <a:off x="841320" y="4215240"/>
            <a:ext cx="10506240" cy="840960"/>
          </a:xfrm>
          <a:prstGeom prst="roundRect">
            <a:avLst>
              <a:gd name="adj" fmla="val 6000"/>
            </a:avLst>
          </a:prstGeom>
          <a:solidFill>
            <a:srgbClr val="FFFFFF"/>
          </a:solidFill>
          <a:ln w="9525">
            <a:solidFill>
              <a:srgbClr val="D7DDE1"/>
            </a:solidFill>
          </a:ln>
          <a:effectLst>
            <a:outerShdw blurRad="90000" dist="38160" dir="5400000" rotWithShape="0">
              <a:srgbClr val="1B2A33">
                <a:alpha val="18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102" name="Rectangle 16"/>
          <p:cNvSpPr/>
          <p:nvPr/>
        </p:nvSpPr>
        <p:spPr>
          <a:xfrm>
            <a:off x="841320" y="4270320"/>
            <a:ext cx="63720" cy="731160"/>
          </a:xfrm>
          <a:prstGeom prst="rect">
            <a:avLst/>
          </a:prstGeom>
          <a:solidFill>
            <a:srgbClr val="0091B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pic>
        <p:nvPicPr>
          <p:cNvPr id="103" name="Picture 17" descr="check.png"/>
          <p:cNvPicPr/>
          <p:nvPr/>
        </p:nvPicPr>
        <p:blipFill>
          <a:blip r:embed="rId3"/>
          <a:stretch/>
        </p:blipFill>
        <p:spPr>
          <a:xfrm>
            <a:off x="1161360" y="4407480"/>
            <a:ext cx="456840" cy="456840"/>
          </a:xfrm>
          <a:prstGeom prst="rect">
            <a:avLst/>
          </a:prstGeom>
          <a:ln w="0">
            <a:noFill/>
          </a:ln>
        </p:spPr>
      </p:pic>
      <p:sp>
        <p:nvSpPr>
          <p:cNvPr id="104" name="TextBox 18"/>
          <p:cNvSpPr/>
          <p:nvPr/>
        </p:nvSpPr>
        <p:spPr>
          <a:xfrm>
            <a:off x="1892880" y="4490640"/>
            <a:ext cx="5851800" cy="29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914400">
              <a:lnSpc>
                <a:spcPct val="100000"/>
              </a:lnSpc>
              <a:spcAft>
                <a:spcPts val="201"/>
              </a:spcAft>
            </a:pPr>
            <a:r>
              <a:rPr lang="en-US" sz="1900" b="1" strike="noStrike" spc="-1">
                <a:solidFill>
                  <a:srgbClr val="222A2E"/>
                </a:solidFill>
                <a:latin typeface="Calibri"/>
              </a:rPr>
              <a:t>Java</a:t>
            </a:r>
            <a:endParaRPr lang="en-US" sz="1900" b="0" strike="noStrike" spc="-1">
              <a:solidFill>
                <a:srgbClr val="000000"/>
              </a:solidFill>
              <a:latin typeface="Arial"/>
            </a:endParaRPr>
          </a:p>
        </p:txBody>
      </p:sp>
      <p:sp>
        <p:nvSpPr>
          <p:cNvPr id="105" name="TextBox 19"/>
          <p:cNvSpPr/>
          <p:nvPr/>
        </p:nvSpPr>
        <p:spPr>
          <a:xfrm>
            <a:off x="5961960" y="4528440"/>
            <a:ext cx="5851800" cy="21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914400">
              <a:lnSpc>
                <a:spcPct val="100000"/>
              </a:lnSpc>
              <a:spcAft>
                <a:spcPts val="201"/>
              </a:spcAft>
            </a:pPr>
            <a:r>
              <a:rPr lang="en-US" sz="1400" b="0" strike="noStrike" spc="-1">
                <a:solidFill>
                  <a:srgbClr val="444A4D"/>
                </a:solidFill>
                <a:latin typeface="Calibri"/>
              </a:rPr>
              <a:t>Production tooling</a:t>
            </a:r>
            <a:endParaRPr lang="en-US" sz="1400" b="0" strike="noStrike" spc="-1">
              <a:solidFill>
                <a:srgbClr val="000000"/>
              </a:solidFill>
              <a:latin typeface="Arial"/>
            </a:endParaRPr>
          </a:p>
        </p:txBody>
      </p:sp>
      <p:sp>
        <p:nvSpPr>
          <p:cNvPr id="106" name="TextBox 20"/>
          <p:cNvSpPr/>
          <p:nvPr/>
        </p:nvSpPr>
        <p:spPr>
          <a:xfrm>
            <a:off x="9793080" y="4513320"/>
            <a:ext cx="1416960" cy="244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r" defTabSz="914400">
              <a:lnSpc>
                <a:spcPct val="100000"/>
              </a:lnSpc>
              <a:spcAft>
                <a:spcPts val="201"/>
              </a:spcAft>
            </a:pPr>
            <a:r>
              <a:rPr lang="en-US" sz="1600" b="1" strike="noStrike" spc="-1">
                <a:solidFill>
                  <a:srgbClr val="2E9E5B"/>
                </a:solidFill>
                <a:latin typeface="Calibri"/>
              </a:rPr>
              <a:t>✓</a:t>
            </a:r>
            <a:endParaRPr lang="en-US" sz="1600" b="0" strike="noStrike" spc="-1">
              <a:solidFill>
                <a:srgbClr val="000000"/>
              </a:solidFill>
              <a:latin typeface="Arial"/>
            </a:endParaRPr>
          </a:p>
        </p:txBody>
      </p:sp>
      <p:sp>
        <p:nvSpPr>
          <p:cNvPr id="107" name="Rounded Rectangle 21"/>
          <p:cNvSpPr/>
          <p:nvPr/>
        </p:nvSpPr>
        <p:spPr>
          <a:xfrm>
            <a:off x="841320" y="5203080"/>
            <a:ext cx="10506240" cy="840960"/>
          </a:xfrm>
          <a:prstGeom prst="roundRect">
            <a:avLst>
              <a:gd name="adj" fmla="val 6000"/>
            </a:avLst>
          </a:prstGeom>
          <a:solidFill>
            <a:srgbClr val="FFFFFF"/>
          </a:solidFill>
          <a:ln w="9525">
            <a:solidFill>
              <a:srgbClr val="D7DDE1"/>
            </a:solidFill>
          </a:ln>
          <a:effectLst>
            <a:outerShdw blurRad="90000" dist="38160" dir="5400000" rotWithShape="0">
              <a:srgbClr val="1B2A33">
                <a:alpha val="18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108" name="Rectangle 22"/>
          <p:cNvSpPr/>
          <p:nvPr/>
        </p:nvSpPr>
        <p:spPr>
          <a:xfrm>
            <a:off x="841320" y="5257800"/>
            <a:ext cx="63720" cy="731160"/>
          </a:xfrm>
          <a:prstGeom prst="rect">
            <a:avLst/>
          </a:prstGeom>
          <a:solidFill>
            <a:srgbClr val="C2401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pic>
        <p:nvPicPr>
          <p:cNvPr id="109" name="Picture 23" descr="cross.png"/>
          <p:cNvPicPr/>
          <p:nvPr/>
        </p:nvPicPr>
        <p:blipFill>
          <a:blip r:embed="rId4"/>
          <a:stretch/>
        </p:blipFill>
        <p:spPr>
          <a:xfrm>
            <a:off x="1161360" y="5394960"/>
            <a:ext cx="456840" cy="456840"/>
          </a:xfrm>
          <a:prstGeom prst="rect">
            <a:avLst/>
          </a:prstGeom>
          <a:ln w="0">
            <a:noFill/>
          </a:ln>
        </p:spPr>
      </p:pic>
      <p:sp>
        <p:nvSpPr>
          <p:cNvPr id="110" name="TextBox 24"/>
          <p:cNvSpPr/>
          <p:nvPr/>
        </p:nvSpPr>
        <p:spPr>
          <a:xfrm>
            <a:off x="1892880" y="5478480"/>
            <a:ext cx="5851800" cy="29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914400">
              <a:lnSpc>
                <a:spcPct val="100000"/>
              </a:lnSpc>
              <a:spcAft>
                <a:spcPts val="201"/>
              </a:spcAft>
            </a:pPr>
            <a:r>
              <a:rPr lang="en-US" sz="1900" b="1" strike="noStrike" spc="-1">
                <a:solidFill>
                  <a:srgbClr val="C2401F"/>
                </a:solidFill>
                <a:latin typeface="Calibri"/>
              </a:rPr>
              <a:t>.NET</a:t>
            </a:r>
            <a:endParaRPr lang="en-US" sz="1900" b="0" strike="noStrike" spc="-1">
              <a:solidFill>
                <a:srgbClr val="000000"/>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PlaceHolder 1"/>
          <p:cNvSpPr>
            <a:spLocks noGrp="1"/>
          </p:cNvSpPr>
          <p:nvPr>
            <p:ph type="title"/>
          </p:nvPr>
        </p:nvSpPr>
        <p:spPr>
          <a:xfrm>
            <a:off x="838200" y="1041400"/>
            <a:ext cx="10515600" cy="660400"/>
          </a:xfrm>
          <a:prstGeom prst="rect">
            <a:avLst/>
          </a:prstGeom>
          <a:noFill/>
          <a:ln w="0">
            <a:noFill/>
          </a:ln>
        </p:spPr>
        <p:txBody>
          <a:bodyPr lIns="0" tIns="45000" rIns="90000" bIns="45000" anchor="t">
            <a:noAutofit/>
          </a:bodyPr>
          <a:lstStyle/>
          <a:p>
            <a:pPr indent="0" algn="l" defTabSz="914400">
              <a:lnSpc>
                <a:spcPct val="100000"/>
              </a:lnSpc>
              <a:buNone/>
            </a:pPr>
            <a:r>
              <a:rPr lang="en-US" sz="3200" b="1" strike="noStrike" spc="-20">
                <a:solidFill>
                  <a:srgbClr val="222A2E"/>
                </a:solidFill>
                <a:latin typeface="Calibri"/>
                <a:ea typeface="Calibri"/>
                <a:cs typeface="Calibri"/>
              </a:rPr>
              <a:t>You're on .NET and want SQL on FHIR.</a:t>
            </a:r>
            <a:endParaRPr lang="en-US" sz="3200" b="1" strike="noStrike" spc="-20" dirty="0">
              <a:solidFill>
                <a:srgbClr val="222A2E"/>
              </a:solidFill>
              <a:latin typeface="Calibri"/>
              <a:ea typeface="Calibri"/>
              <a:cs typeface="Calibri"/>
            </a:endParaRPr>
          </a:p>
        </p:txBody>
      </p:sp>
      <p:sp>
        <p:nvSpPr>
          <p:cNvPr id="114" name="TextBox 2"/>
          <p:cNvSpPr/>
          <p:nvPr/>
        </p:nvSpPr>
        <p:spPr>
          <a:xfrm>
            <a:off x="838200" y="762000"/>
            <a:ext cx="7620000" cy="25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spcAft>
                <a:spcPts val="201"/>
              </a:spcAft>
            </a:pPr>
            <a:r>
              <a:rPr lang="en-US" sz="1200" b="1" strike="noStrike" spc="-1">
                <a:solidFill>
                  <a:srgbClr val="F26B21"/>
                </a:solidFill>
                <a:latin typeface="Calibri"/>
              </a:rPr>
              <a:t>BEFORE THIS PROJECT</a:t>
            </a:r>
            <a:endParaRPr lang="en-US" sz="1200" b="0" strike="noStrike" spc="-1">
              <a:solidFill>
                <a:srgbClr val="000000"/>
              </a:solidFill>
              <a:latin typeface="Arial"/>
            </a:endParaRPr>
          </a:p>
        </p:txBody>
      </p:sp>
      <p:sp>
        <p:nvSpPr>
          <p:cNvPr id="3" name="Subline">
            <a:extLst>
              <a:ext uri="{FF2B5EF4-FFF2-40B4-BE49-F238E27FC236}">
                <a16:creationId xmlns:a16="http://schemas.microsoft.com/office/drawing/2014/main" id="{72F8D2A1-F218-4340-A485-0CDC62F5EECA}"/>
              </a:ext>
            </a:extLst>
          </p:cNvPr>
          <p:cNvSpPr txBox="1"/>
          <p:nvPr/>
        </p:nvSpPr>
        <p:spPr>
          <a:xfrm>
            <a:off x="838200" y="1701800"/>
            <a:ext cx="10515600" cy="369717"/>
          </a:xfrm>
          <a:prstGeom prst="rect">
            <a:avLst/>
          </a:prstGeom>
          <a:noFill/>
        </p:spPr>
        <p:txBody>
          <a:bodyPr vertOverflow="overflow" vert="horz" wrap="square" rtlCol="0" anchor="t">
            <a:spAutoFit/>
          </a:bodyPr>
          <a:lstStyle/>
          <a:p>
            <a:pPr indent="0" defTabSz="914400">
              <a:lnSpc>
                <a:spcPct val="112000"/>
              </a:lnSpc>
              <a:buNone/>
            </a:pPr>
            <a:r>
              <a:rPr lang="en-US" sz="1700" strike="noStrike" spc="-1">
                <a:solidFill>
                  <a:srgbClr val="006E8C"/>
                </a:solidFill>
                <a:latin typeface="Calibri"/>
                <a:ea typeface="Calibri"/>
                <a:cs typeface="Calibri"/>
              </a:rPr>
              <a:t>A few options…</a:t>
            </a:r>
            <a:endParaRPr lang="en-US" sz="1700" strike="noStrike" spc="-1" dirty="0">
              <a:solidFill>
                <a:srgbClr val="006E8C"/>
              </a:solidFill>
              <a:latin typeface="Calibri"/>
              <a:ea typeface="Calibri"/>
              <a:cs typeface="Calibri"/>
            </a:endParaRPr>
          </a:p>
        </p:txBody>
      </p:sp>
      <p:sp>
        <p:nvSpPr>
          <p:cNvPr id="4" name="Card0">
            <a:extLst>
              <a:ext uri="{FF2B5EF4-FFF2-40B4-BE49-F238E27FC236}">
                <a16:creationId xmlns:a16="http://schemas.microsoft.com/office/drawing/2014/main" id="{605CB96A-B173-47A2-828C-EA10BFAA3A04}"/>
              </a:ext>
            </a:extLst>
          </p:cNvPr>
          <p:cNvSpPr/>
          <p:nvPr/>
        </p:nvSpPr>
        <p:spPr>
          <a:xfrm>
            <a:off x="838200" y="2197100"/>
            <a:ext cx="3352800" cy="3975100"/>
          </a:xfrm>
          <a:prstGeom prst="roundRect">
            <a:avLst/>
          </a:prstGeom>
          <a:solidFill>
            <a:srgbClr val="F5F7F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CardBar0">
            <a:extLst>
              <a:ext uri="{FF2B5EF4-FFF2-40B4-BE49-F238E27FC236}">
                <a16:creationId xmlns:a16="http://schemas.microsoft.com/office/drawing/2014/main" id="{11A2668C-1BEA-4C22-999A-29F1CDBC0D19}"/>
              </a:ext>
            </a:extLst>
          </p:cNvPr>
          <p:cNvSpPr/>
          <p:nvPr/>
        </p:nvSpPr>
        <p:spPr>
          <a:xfrm>
            <a:off x="838200" y="2197100"/>
            <a:ext cx="3352800" cy="76200"/>
          </a:xfrm>
          <a:prstGeom prst="rect">
            <a:avLst/>
          </a:prstGeom>
          <a:solidFill>
            <a:srgbClr val="F26B2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Badge0">
            <a:extLst>
              <a:ext uri="{FF2B5EF4-FFF2-40B4-BE49-F238E27FC236}">
                <a16:creationId xmlns:a16="http://schemas.microsoft.com/office/drawing/2014/main" id="{1130DCDE-C5EC-46DC-BB02-39B488A51EC8}"/>
              </a:ext>
            </a:extLst>
          </p:cNvPr>
          <p:cNvSpPr/>
          <p:nvPr/>
        </p:nvSpPr>
        <p:spPr>
          <a:xfrm>
            <a:off x="1117600" y="2552700"/>
            <a:ext cx="533400" cy="533400"/>
          </a:xfrm>
          <a:prstGeom prst="ellipse">
            <a:avLst/>
          </a:prstGeom>
          <a:solidFill>
            <a:srgbClr val="006E8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b="1">
                <a:solidFill>
                  <a:srgbClr val="FFFFFF"/>
                </a:solidFill>
                <a:latin typeface="Calibri"/>
                <a:ea typeface="Calibri"/>
                <a:cs typeface="Calibri"/>
              </a:rPr>
              <a:t>A</a:t>
            </a:r>
          </a:p>
        </p:txBody>
      </p:sp>
      <p:sp>
        <p:nvSpPr>
          <p:cNvPr id="7" name="Head0">
            <a:extLst>
              <a:ext uri="{FF2B5EF4-FFF2-40B4-BE49-F238E27FC236}">
                <a16:creationId xmlns:a16="http://schemas.microsoft.com/office/drawing/2014/main" id="{49102D76-308C-4E9B-9004-A0BB025968E0}"/>
              </a:ext>
            </a:extLst>
          </p:cNvPr>
          <p:cNvSpPr txBox="1"/>
          <p:nvPr/>
        </p:nvSpPr>
        <p:spPr>
          <a:xfrm>
            <a:off x="1117600" y="3276600"/>
            <a:ext cx="2794000" cy="787400"/>
          </a:xfrm>
          <a:prstGeom prst="rect">
            <a:avLst/>
          </a:prstGeom>
          <a:noFill/>
        </p:spPr>
        <p:txBody>
          <a:bodyPr vertOverflow="overflow" vert="horz" wrap="square" rtlCol="0" anchor="t">
            <a:noAutofit/>
          </a:bodyPr>
          <a:lstStyle/>
          <a:p>
            <a:r>
              <a:rPr lang="en-US" sz="1600" b="1">
                <a:solidFill>
                  <a:srgbClr val="222A2E"/>
                </a:solidFill>
                <a:latin typeface="Calibri"/>
                <a:ea typeface="Calibri"/>
                <a:cs typeface="Calibri"/>
              </a:rPr>
              <a:t>Run the reference impl out-of-process</a:t>
            </a:r>
          </a:p>
        </p:txBody>
      </p:sp>
      <p:sp>
        <p:nvSpPr>
          <p:cNvPr id="8" name="Body0">
            <a:extLst>
              <a:ext uri="{FF2B5EF4-FFF2-40B4-BE49-F238E27FC236}">
                <a16:creationId xmlns:a16="http://schemas.microsoft.com/office/drawing/2014/main" id="{D81ADF30-49BF-465A-AC8D-3CC5B6F4DED8}"/>
              </a:ext>
            </a:extLst>
          </p:cNvPr>
          <p:cNvSpPr txBox="1"/>
          <p:nvPr/>
        </p:nvSpPr>
        <p:spPr>
          <a:xfrm>
            <a:off x="1117600" y="4140200"/>
            <a:ext cx="2794000" cy="1905000"/>
          </a:xfrm>
          <a:prstGeom prst="rect">
            <a:avLst/>
          </a:prstGeom>
          <a:noFill/>
        </p:spPr>
        <p:txBody>
          <a:bodyPr vertOverflow="overflow" vert="horz" wrap="square" rtlCol="0" anchor="t">
            <a:noAutofit/>
          </a:bodyPr>
          <a:lstStyle/>
          <a:p>
            <a:r>
              <a:rPr lang="en-US" sz="1400" b="0">
                <a:solidFill>
                  <a:srgbClr val="444A4D"/>
                </a:solidFill>
                <a:latin typeface="Calibri"/>
                <a:ea typeface="Calibri"/>
                <a:cs typeface="Calibri"/>
              </a:rPr>
              <a:t>Shell out to the JS/Python runner — now you're running a non-.NET runtime inside a .NET stack.</a:t>
            </a:r>
          </a:p>
        </p:txBody>
      </p:sp>
      <p:sp>
        <p:nvSpPr>
          <p:cNvPr id="9" name="Card1">
            <a:extLst>
              <a:ext uri="{FF2B5EF4-FFF2-40B4-BE49-F238E27FC236}">
                <a16:creationId xmlns:a16="http://schemas.microsoft.com/office/drawing/2014/main" id="{7716CFB9-9BF9-498C-AA6C-2095D74AD0A5}"/>
              </a:ext>
            </a:extLst>
          </p:cNvPr>
          <p:cNvSpPr/>
          <p:nvPr/>
        </p:nvSpPr>
        <p:spPr>
          <a:xfrm>
            <a:off x="4419600" y="2197100"/>
            <a:ext cx="3352800" cy="3975100"/>
          </a:xfrm>
          <a:prstGeom prst="roundRect">
            <a:avLst/>
          </a:prstGeom>
          <a:solidFill>
            <a:srgbClr val="F5F7F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CardBar1">
            <a:extLst>
              <a:ext uri="{FF2B5EF4-FFF2-40B4-BE49-F238E27FC236}">
                <a16:creationId xmlns:a16="http://schemas.microsoft.com/office/drawing/2014/main" id="{93A7DF5C-469E-446B-BA0F-0237EFBFF402}"/>
              </a:ext>
            </a:extLst>
          </p:cNvPr>
          <p:cNvSpPr/>
          <p:nvPr/>
        </p:nvSpPr>
        <p:spPr>
          <a:xfrm>
            <a:off x="4419600" y="2197100"/>
            <a:ext cx="3352800" cy="76200"/>
          </a:xfrm>
          <a:prstGeom prst="rect">
            <a:avLst/>
          </a:prstGeom>
          <a:solidFill>
            <a:srgbClr val="F26B2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Badge1">
            <a:extLst>
              <a:ext uri="{FF2B5EF4-FFF2-40B4-BE49-F238E27FC236}">
                <a16:creationId xmlns:a16="http://schemas.microsoft.com/office/drawing/2014/main" id="{9188993B-76D1-4DFB-B6B1-D16AF9B8529C}"/>
              </a:ext>
            </a:extLst>
          </p:cNvPr>
          <p:cNvSpPr/>
          <p:nvPr/>
        </p:nvSpPr>
        <p:spPr>
          <a:xfrm>
            <a:off x="4699000" y="2552700"/>
            <a:ext cx="533400" cy="533400"/>
          </a:xfrm>
          <a:prstGeom prst="ellipse">
            <a:avLst/>
          </a:prstGeom>
          <a:solidFill>
            <a:srgbClr val="006E8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b="1">
                <a:solidFill>
                  <a:srgbClr val="FFFFFF"/>
                </a:solidFill>
                <a:latin typeface="Calibri"/>
                <a:ea typeface="Calibri"/>
                <a:cs typeface="Calibri"/>
              </a:rPr>
              <a:t>B</a:t>
            </a:r>
          </a:p>
        </p:txBody>
      </p:sp>
      <p:sp>
        <p:nvSpPr>
          <p:cNvPr id="12" name="Head1">
            <a:extLst>
              <a:ext uri="{FF2B5EF4-FFF2-40B4-BE49-F238E27FC236}">
                <a16:creationId xmlns:a16="http://schemas.microsoft.com/office/drawing/2014/main" id="{E7C0A530-B475-4416-92EC-1B1C8C1FF254}"/>
              </a:ext>
            </a:extLst>
          </p:cNvPr>
          <p:cNvSpPr txBox="1"/>
          <p:nvPr/>
        </p:nvSpPr>
        <p:spPr>
          <a:xfrm>
            <a:off x="4699000" y="3276600"/>
            <a:ext cx="2794000" cy="787400"/>
          </a:xfrm>
          <a:prstGeom prst="rect">
            <a:avLst/>
          </a:prstGeom>
          <a:noFill/>
        </p:spPr>
        <p:txBody>
          <a:bodyPr vertOverflow="overflow" vert="horz" wrap="square" rtlCol="0" anchor="t">
            <a:noAutofit/>
          </a:bodyPr>
          <a:lstStyle/>
          <a:p>
            <a:r>
              <a:rPr lang="en-US" sz="1600" b="1">
                <a:solidFill>
                  <a:srgbClr val="222A2E"/>
                </a:solidFill>
                <a:latin typeface="Calibri"/>
                <a:ea typeface="Calibri"/>
                <a:cs typeface="Calibri"/>
              </a:rPr>
              <a:t>Build the ViewDefinition layer yourself</a:t>
            </a:r>
          </a:p>
        </p:txBody>
      </p:sp>
      <p:sp>
        <p:nvSpPr>
          <p:cNvPr id="13" name="Body1">
            <a:extLst>
              <a:ext uri="{FF2B5EF4-FFF2-40B4-BE49-F238E27FC236}">
                <a16:creationId xmlns:a16="http://schemas.microsoft.com/office/drawing/2014/main" id="{8193D4E1-FBA5-4135-AD63-3954F756753B}"/>
              </a:ext>
            </a:extLst>
          </p:cNvPr>
          <p:cNvSpPr txBox="1"/>
          <p:nvPr/>
        </p:nvSpPr>
        <p:spPr>
          <a:xfrm>
            <a:off x="4699000" y="4140200"/>
            <a:ext cx="2794000" cy="1905000"/>
          </a:xfrm>
          <a:prstGeom prst="rect">
            <a:avLst/>
          </a:prstGeom>
          <a:noFill/>
        </p:spPr>
        <p:txBody>
          <a:bodyPr vertOverflow="overflow" vert="horz" wrap="square" rtlCol="0" anchor="t">
            <a:noAutofit/>
          </a:bodyPr>
          <a:lstStyle/>
          <a:p>
            <a:r>
              <a:rPr lang="en-US" sz="1400" b="0">
                <a:solidFill>
                  <a:srgbClr val="444A4D"/>
                </a:solidFill>
                <a:latin typeface="Calibri"/>
                <a:ea typeface="Calibri"/>
                <a:cs typeface="Calibri"/>
              </a:rPr>
              <a:t>You own the flattening and every spec-conformance edge case — and re-own it each release.</a:t>
            </a:r>
          </a:p>
        </p:txBody>
      </p:sp>
      <p:sp>
        <p:nvSpPr>
          <p:cNvPr id="14" name="Card2">
            <a:extLst>
              <a:ext uri="{FF2B5EF4-FFF2-40B4-BE49-F238E27FC236}">
                <a16:creationId xmlns:a16="http://schemas.microsoft.com/office/drawing/2014/main" id="{0D0E0650-BBEC-49DD-BDF8-773956029F44}"/>
              </a:ext>
            </a:extLst>
          </p:cNvPr>
          <p:cNvSpPr/>
          <p:nvPr/>
        </p:nvSpPr>
        <p:spPr>
          <a:xfrm>
            <a:off x="8001000" y="2197100"/>
            <a:ext cx="3352800" cy="3975100"/>
          </a:xfrm>
          <a:prstGeom prst="roundRect">
            <a:avLst/>
          </a:prstGeom>
          <a:solidFill>
            <a:srgbClr val="F5F7F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CardBar2">
            <a:extLst>
              <a:ext uri="{FF2B5EF4-FFF2-40B4-BE49-F238E27FC236}">
                <a16:creationId xmlns:a16="http://schemas.microsoft.com/office/drawing/2014/main" id="{1059EB38-754E-4F1E-A17E-981DD74EC6DB}"/>
              </a:ext>
            </a:extLst>
          </p:cNvPr>
          <p:cNvSpPr/>
          <p:nvPr/>
        </p:nvSpPr>
        <p:spPr>
          <a:xfrm>
            <a:off x="8001000" y="2197100"/>
            <a:ext cx="3352800" cy="76200"/>
          </a:xfrm>
          <a:prstGeom prst="rect">
            <a:avLst/>
          </a:prstGeom>
          <a:solidFill>
            <a:srgbClr val="F26B2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Badge2">
            <a:extLst>
              <a:ext uri="{FF2B5EF4-FFF2-40B4-BE49-F238E27FC236}">
                <a16:creationId xmlns:a16="http://schemas.microsoft.com/office/drawing/2014/main" id="{DB570DB5-08BA-4E28-A9D9-8A90393316FA}"/>
              </a:ext>
            </a:extLst>
          </p:cNvPr>
          <p:cNvSpPr/>
          <p:nvPr/>
        </p:nvSpPr>
        <p:spPr>
          <a:xfrm>
            <a:off x="8280400" y="2552700"/>
            <a:ext cx="533400" cy="533400"/>
          </a:xfrm>
          <a:prstGeom prst="ellipse">
            <a:avLst/>
          </a:prstGeom>
          <a:solidFill>
            <a:srgbClr val="006E8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b="1">
                <a:solidFill>
                  <a:srgbClr val="FFFFFF"/>
                </a:solidFill>
                <a:latin typeface="Calibri"/>
                <a:ea typeface="Calibri"/>
                <a:cs typeface="Calibri"/>
              </a:rPr>
              <a:t>C</a:t>
            </a:r>
          </a:p>
        </p:txBody>
      </p:sp>
      <p:sp>
        <p:nvSpPr>
          <p:cNvPr id="17" name="Head2">
            <a:extLst>
              <a:ext uri="{FF2B5EF4-FFF2-40B4-BE49-F238E27FC236}">
                <a16:creationId xmlns:a16="http://schemas.microsoft.com/office/drawing/2014/main" id="{32E4C41A-E53A-4512-BC4E-8A79632F2880}"/>
              </a:ext>
            </a:extLst>
          </p:cNvPr>
          <p:cNvSpPr txBox="1"/>
          <p:nvPr/>
        </p:nvSpPr>
        <p:spPr>
          <a:xfrm>
            <a:off x="8280400" y="3276600"/>
            <a:ext cx="2794000" cy="787400"/>
          </a:xfrm>
          <a:prstGeom prst="rect">
            <a:avLst/>
          </a:prstGeom>
          <a:noFill/>
        </p:spPr>
        <p:txBody>
          <a:bodyPr vertOverflow="overflow" vert="horz" wrap="square" rtlCol="0" anchor="t">
            <a:noAutofit/>
          </a:bodyPr>
          <a:lstStyle/>
          <a:p>
            <a:r>
              <a:rPr lang="en-US" sz="1600" b="1">
                <a:solidFill>
                  <a:srgbClr val="222A2E"/>
                </a:solidFill>
                <a:latin typeface="Calibri"/>
                <a:ea typeface="Calibri"/>
                <a:cs typeface="Calibri"/>
              </a:rPr>
              <a:t>Use database view architecture</a:t>
            </a:r>
          </a:p>
        </p:txBody>
      </p:sp>
      <p:sp>
        <p:nvSpPr>
          <p:cNvPr id="18" name="Body2">
            <a:extLst>
              <a:ext uri="{FF2B5EF4-FFF2-40B4-BE49-F238E27FC236}">
                <a16:creationId xmlns:a16="http://schemas.microsoft.com/office/drawing/2014/main" id="{79E6C120-0D3E-463A-AE11-B8F73DF5FCE0}"/>
              </a:ext>
            </a:extLst>
          </p:cNvPr>
          <p:cNvSpPr txBox="1"/>
          <p:nvPr/>
        </p:nvSpPr>
        <p:spPr>
          <a:xfrm>
            <a:off x="8280400" y="4140200"/>
            <a:ext cx="2794000" cy="1905000"/>
          </a:xfrm>
          <a:prstGeom prst="rect">
            <a:avLst/>
          </a:prstGeom>
          <a:noFill/>
        </p:spPr>
        <p:txBody>
          <a:bodyPr vertOverflow="overflow" vert="horz" wrap="square" rtlCol="0" anchor="t">
            <a:noAutofit/>
          </a:bodyPr>
          <a:lstStyle/>
          <a:p>
            <a:r>
              <a:rPr lang="en-US" sz="1400">
                <a:solidFill>
                  <a:srgbClr val="444A4D"/>
                </a:solidFill>
                <a:latin typeface="Calibri"/>
                <a:ea typeface="Calibri"/>
                <a:cs typeface="Calibri"/>
              </a:rPr>
              <a:t>Translate ViewDefinitions to SQL inside a FHIR-native database. Powerful — but a full architectural commitment that may not fit your .NET stack.</a:t>
            </a:r>
          </a:p>
        </p:txBody>
      </p:sp>
    </p:spTree>
    <p:extLst>
      <p:ext uri="{BB962C8B-B14F-4D97-AF65-F5344CB8AC3E}">
        <p14:creationId xmlns:p14="http://schemas.microsoft.com/office/powerpoint/2010/main" val="5720200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925C53C-AF16-753F-AC6A-C8F3F00E8546}"/>
              </a:ext>
            </a:extLst>
          </p:cNvPr>
          <p:cNvSpPr>
            <a:spLocks noGrp="1"/>
          </p:cNvSpPr>
          <p:nvPr>
            <p:ph type="body" sz="quarter" idx="10"/>
          </p:nvPr>
        </p:nvSpPr>
        <p:spPr/>
        <p:txBody>
          <a:bodyPr/>
          <a:lstStyle/>
          <a:p>
            <a:endParaRPr lang="en-US" dirty="0"/>
          </a:p>
        </p:txBody>
      </p:sp>
      <p:pic>
        <p:nvPicPr>
          <p:cNvPr id="6" name="Picture 5">
            <a:extLst>
              <a:ext uri="{FF2B5EF4-FFF2-40B4-BE49-F238E27FC236}">
                <a16:creationId xmlns:a16="http://schemas.microsoft.com/office/drawing/2014/main" id="{67D030EE-DA13-A67E-B7CA-7535E7C50A83}"/>
              </a:ext>
            </a:extLst>
          </p:cNvPr>
          <p:cNvPicPr>
            <a:picLocks noChangeAspect="1"/>
          </p:cNvPicPr>
          <p:nvPr/>
        </p:nvPicPr>
        <p:blipFill>
          <a:blip r:embed="rId2"/>
          <a:stretch>
            <a:fillRect/>
          </a:stretch>
        </p:blipFill>
        <p:spPr>
          <a:xfrm>
            <a:off x="1060015" y="830024"/>
            <a:ext cx="9660068" cy="5197952"/>
          </a:xfrm>
          <a:prstGeom prst="rect">
            <a:avLst/>
          </a:prstGeom>
        </p:spPr>
      </p:pic>
      <p:sp>
        <p:nvSpPr>
          <p:cNvPr id="8" name="TextBox 7">
            <a:extLst>
              <a:ext uri="{FF2B5EF4-FFF2-40B4-BE49-F238E27FC236}">
                <a16:creationId xmlns:a16="http://schemas.microsoft.com/office/drawing/2014/main" id="{685F8BCA-98CF-CD78-C3D1-603FB7BE7FDF}"/>
              </a:ext>
            </a:extLst>
          </p:cNvPr>
          <p:cNvSpPr txBox="1"/>
          <p:nvPr/>
        </p:nvSpPr>
        <p:spPr>
          <a:xfrm>
            <a:off x="997118" y="6037713"/>
            <a:ext cx="6626392" cy="369332"/>
          </a:xfrm>
          <a:prstGeom prst="rect">
            <a:avLst/>
          </a:prstGeom>
          <a:noFill/>
        </p:spPr>
        <p:txBody>
          <a:bodyPr wrap="square">
            <a:spAutoFit/>
          </a:bodyPr>
          <a:lstStyle/>
          <a:p>
            <a:r>
              <a:rPr lang="en-US" dirty="0"/>
              <a:t>https://build.fhir.org/ig/FHIR/sql-on-fhir-v2/</a:t>
            </a:r>
          </a:p>
        </p:txBody>
      </p:sp>
    </p:spTree>
    <p:extLst>
      <p:ext uri="{BB962C8B-B14F-4D97-AF65-F5344CB8AC3E}">
        <p14:creationId xmlns:p14="http://schemas.microsoft.com/office/powerpoint/2010/main" val="4185847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PlaceHolder 1"/>
          <p:cNvSpPr>
            <a:spLocks noGrp="1"/>
          </p:cNvSpPr>
          <p:nvPr>
            <p:ph type="title"/>
          </p:nvPr>
        </p:nvSpPr>
        <p:spPr>
          <a:xfrm>
            <a:off x="841320" y="1043640"/>
            <a:ext cx="10515240" cy="886320"/>
          </a:xfrm>
          <a:prstGeom prst="rect">
            <a:avLst/>
          </a:prstGeom>
          <a:noFill/>
          <a:ln w="0">
            <a:noFill/>
          </a:ln>
        </p:spPr>
        <p:txBody>
          <a:bodyPr lIns="0" tIns="45000" rIns="90000" bIns="45000" anchor="t">
            <a:noAutofit/>
          </a:bodyPr>
          <a:lstStyle/>
          <a:p>
            <a:pPr indent="0" defTabSz="914400">
              <a:lnSpc>
                <a:spcPct val="90000"/>
              </a:lnSpc>
              <a:buNone/>
            </a:pPr>
            <a:r>
              <a:rPr lang="en-US" sz="3600" b="0" strike="noStrike" spc="-1" dirty="0" err="1">
                <a:solidFill>
                  <a:srgbClr val="0091B9"/>
                </a:solidFill>
                <a:latin typeface="Calibri"/>
                <a:ea typeface="Calibri"/>
              </a:rPr>
              <a:t>Ignixa.SqlOnFhir</a:t>
            </a:r>
            <a:endParaRPr lang="en-US" sz="3600" b="0" strike="noStrike" spc="-1" dirty="0">
              <a:solidFill>
                <a:schemeClr val="dk1"/>
              </a:solidFill>
              <a:latin typeface="Calibri"/>
            </a:endParaRPr>
          </a:p>
        </p:txBody>
      </p:sp>
      <p:sp>
        <p:nvSpPr>
          <p:cNvPr id="137" name="TextBox 2"/>
          <p:cNvSpPr/>
          <p:nvPr/>
        </p:nvSpPr>
        <p:spPr>
          <a:xfrm>
            <a:off x="841320" y="1554480"/>
            <a:ext cx="10506240" cy="18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spcAft>
                <a:spcPts val="201"/>
              </a:spcAft>
            </a:pPr>
            <a:r>
              <a:rPr lang="en-US" sz="1200" b="1" strike="noStrike" spc="-1">
                <a:solidFill>
                  <a:srgbClr val="F26B21"/>
                </a:solidFill>
                <a:latin typeface="Calibri"/>
              </a:rPr>
              <a:t>INTRODUCING</a:t>
            </a:r>
            <a:endParaRPr lang="en-US" sz="1200" b="0" strike="noStrike" spc="-1">
              <a:solidFill>
                <a:srgbClr val="000000"/>
              </a:solidFill>
              <a:latin typeface="Arial"/>
            </a:endParaRPr>
          </a:p>
        </p:txBody>
      </p:sp>
      <p:sp>
        <p:nvSpPr>
          <p:cNvPr id="138" name="Rounded Rectangle 3"/>
          <p:cNvSpPr/>
          <p:nvPr/>
        </p:nvSpPr>
        <p:spPr>
          <a:xfrm>
            <a:off x="841320" y="2197100"/>
            <a:ext cx="5760360" cy="774700"/>
          </a:xfrm>
          <a:prstGeom prst="roundRect">
            <a:avLst>
              <a:gd name="adj" fmla="val 6000"/>
            </a:avLst>
          </a:prstGeom>
          <a:solidFill>
            <a:srgbClr val="FFFFFF"/>
          </a:solidFill>
          <a:ln w="9525">
            <a:solidFill>
              <a:srgbClr val="D7DDE1"/>
            </a:solidFill>
          </a:ln>
          <a:effectLst>
            <a:outerShdw blurRad="90000" dist="38160" dir="5400000" rotWithShape="0">
              <a:srgbClr val="1B2A33">
                <a:alpha val="18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139" name="Rectangle 4"/>
          <p:cNvSpPr/>
          <p:nvPr/>
        </p:nvSpPr>
        <p:spPr>
          <a:xfrm>
            <a:off x="841320" y="2247900"/>
            <a:ext cx="63720" cy="673100"/>
          </a:xfrm>
          <a:prstGeom prst="rect">
            <a:avLst/>
          </a:prstGeom>
          <a:solidFill>
            <a:srgbClr val="0091B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pic>
        <p:nvPicPr>
          <p:cNvPr id="140" name="Picture 5" descr="dotnet.png"/>
          <p:cNvPicPr/>
          <p:nvPr/>
        </p:nvPicPr>
        <p:blipFill>
          <a:blip r:embed="rId3"/>
          <a:stretch/>
        </p:blipFill>
        <p:spPr>
          <a:xfrm>
            <a:off x="1134000" y="2324100"/>
            <a:ext cx="502560" cy="502560"/>
          </a:xfrm>
          <a:prstGeom prst="rect">
            <a:avLst/>
          </a:prstGeom>
          <a:ln w="0">
            <a:noFill/>
          </a:ln>
        </p:spPr>
      </p:pic>
      <p:sp>
        <p:nvSpPr>
          <p:cNvPr id="141" name="TextBox 6"/>
          <p:cNvSpPr/>
          <p:nvPr/>
        </p:nvSpPr>
        <p:spPr>
          <a:xfrm>
            <a:off x="1892880" y="2311400"/>
            <a:ext cx="4571640" cy="259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spcAft>
                <a:spcPts val="201"/>
              </a:spcAft>
            </a:pPr>
            <a:r>
              <a:rPr lang="en-US" sz="1700" b="1" strike="noStrike" spc="-1" dirty="0">
                <a:solidFill>
                  <a:srgbClr val="222A2E"/>
                </a:solidFill>
                <a:latin typeface="Calibri"/>
              </a:rPr>
              <a:t>Native .NET 9/10</a:t>
            </a:r>
            <a:endParaRPr lang="en-US" sz="1700" b="0" strike="noStrike" spc="-1" dirty="0">
              <a:solidFill>
                <a:srgbClr val="000000"/>
              </a:solidFill>
              <a:latin typeface="Arial"/>
            </a:endParaRPr>
          </a:p>
        </p:txBody>
      </p:sp>
      <p:sp>
        <p:nvSpPr>
          <p:cNvPr id="142" name="TextBox 7"/>
          <p:cNvSpPr/>
          <p:nvPr/>
        </p:nvSpPr>
        <p:spPr>
          <a:xfrm>
            <a:off x="1892880" y="2590800"/>
            <a:ext cx="4571640" cy="190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spcAft>
                <a:spcPts val="201"/>
              </a:spcAft>
            </a:pPr>
            <a:r>
              <a:rPr lang="en-US" sz="1250" b="0" strike="noStrike" spc="-1">
                <a:solidFill>
                  <a:srgbClr val="444A4D"/>
                </a:solidFill>
                <a:latin typeface="Calibri"/>
              </a:rPr>
              <a:t>No JVM. No Python. No sidecar.</a:t>
            </a:r>
            <a:endParaRPr lang="en-US" sz="1250" b="0" strike="noStrike" spc="-1">
              <a:solidFill>
                <a:srgbClr val="000000"/>
              </a:solidFill>
              <a:latin typeface="Arial"/>
            </a:endParaRPr>
          </a:p>
        </p:txBody>
      </p:sp>
      <p:sp>
        <p:nvSpPr>
          <p:cNvPr id="143" name="Rounded Rectangle 8"/>
          <p:cNvSpPr/>
          <p:nvPr/>
        </p:nvSpPr>
        <p:spPr>
          <a:xfrm>
            <a:off x="841320" y="3111500"/>
            <a:ext cx="5760360" cy="774700"/>
          </a:xfrm>
          <a:prstGeom prst="roundRect">
            <a:avLst>
              <a:gd name="adj" fmla="val 6000"/>
            </a:avLst>
          </a:prstGeom>
          <a:solidFill>
            <a:srgbClr val="FFFFFF"/>
          </a:solidFill>
          <a:ln w="9525">
            <a:solidFill>
              <a:srgbClr val="D7DDE1"/>
            </a:solidFill>
          </a:ln>
          <a:effectLst>
            <a:outerShdw blurRad="90000" dist="38160" dir="5400000" rotWithShape="0">
              <a:srgbClr val="1B2A33">
                <a:alpha val="18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144" name="Rectangle 9"/>
          <p:cNvSpPr/>
          <p:nvPr/>
        </p:nvSpPr>
        <p:spPr>
          <a:xfrm>
            <a:off x="841320" y="3162300"/>
            <a:ext cx="63720" cy="673100"/>
          </a:xfrm>
          <a:prstGeom prst="rect">
            <a:avLst/>
          </a:prstGeom>
          <a:solidFill>
            <a:srgbClr val="0091B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pic>
        <p:nvPicPr>
          <p:cNvPr id="145" name="Picture 10" descr="versions.png"/>
          <p:cNvPicPr/>
          <p:nvPr/>
        </p:nvPicPr>
        <p:blipFill>
          <a:blip r:embed="rId4"/>
          <a:stretch/>
        </p:blipFill>
        <p:spPr>
          <a:xfrm>
            <a:off x="1134000" y="3238500"/>
            <a:ext cx="502560" cy="502560"/>
          </a:xfrm>
          <a:prstGeom prst="rect">
            <a:avLst/>
          </a:prstGeom>
          <a:ln w="0">
            <a:noFill/>
          </a:ln>
        </p:spPr>
      </p:pic>
      <p:sp>
        <p:nvSpPr>
          <p:cNvPr id="146" name="TextBox 11"/>
          <p:cNvSpPr/>
          <p:nvPr/>
        </p:nvSpPr>
        <p:spPr>
          <a:xfrm>
            <a:off x="1892880" y="3225800"/>
            <a:ext cx="4571640" cy="259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spcAft>
                <a:spcPts val="201"/>
              </a:spcAft>
            </a:pPr>
            <a:r>
              <a:rPr lang="en-US" sz="1700" b="1" strike="noStrike" spc="-1">
                <a:solidFill>
                  <a:srgbClr val="222A2E"/>
                </a:solidFill>
                <a:latin typeface="Calibri"/>
              </a:rPr>
              <a:t>Multi-version</a:t>
            </a:r>
            <a:endParaRPr lang="en-US" sz="1700" b="0" strike="noStrike" spc="-1">
              <a:solidFill>
                <a:srgbClr val="000000"/>
              </a:solidFill>
              <a:latin typeface="Arial"/>
            </a:endParaRPr>
          </a:p>
        </p:txBody>
      </p:sp>
      <p:sp>
        <p:nvSpPr>
          <p:cNvPr id="147" name="TextBox 12"/>
          <p:cNvSpPr/>
          <p:nvPr/>
        </p:nvSpPr>
        <p:spPr>
          <a:xfrm>
            <a:off x="1892880" y="3505200"/>
            <a:ext cx="4571640" cy="190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spcAft>
                <a:spcPts val="201"/>
              </a:spcAft>
            </a:pPr>
            <a:r>
              <a:rPr lang="en-US" sz="1250" b="0" strike="noStrike" spc="-1" dirty="0">
                <a:solidFill>
                  <a:srgbClr val="444A4D"/>
                </a:solidFill>
                <a:latin typeface="Calibri"/>
              </a:rPr>
              <a:t>STU3 · R4 · R4B · R5</a:t>
            </a:r>
            <a:r>
              <a:rPr lang="en-US" sz="1250" spc="-1" dirty="0">
                <a:solidFill>
                  <a:srgbClr val="444A4D"/>
                </a:solidFill>
              </a:rPr>
              <a:t> · R6-ballot</a:t>
            </a:r>
            <a:r>
              <a:rPr lang="en-US" sz="1250" b="0" strike="noStrike" spc="-1" dirty="0">
                <a:solidFill>
                  <a:srgbClr val="444A4D"/>
                </a:solidFill>
                <a:latin typeface="Calibri"/>
              </a:rPr>
              <a:t> - one codebase.</a:t>
            </a:r>
            <a:endParaRPr lang="en-US" sz="1250" b="0" strike="noStrike" spc="-1" dirty="0">
              <a:solidFill>
                <a:srgbClr val="000000"/>
              </a:solidFill>
              <a:latin typeface="Arial"/>
            </a:endParaRPr>
          </a:p>
        </p:txBody>
      </p:sp>
      <p:sp>
        <p:nvSpPr>
          <p:cNvPr id="148" name="Rounded Rectangle 13"/>
          <p:cNvSpPr/>
          <p:nvPr/>
        </p:nvSpPr>
        <p:spPr>
          <a:xfrm>
            <a:off x="841320" y="4025900"/>
            <a:ext cx="5760360" cy="774700"/>
          </a:xfrm>
          <a:prstGeom prst="roundRect">
            <a:avLst>
              <a:gd name="adj" fmla="val 6000"/>
            </a:avLst>
          </a:prstGeom>
          <a:solidFill>
            <a:srgbClr val="FFFFFF"/>
          </a:solidFill>
          <a:ln w="9525">
            <a:solidFill>
              <a:srgbClr val="D7DDE1"/>
            </a:solidFill>
          </a:ln>
          <a:effectLst>
            <a:outerShdw blurRad="90000" dist="38160" dir="5400000" rotWithShape="0">
              <a:srgbClr val="1B2A33">
                <a:alpha val="18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149" name="Rectangle 14"/>
          <p:cNvSpPr/>
          <p:nvPr/>
        </p:nvSpPr>
        <p:spPr>
          <a:xfrm>
            <a:off x="841320" y="4076700"/>
            <a:ext cx="63720" cy="673100"/>
          </a:xfrm>
          <a:prstGeom prst="rect">
            <a:avLst/>
          </a:prstGeom>
          <a:solidFill>
            <a:srgbClr val="0091B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pic>
        <p:nvPicPr>
          <p:cNvPr id="150" name="Picture 15" descr="check.png"/>
          <p:cNvPicPr/>
          <p:nvPr/>
        </p:nvPicPr>
        <p:blipFill>
          <a:blip r:embed="rId5"/>
          <a:stretch/>
        </p:blipFill>
        <p:spPr>
          <a:xfrm>
            <a:off x="1134000" y="4152900"/>
            <a:ext cx="502560" cy="502560"/>
          </a:xfrm>
          <a:prstGeom prst="rect">
            <a:avLst/>
          </a:prstGeom>
          <a:ln w="0">
            <a:noFill/>
          </a:ln>
        </p:spPr>
      </p:pic>
      <p:sp>
        <p:nvSpPr>
          <p:cNvPr id="151" name="TextBox 16"/>
          <p:cNvSpPr/>
          <p:nvPr/>
        </p:nvSpPr>
        <p:spPr>
          <a:xfrm>
            <a:off x="1892880" y="4140200"/>
            <a:ext cx="4571640" cy="259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spcAft>
                <a:spcPts val="201"/>
              </a:spcAft>
            </a:pPr>
            <a:r>
              <a:rPr lang="en-US" sz="1700" b="1" strike="noStrike" spc="-1">
                <a:solidFill>
                  <a:srgbClr val="222A2E"/>
                </a:solidFill>
                <a:latin typeface="Calibri"/>
              </a:rPr>
              <a:t>MIT licensed</a:t>
            </a:r>
            <a:endParaRPr lang="en-US" sz="1700" b="0" strike="noStrike" spc="-1">
              <a:solidFill>
                <a:srgbClr val="000000"/>
              </a:solidFill>
              <a:latin typeface="Arial"/>
            </a:endParaRPr>
          </a:p>
        </p:txBody>
      </p:sp>
      <p:sp>
        <p:nvSpPr>
          <p:cNvPr id="152" name="TextBox 17"/>
          <p:cNvSpPr/>
          <p:nvPr/>
        </p:nvSpPr>
        <p:spPr>
          <a:xfrm>
            <a:off x="1892880" y="4419600"/>
            <a:ext cx="4571640" cy="190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spcAft>
                <a:spcPts val="201"/>
              </a:spcAft>
            </a:pPr>
            <a:r>
              <a:rPr lang="en-US" sz="1250" b="0" strike="noStrike" spc="-1">
                <a:solidFill>
                  <a:srgbClr val="444A4D"/>
                </a:solidFill>
                <a:latin typeface="Calibri"/>
              </a:rPr>
              <a:t>Open source. Contributions welcome.</a:t>
            </a:r>
            <a:endParaRPr lang="en-US" sz="1250" b="0" strike="noStrike" spc="-1">
              <a:solidFill>
                <a:srgbClr val="000000"/>
              </a:solidFill>
              <a:latin typeface="Arial"/>
            </a:endParaRPr>
          </a:p>
        </p:txBody>
      </p:sp>
      <p:sp>
        <p:nvSpPr>
          <p:cNvPr id="153" name="Rounded Rectangle 18"/>
          <p:cNvSpPr/>
          <p:nvPr/>
        </p:nvSpPr>
        <p:spPr>
          <a:xfrm>
            <a:off x="6903720" y="2194560"/>
            <a:ext cx="4443480" cy="3520080"/>
          </a:xfrm>
          <a:prstGeom prst="roundRect">
            <a:avLst>
              <a:gd name="adj" fmla="val 4500"/>
            </a:avLst>
          </a:prstGeom>
          <a:solidFill>
            <a:srgbClr val="1B2A33"/>
          </a:solidFill>
          <a:ln>
            <a:noFill/>
          </a:ln>
          <a:effectLst>
            <a:outerShdw blurRad="90000" dist="38160" dir="5400000" rotWithShape="0">
              <a:srgbClr val="1B2A33">
                <a:alpha val="18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154" name="Rounded Rectangle 19"/>
          <p:cNvSpPr/>
          <p:nvPr/>
        </p:nvSpPr>
        <p:spPr>
          <a:xfrm>
            <a:off x="6903720" y="2194560"/>
            <a:ext cx="4443480" cy="383760"/>
          </a:xfrm>
          <a:prstGeom prst="roundRect">
            <a:avLst>
              <a:gd name="adj" fmla="val 10000"/>
            </a:avLst>
          </a:prstGeom>
          <a:solidFill>
            <a:srgbClr val="142027"/>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155" name="Oval 20"/>
          <p:cNvSpPr/>
          <p:nvPr/>
        </p:nvSpPr>
        <p:spPr>
          <a:xfrm>
            <a:off x="7104960" y="2318040"/>
            <a:ext cx="136800" cy="136800"/>
          </a:xfrm>
          <a:prstGeom prst="ellipse">
            <a:avLst/>
          </a:prstGeom>
          <a:solidFill>
            <a:srgbClr val="F55F56"/>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156" name="Oval 21"/>
          <p:cNvSpPr/>
          <p:nvPr/>
        </p:nvSpPr>
        <p:spPr>
          <a:xfrm>
            <a:off x="7342560" y="2318040"/>
            <a:ext cx="136800" cy="136800"/>
          </a:xfrm>
          <a:prstGeom prst="ellipse">
            <a:avLst/>
          </a:prstGeom>
          <a:solidFill>
            <a:srgbClr val="F5BD2E"/>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157" name="Oval 22"/>
          <p:cNvSpPr/>
          <p:nvPr/>
        </p:nvSpPr>
        <p:spPr>
          <a:xfrm>
            <a:off x="7580520" y="2318040"/>
            <a:ext cx="136800" cy="136800"/>
          </a:xfrm>
          <a:prstGeom prst="ellipse">
            <a:avLst/>
          </a:prstGeom>
          <a:solidFill>
            <a:srgbClr val="27C93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158" name="TextBox 23"/>
          <p:cNvSpPr/>
          <p:nvPr/>
        </p:nvSpPr>
        <p:spPr>
          <a:xfrm>
            <a:off x="8046720" y="2267640"/>
            <a:ext cx="3163320" cy="168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spcAft>
                <a:spcPts val="201"/>
              </a:spcAft>
            </a:pPr>
            <a:r>
              <a:rPr lang="en-US" sz="1100" b="0" strike="noStrike" spc="-1">
                <a:solidFill>
                  <a:srgbClr val="7E8C94"/>
                </a:solidFill>
                <a:latin typeface="Consolas"/>
              </a:rPr>
              <a:t>get started</a:t>
            </a:r>
            <a:endParaRPr lang="en-US" sz="1100" b="0" strike="noStrike" spc="-1">
              <a:solidFill>
                <a:srgbClr val="000000"/>
              </a:solidFill>
              <a:latin typeface="Arial"/>
            </a:endParaRPr>
          </a:p>
        </p:txBody>
      </p:sp>
      <p:sp>
        <p:nvSpPr>
          <p:cNvPr id="159" name="TextBox 24"/>
          <p:cNvSpPr/>
          <p:nvPr/>
        </p:nvSpPr>
        <p:spPr>
          <a:xfrm>
            <a:off x="7455960" y="2706480"/>
            <a:ext cx="3338640" cy="2248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00000"/>
              </a:lnSpc>
              <a:spcAft>
                <a:spcPts val="300"/>
              </a:spcAft>
            </a:pPr>
            <a:r>
              <a:rPr lang="en-US" sz="1250" b="0" strike="noStrike" spc="-1">
                <a:solidFill>
                  <a:srgbClr val="7E8C94"/>
                </a:solidFill>
                <a:latin typeface="Consolas"/>
              </a:rPr>
              <a:t># library</a:t>
            </a:r>
            <a:endParaRPr lang="en-US" sz="1250" b="0" strike="noStrike" spc="-1">
              <a:solidFill>
                <a:srgbClr val="000000"/>
              </a:solidFill>
              <a:latin typeface="Arial"/>
            </a:endParaRPr>
          </a:p>
          <a:p>
            <a:pPr defTabSz="914400">
              <a:lnSpc>
                <a:spcPct val="100000"/>
              </a:lnSpc>
              <a:spcAft>
                <a:spcPts val="300"/>
              </a:spcAft>
            </a:pPr>
            <a:r>
              <a:rPr lang="en-US" sz="1250" b="0" strike="noStrike" spc="-1">
                <a:solidFill>
                  <a:srgbClr val="E7ECEF"/>
                </a:solidFill>
                <a:latin typeface="Consolas"/>
              </a:rPr>
              <a:t>dotnet add package </a:t>
            </a:r>
            <a:r>
              <a:rPr lang="en-US" sz="1250" b="0" strike="noStrike" spc="-1">
                <a:solidFill>
                  <a:srgbClr val="6FD0C8"/>
                </a:solidFill>
                <a:latin typeface="Consolas"/>
              </a:rPr>
              <a:t>Ignixa.SqlOnFhir</a:t>
            </a:r>
            <a:endParaRPr lang="en-US" sz="1250" b="0" strike="noStrike" spc="-1">
              <a:solidFill>
                <a:srgbClr val="000000"/>
              </a:solidFill>
              <a:latin typeface="Arial"/>
            </a:endParaRPr>
          </a:p>
          <a:p>
            <a:pPr defTabSz="914400">
              <a:lnSpc>
                <a:spcPct val="100000"/>
              </a:lnSpc>
              <a:spcAft>
                <a:spcPts val="300"/>
              </a:spcAft>
            </a:pPr>
            <a:r>
              <a:rPr lang="en-US" sz="1250" b="0" strike="noStrike" spc="-1">
                <a:solidFill>
                  <a:srgbClr val="E7ECEF"/>
                </a:solidFill>
                <a:latin typeface="Consolas"/>
              </a:rPr>
              <a:t> </a:t>
            </a:r>
            <a:endParaRPr lang="en-US" sz="1250" b="0" strike="noStrike" spc="-1">
              <a:solidFill>
                <a:srgbClr val="000000"/>
              </a:solidFill>
              <a:latin typeface="Arial"/>
            </a:endParaRPr>
          </a:p>
          <a:p>
            <a:pPr defTabSz="914400">
              <a:lnSpc>
                <a:spcPct val="100000"/>
              </a:lnSpc>
              <a:spcAft>
                <a:spcPts val="300"/>
              </a:spcAft>
            </a:pPr>
            <a:r>
              <a:rPr lang="en-US" sz="1250" b="0" strike="noStrike" spc="-1">
                <a:solidFill>
                  <a:srgbClr val="7E8C94"/>
                </a:solidFill>
                <a:latin typeface="Consolas"/>
              </a:rPr>
              <a:t># cli (global tool)</a:t>
            </a:r>
            <a:endParaRPr lang="en-US" sz="1250" b="0" strike="noStrike" spc="-1">
              <a:solidFill>
                <a:srgbClr val="000000"/>
              </a:solidFill>
              <a:latin typeface="Arial"/>
            </a:endParaRPr>
          </a:p>
          <a:p>
            <a:pPr defTabSz="914400">
              <a:lnSpc>
                <a:spcPct val="100000"/>
              </a:lnSpc>
              <a:spcAft>
                <a:spcPts val="300"/>
              </a:spcAft>
            </a:pPr>
            <a:r>
              <a:rPr lang="en-US" sz="1250" b="0" strike="noStrike" spc="-1">
                <a:solidFill>
                  <a:srgbClr val="E7ECEF"/>
                </a:solidFill>
                <a:latin typeface="Consolas"/>
              </a:rPr>
              <a:t>dotnet tool install -g \</a:t>
            </a:r>
            <a:endParaRPr lang="en-US" sz="1250" b="0" strike="noStrike" spc="-1">
              <a:solidFill>
                <a:srgbClr val="000000"/>
              </a:solidFill>
              <a:latin typeface="Arial"/>
            </a:endParaRPr>
          </a:p>
          <a:p>
            <a:pPr defTabSz="914400">
              <a:lnSpc>
                <a:spcPct val="100000"/>
              </a:lnSpc>
              <a:spcAft>
                <a:spcPts val="300"/>
              </a:spcAft>
            </a:pPr>
            <a:r>
              <a:rPr lang="en-US" sz="1250" b="0" strike="noStrike" spc="-1">
                <a:solidFill>
                  <a:srgbClr val="E7ECEF"/>
                </a:solidFill>
                <a:latin typeface="Consolas"/>
              </a:rPr>
              <a:t>  </a:t>
            </a:r>
            <a:r>
              <a:rPr lang="en-US" sz="1250" b="0" strike="noStrike" spc="-1">
                <a:solidFill>
                  <a:srgbClr val="6FD0C8"/>
                </a:solidFill>
                <a:latin typeface="Consolas"/>
              </a:rPr>
              <a:t>Ignixa.SqlOnFhir.Cli</a:t>
            </a:r>
            <a:endParaRPr lang="en-US" sz="1250" b="0" strike="noStrike" spc="-1">
              <a:solidFill>
                <a:srgbClr val="000000"/>
              </a:solidFill>
              <a:latin typeface="Arial"/>
            </a:endParaRPr>
          </a:p>
          <a:p>
            <a:pPr defTabSz="914400">
              <a:lnSpc>
                <a:spcPct val="100000"/>
              </a:lnSpc>
              <a:spcAft>
                <a:spcPts val="300"/>
              </a:spcAft>
            </a:pPr>
            <a:r>
              <a:rPr lang="en-US" sz="1250" b="0" strike="noStrike" spc="-1">
                <a:solidFill>
                  <a:srgbClr val="E7ECEF"/>
                </a:solidFill>
                <a:latin typeface="Consolas"/>
              </a:rPr>
              <a:t> </a:t>
            </a:r>
            <a:endParaRPr lang="en-US" sz="1250" b="0" strike="noStrike" spc="-1">
              <a:solidFill>
                <a:srgbClr val="000000"/>
              </a:solidFill>
              <a:latin typeface="Arial"/>
            </a:endParaRPr>
          </a:p>
          <a:p>
            <a:pPr defTabSz="914400">
              <a:lnSpc>
                <a:spcPct val="100000"/>
              </a:lnSpc>
              <a:spcAft>
                <a:spcPts val="300"/>
              </a:spcAft>
            </a:pPr>
            <a:r>
              <a:rPr lang="en-US" sz="1250" b="0" strike="noStrike" spc="-1">
                <a:solidFill>
                  <a:srgbClr val="7E8C94"/>
                </a:solidFill>
                <a:latin typeface="Consolas"/>
              </a:rPr>
              <a:t># run your first view</a:t>
            </a:r>
            <a:endParaRPr lang="en-US" sz="1250" b="0" strike="noStrike" spc="-1">
              <a:solidFill>
                <a:srgbClr val="000000"/>
              </a:solidFill>
              <a:latin typeface="Arial"/>
            </a:endParaRPr>
          </a:p>
          <a:p>
            <a:pPr defTabSz="914400">
              <a:lnSpc>
                <a:spcPct val="100000"/>
              </a:lnSpc>
              <a:spcAft>
                <a:spcPts val="300"/>
              </a:spcAft>
            </a:pPr>
            <a:r>
              <a:rPr lang="en-US" sz="1250" b="0" strike="noStrike" spc="-1">
                <a:solidFill>
                  <a:srgbClr val="E7ECEF"/>
                </a:solidFill>
                <a:latin typeface="Consolas"/>
              </a:rPr>
              <a:t>ignixa-sqlonfhir </a:t>
            </a:r>
            <a:r>
              <a:rPr lang="en-US" sz="1250" b="0" strike="noStrike" spc="-1">
                <a:solidFill>
                  <a:srgbClr val="F29E4B"/>
                </a:solidFill>
                <a:latin typeface="Consolas"/>
              </a:rPr>
              <a:t>r4</a:t>
            </a:r>
            <a:r>
              <a:rPr lang="en-US" sz="1250" b="0" strike="noStrike" spc="-1">
                <a:solidFill>
                  <a:srgbClr val="E7ECEF"/>
                </a:solidFill>
                <a:latin typeface="Consolas"/>
              </a:rPr>
              <a:t> preview \</a:t>
            </a:r>
            <a:endParaRPr lang="en-US" sz="1250" b="0" strike="noStrike" spc="-1">
              <a:solidFill>
                <a:srgbClr val="000000"/>
              </a:solidFill>
              <a:latin typeface="Arial"/>
            </a:endParaRPr>
          </a:p>
          <a:p>
            <a:pPr defTabSz="914400">
              <a:lnSpc>
                <a:spcPct val="100000"/>
              </a:lnSpc>
              <a:spcAft>
                <a:spcPts val="300"/>
              </a:spcAft>
            </a:pPr>
            <a:r>
              <a:rPr lang="en-US" sz="1250" b="0" strike="noStrike" spc="-1">
                <a:solidFill>
                  <a:srgbClr val="E7ECEF"/>
                </a:solidFill>
                <a:latin typeface="Consolas"/>
              </a:rPr>
              <a:t>  --views </a:t>
            </a:r>
            <a:r>
              <a:rPr lang="en-US" sz="1250" b="0" strike="noStrike" spc="-1">
                <a:solidFill>
                  <a:srgbClr val="9FC9E8"/>
                </a:solidFill>
                <a:latin typeface="Consolas"/>
              </a:rPr>
              <a:t>patient-view.json</a:t>
            </a:r>
            <a:endParaRPr lang="en-US" sz="1250" b="0" strike="noStrike" spc="-1">
              <a:solidFill>
                <a:srgbClr val="000000"/>
              </a:solidFill>
              <a:latin typeface="Arial"/>
            </a:endParaRPr>
          </a:p>
        </p:txBody>
      </p:sp>
      <p:sp>
        <p:nvSpPr>
          <p:cNvPr id="2" name="Card4Bg">
            <a:extLst>
              <a:ext uri="{FF2B5EF4-FFF2-40B4-BE49-F238E27FC236}">
                <a16:creationId xmlns:a16="http://schemas.microsoft.com/office/drawing/2014/main" id="{3BFAB7BF-7E9B-4D92-B185-87C1B2ABDE94}"/>
              </a:ext>
            </a:extLst>
          </p:cNvPr>
          <p:cNvSpPr/>
          <p:nvPr/>
        </p:nvSpPr>
        <p:spPr>
          <a:xfrm>
            <a:off x="838200" y="4940300"/>
            <a:ext cx="5765800" cy="774700"/>
          </a:xfrm>
          <a:prstGeom prst="round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Card4Bar">
            <a:extLst>
              <a:ext uri="{FF2B5EF4-FFF2-40B4-BE49-F238E27FC236}">
                <a16:creationId xmlns:a16="http://schemas.microsoft.com/office/drawing/2014/main" id="{AC1D054E-B067-4967-9F9E-71FB089E95CA}"/>
              </a:ext>
            </a:extLst>
          </p:cNvPr>
          <p:cNvSpPr/>
          <p:nvPr/>
        </p:nvSpPr>
        <p:spPr>
          <a:xfrm>
            <a:off x="838200" y="4991100"/>
            <a:ext cx="63500" cy="673100"/>
          </a:xfrm>
          <a:prstGeom prst="rect">
            <a:avLst/>
          </a:prstGeom>
          <a:solidFill>
            <a:srgbClr val="0091B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Card4Title">
            <a:extLst>
              <a:ext uri="{FF2B5EF4-FFF2-40B4-BE49-F238E27FC236}">
                <a16:creationId xmlns:a16="http://schemas.microsoft.com/office/drawing/2014/main" id="{2F6704CD-3A04-4FDB-BE7A-4797508B48F5}"/>
              </a:ext>
            </a:extLst>
          </p:cNvPr>
          <p:cNvSpPr txBox="1"/>
          <p:nvPr/>
        </p:nvSpPr>
        <p:spPr>
          <a:xfrm>
            <a:off x="1892300" y="5054600"/>
            <a:ext cx="4572000" cy="254000"/>
          </a:xfrm>
          <a:prstGeom prst="rect">
            <a:avLst/>
          </a:prstGeom>
          <a:noFill/>
        </p:spPr>
        <p:txBody>
          <a:bodyPr vertOverflow="overflow" vert="horz" wrap="square" rtlCol="0" anchor="t">
            <a:spAutoFit/>
          </a:bodyPr>
          <a:lstStyle/>
          <a:p>
            <a:r>
              <a:rPr lang="en-US" sz="1700" b="1">
                <a:solidFill>
                  <a:srgbClr val="222A2E"/>
                </a:solidFill>
                <a:latin typeface="Calibri"/>
                <a:ea typeface="Calibri"/>
                <a:cs typeface="Calibri"/>
              </a:rPr>
              <a:t>Conformance-tested</a:t>
            </a:r>
          </a:p>
        </p:txBody>
      </p:sp>
      <p:sp>
        <p:nvSpPr>
          <p:cNvPr id="5" name="Card4Sub">
            <a:extLst>
              <a:ext uri="{FF2B5EF4-FFF2-40B4-BE49-F238E27FC236}">
                <a16:creationId xmlns:a16="http://schemas.microsoft.com/office/drawing/2014/main" id="{B9A51D7A-19FB-4A58-848E-F11CF0BC58D7}"/>
              </a:ext>
            </a:extLst>
          </p:cNvPr>
          <p:cNvSpPr txBox="1"/>
          <p:nvPr/>
        </p:nvSpPr>
        <p:spPr>
          <a:xfrm>
            <a:off x="1892300" y="5334000"/>
            <a:ext cx="4572000" cy="190500"/>
          </a:xfrm>
          <a:prstGeom prst="rect">
            <a:avLst/>
          </a:prstGeom>
          <a:noFill/>
        </p:spPr>
        <p:txBody>
          <a:bodyPr vertOverflow="overflow" vert="horz" wrap="square" rtlCol="0" anchor="t">
            <a:spAutoFit/>
          </a:bodyPr>
          <a:lstStyle/>
          <a:p>
            <a:r>
              <a:rPr lang="en-US" sz="1250">
                <a:solidFill>
                  <a:srgbClr val="444A4D"/>
                </a:solidFill>
                <a:latin typeface="Calibri"/>
                <a:ea typeface="Calibri"/>
                <a:cs typeface="Calibri"/>
              </a:rPr>
              <a:t>Passes the official SQL on FHIR v2 test suite.</a:t>
            </a:r>
          </a:p>
        </p:txBody>
      </p:sp>
      <p:pic>
        <p:nvPicPr>
          <p:cNvPr id="160" name="Graphic 160" descr="Conformance checkmark"/>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30300" y="5067300"/>
            <a:ext cx="508000" cy="508000"/>
          </a:xfrm>
          <a:prstGeom prst="rect">
            <a:avLst/>
          </a:prstGeom>
        </p:spPr>
      </p:pic>
    </p:spTree>
    <p:extLst>
      <p:ext uri="{BB962C8B-B14F-4D97-AF65-F5344CB8AC3E}">
        <p14:creationId xmlns:p14="http://schemas.microsoft.com/office/powerpoint/2010/main" val="37867431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PlaceHolder 1"/>
          <p:cNvSpPr>
            <a:spLocks noGrp="1"/>
          </p:cNvSpPr>
          <p:nvPr>
            <p:ph type="title"/>
          </p:nvPr>
        </p:nvSpPr>
        <p:spPr>
          <a:xfrm>
            <a:off x="841320" y="1043640"/>
            <a:ext cx="10515240" cy="886320"/>
          </a:xfrm>
          <a:prstGeom prst="rect">
            <a:avLst/>
          </a:prstGeom>
          <a:noFill/>
          <a:ln w="0">
            <a:noFill/>
          </a:ln>
        </p:spPr>
        <p:txBody>
          <a:bodyPr lIns="0" tIns="45000" rIns="90000" bIns="45000" anchor="t">
            <a:noAutofit/>
          </a:bodyPr>
          <a:lstStyle/>
          <a:p>
            <a:pPr indent="0" defTabSz="914400">
              <a:lnSpc>
                <a:spcPct val="90000"/>
              </a:lnSpc>
              <a:buNone/>
            </a:pPr>
            <a:r>
              <a:rPr lang="en-US" sz="3600" b="0" strike="noStrike" spc="-1" dirty="0">
                <a:solidFill>
                  <a:srgbClr val="0091B9"/>
                </a:solidFill>
                <a:latin typeface="Calibri"/>
                <a:ea typeface="Calibri"/>
              </a:rPr>
              <a:t>What is “</a:t>
            </a:r>
            <a:r>
              <a:rPr lang="en-US" sz="3600" b="0" strike="noStrike" spc="-1" dirty="0" err="1">
                <a:solidFill>
                  <a:srgbClr val="0091B9"/>
                </a:solidFill>
                <a:latin typeface="Calibri"/>
                <a:ea typeface="Calibri"/>
              </a:rPr>
              <a:t>Ignixa</a:t>
            </a:r>
            <a:r>
              <a:rPr lang="en-US" sz="3600" b="0" strike="noStrike" spc="-1" dirty="0">
                <a:solidFill>
                  <a:srgbClr val="0091B9"/>
                </a:solidFill>
                <a:latin typeface="Calibri"/>
                <a:ea typeface="Calibri"/>
              </a:rPr>
              <a:t>”</a:t>
            </a:r>
          </a:p>
        </p:txBody>
      </p:sp>
      <p:sp>
        <p:nvSpPr>
          <p:cNvPr id="2" name="LeadText">
            <a:extLst>
              <a:ext uri="{FF2B5EF4-FFF2-40B4-BE49-F238E27FC236}">
                <a16:creationId xmlns:a16="http://schemas.microsoft.com/office/drawing/2014/main" id="{DBDCC0FF-F275-4A07-B03D-72C8F03D56D4}"/>
              </a:ext>
            </a:extLst>
          </p:cNvPr>
          <p:cNvSpPr txBox="1"/>
          <p:nvPr/>
        </p:nvSpPr>
        <p:spPr>
          <a:xfrm>
            <a:off x="985459" y="1929960"/>
            <a:ext cx="9842445" cy="511396"/>
          </a:xfrm>
          <a:prstGeom prst="rect">
            <a:avLst/>
          </a:prstGeom>
          <a:noFill/>
          <a:ln>
            <a:noFill/>
          </a:ln>
        </p:spPr>
        <p:txBody>
          <a:bodyPr vertOverflow="overflow" vert="horz" wrap="square" rtlCol="0" anchor="t" anchorCtr="0">
            <a:noAutofit/>
          </a:bodyPr>
          <a:lstStyle/>
          <a:p>
            <a:pPr algn="ctr"/>
            <a:r>
              <a:rPr lang="en-US" sz="1600" dirty="0" err="1">
                <a:solidFill>
                  <a:srgbClr val="404040"/>
                </a:solidFill>
                <a:latin typeface="Calibri"/>
              </a:rPr>
              <a:t>Ignixa</a:t>
            </a:r>
            <a:r>
              <a:rPr lang="en-US" sz="1600" dirty="0">
                <a:solidFill>
                  <a:srgbClr val="404040"/>
                </a:solidFill>
                <a:latin typeface="Calibri"/>
              </a:rPr>
              <a:t> started as a personal open-source project for rethinking FHIR/.NET from a clean slate.</a:t>
            </a:r>
          </a:p>
        </p:txBody>
      </p:sp>
      <p:sp>
        <p:nvSpPr>
          <p:cNvPr id="3" name="Card1">
            <a:extLst>
              <a:ext uri="{FF2B5EF4-FFF2-40B4-BE49-F238E27FC236}">
                <a16:creationId xmlns:a16="http://schemas.microsoft.com/office/drawing/2014/main" id="{99D0E78A-8B62-4109-9B02-9828831E7031}"/>
              </a:ext>
            </a:extLst>
          </p:cNvPr>
          <p:cNvSpPr/>
          <p:nvPr/>
        </p:nvSpPr>
        <p:spPr>
          <a:xfrm>
            <a:off x="838200" y="2692400"/>
            <a:ext cx="3302000" cy="3175000"/>
          </a:xfrm>
          <a:prstGeom prst="roundRect">
            <a:avLst/>
          </a:prstGeom>
          <a:solidFill>
            <a:srgbClr val="FFFFFF"/>
          </a:solidFill>
          <a:ln w="19050" cap="flat" cmpd="sng" algn="ctr">
            <a:solidFill>
              <a:srgbClr val="0091B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wrap="square" lIns="137160" tIns="990600" rIns="137160" bIns="91440" rtlCol="0" anchor="t"/>
          <a:lstStyle/>
          <a:p>
            <a:pPr algn="ctr">
              <a:spcAft>
                <a:spcPts val="600"/>
              </a:spcAft>
            </a:pPr>
            <a:r>
              <a:rPr lang="en-US" sz="1700" b="1" spc="-1" dirty="0">
                <a:solidFill>
                  <a:srgbClr val="0091B9"/>
                </a:solidFill>
                <a:latin typeface="Calibri"/>
              </a:rPr>
              <a:t>Research</a:t>
            </a:r>
          </a:p>
          <a:p>
            <a:pPr algn="ctr">
              <a:lnSpc>
                <a:spcPct val="105000"/>
              </a:lnSpc>
            </a:pPr>
            <a:r>
              <a:rPr lang="en-US" sz="1400" b="0" spc="-1" dirty="0">
                <a:solidFill>
                  <a:srgbClr val="404040"/>
                </a:solidFill>
                <a:latin typeface="Calibri"/>
              </a:rPr>
              <a:t>A proving ground for new FHIR/.NET ideas, built to learn and explore. Tackling even advanced parts of the spec.</a:t>
            </a:r>
          </a:p>
        </p:txBody>
      </p:sp>
      <p:sp>
        <p:nvSpPr>
          <p:cNvPr id="4" name="Card2">
            <a:extLst>
              <a:ext uri="{FF2B5EF4-FFF2-40B4-BE49-F238E27FC236}">
                <a16:creationId xmlns:a16="http://schemas.microsoft.com/office/drawing/2014/main" id="{2D4BE342-2BA9-49A5-81FD-ACA5B60E0C32}"/>
              </a:ext>
            </a:extLst>
          </p:cNvPr>
          <p:cNvSpPr/>
          <p:nvPr/>
        </p:nvSpPr>
        <p:spPr>
          <a:xfrm>
            <a:off x="4445000" y="2692400"/>
            <a:ext cx="3302000" cy="3175000"/>
          </a:xfrm>
          <a:prstGeom prst="roundRect">
            <a:avLst/>
          </a:prstGeom>
          <a:solidFill>
            <a:srgbClr val="FFFFFF"/>
          </a:solidFill>
          <a:ln w="19050" cap="flat" cmpd="sng" algn="ctr">
            <a:solidFill>
              <a:srgbClr val="0091B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wrap="square" lIns="137160" tIns="990600" rIns="137160" bIns="91440" rtlCol="0" anchor="t"/>
          <a:lstStyle/>
          <a:p>
            <a:pPr algn="ctr">
              <a:spcAft>
                <a:spcPts val="600"/>
              </a:spcAft>
            </a:pPr>
            <a:r>
              <a:rPr lang="en-US" sz="1700" b="1" spc="-1" dirty="0">
                <a:solidFill>
                  <a:srgbClr val="0091B9"/>
                </a:solidFill>
                <a:latin typeface="Calibri"/>
              </a:rPr>
              <a:t>Architecture</a:t>
            </a:r>
          </a:p>
          <a:p>
            <a:pPr algn="ctr">
              <a:lnSpc>
                <a:spcPct val="105000"/>
              </a:lnSpc>
            </a:pPr>
            <a:r>
              <a:rPr lang="en-US" sz="1400" b="0" spc="-1" dirty="0">
                <a:solidFill>
                  <a:srgbClr val="404040"/>
                </a:solidFill>
                <a:latin typeface="Calibri"/>
              </a:rPr>
              <a:t>Rethinks FHIR on modern .NET:</a:t>
            </a:r>
            <a:endParaRPr lang="en-US" sz="1400" spc="-1" dirty="0">
              <a:solidFill>
                <a:srgbClr val="404040"/>
              </a:solidFill>
              <a:latin typeface="Calibri"/>
            </a:endParaRPr>
          </a:p>
          <a:p>
            <a:pPr algn="ctr">
              <a:lnSpc>
                <a:spcPct val="105000"/>
              </a:lnSpc>
            </a:pPr>
            <a:r>
              <a:rPr lang="en-US" sz="1400" spc="-1" dirty="0">
                <a:solidFill>
                  <a:srgbClr val="404040"/>
                </a:solidFill>
                <a:latin typeface="Calibri"/>
              </a:rPr>
              <a:t>Ground up Parsing, Specification, Serialization, </a:t>
            </a:r>
            <a:r>
              <a:rPr lang="en-US" sz="1400" spc="-1" dirty="0" err="1">
                <a:solidFill>
                  <a:srgbClr val="404040"/>
                </a:solidFill>
                <a:latin typeface="Calibri"/>
              </a:rPr>
              <a:t>FHIRPath</a:t>
            </a:r>
            <a:r>
              <a:rPr lang="en-US" sz="1400" b="0" spc="-1" dirty="0">
                <a:solidFill>
                  <a:srgbClr val="404040"/>
                </a:solidFill>
                <a:latin typeface="Calibri"/>
              </a:rPr>
              <a:t> with clean, modular packages. </a:t>
            </a:r>
          </a:p>
          <a:p>
            <a:pPr algn="ctr">
              <a:lnSpc>
                <a:spcPct val="105000"/>
              </a:lnSpc>
            </a:pPr>
            <a:endParaRPr lang="en-US" sz="1400" spc="-1" dirty="0">
              <a:solidFill>
                <a:srgbClr val="404040"/>
              </a:solidFill>
              <a:latin typeface="Calibri"/>
            </a:endParaRPr>
          </a:p>
          <a:p>
            <a:pPr algn="ctr">
              <a:lnSpc>
                <a:spcPct val="105000"/>
              </a:lnSpc>
            </a:pPr>
            <a:r>
              <a:rPr lang="en-US" sz="1400" spc="-1" dirty="0">
                <a:solidFill>
                  <a:srgbClr val="404040"/>
                </a:solidFill>
                <a:latin typeface="Calibri"/>
              </a:rPr>
              <a:t>P</a:t>
            </a:r>
            <a:r>
              <a:rPr lang="en-US" sz="1400" b="0" spc="-1" dirty="0">
                <a:solidFill>
                  <a:srgbClr val="404040"/>
                </a:solidFill>
                <a:latin typeface="Calibri"/>
              </a:rPr>
              <a:t>ublishing 20+ </a:t>
            </a:r>
            <a:r>
              <a:rPr lang="en-US" sz="1400" b="0" spc="-1" dirty="0" err="1">
                <a:solidFill>
                  <a:srgbClr val="404040"/>
                </a:solidFill>
                <a:latin typeface="Calibri"/>
              </a:rPr>
              <a:t>nuget</a:t>
            </a:r>
            <a:r>
              <a:rPr lang="en-US" sz="1400" b="0" spc="-1" dirty="0">
                <a:solidFill>
                  <a:srgbClr val="404040"/>
                </a:solidFill>
                <a:latin typeface="Calibri"/>
              </a:rPr>
              <a:t> packages. </a:t>
            </a:r>
            <a:r>
              <a:rPr lang="en-US" sz="1400" b="0" spc="-1" dirty="0" err="1">
                <a:solidFill>
                  <a:srgbClr val="404040"/>
                </a:solidFill>
                <a:latin typeface="Calibri"/>
              </a:rPr>
              <a:t>FHIRPath</a:t>
            </a:r>
            <a:r>
              <a:rPr lang="en-US" sz="1400" b="0" spc="-1" dirty="0">
                <a:solidFill>
                  <a:srgbClr val="404040"/>
                </a:solidFill>
                <a:latin typeface="Calibri"/>
              </a:rPr>
              <a:t> Engine has 45K downloads</a:t>
            </a:r>
          </a:p>
        </p:txBody>
      </p:sp>
      <p:sp>
        <p:nvSpPr>
          <p:cNvPr id="5" name="Card3">
            <a:extLst>
              <a:ext uri="{FF2B5EF4-FFF2-40B4-BE49-F238E27FC236}">
                <a16:creationId xmlns:a16="http://schemas.microsoft.com/office/drawing/2014/main" id="{4D36A043-0AE0-4B5E-B264-294B8DA42F81}"/>
              </a:ext>
            </a:extLst>
          </p:cNvPr>
          <p:cNvSpPr/>
          <p:nvPr/>
        </p:nvSpPr>
        <p:spPr>
          <a:xfrm>
            <a:off x="8051800" y="2692400"/>
            <a:ext cx="3302000" cy="3175000"/>
          </a:xfrm>
          <a:prstGeom prst="roundRect">
            <a:avLst/>
          </a:prstGeom>
          <a:solidFill>
            <a:srgbClr val="FFFFFF"/>
          </a:solidFill>
          <a:ln w="19050" cap="flat" cmpd="sng" algn="ctr">
            <a:solidFill>
              <a:srgbClr val="0091B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wrap="square" lIns="137160" tIns="990600" rIns="137160" bIns="91440" rtlCol="0" anchor="t"/>
          <a:lstStyle/>
          <a:p>
            <a:pPr algn="ctr">
              <a:spcAft>
                <a:spcPts val="600"/>
              </a:spcAft>
            </a:pPr>
            <a:r>
              <a:rPr lang="en-US" sz="1700" b="1" spc="-1" dirty="0">
                <a:solidFill>
                  <a:srgbClr val="0091B9"/>
                </a:solidFill>
                <a:latin typeface="Calibri"/>
              </a:rPr>
              <a:t>Built with frontier AI</a:t>
            </a:r>
          </a:p>
          <a:p>
            <a:pPr algn="ctr">
              <a:lnSpc>
                <a:spcPct val="105000"/>
              </a:lnSpc>
            </a:pPr>
            <a:r>
              <a:rPr lang="en-US" sz="1400" b="0" spc="-1" dirty="0">
                <a:solidFill>
                  <a:srgbClr val="404040"/>
                </a:solidFill>
                <a:latin typeface="Calibri"/>
              </a:rPr>
              <a:t>8+ years of my own experience, distilled into code with the latest AI coding tools.</a:t>
            </a:r>
          </a:p>
        </p:txBody>
      </p:sp>
      <p:pic>
        <p:nvPicPr>
          <p:cNvPr id="185" name="Graphic 185" descr="Research beaker icon"/>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84400" y="2997200"/>
            <a:ext cx="609600" cy="609600"/>
          </a:xfrm>
          <a:prstGeom prst="rect">
            <a:avLst/>
          </a:prstGeom>
        </p:spPr>
      </p:pic>
      <p:pic>
        <p:nvPicPr>
          <p:cNvPr id="186" name="Graphic 186" descr="Layers architecture icon"/>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91200" y="2997200"/>
            <a:ext cx="609600" cy="609600"/>
          </a:xfrm>
          <a:prstGeom prst="rect">
            <a:avLst/>
          </a:prstGeom>
        </p:spPr>
      </p:pic>
      <p:pic>
        <p:nvPicPr>
          <p:cNvPr id="187" name="Graphic 187" descr="AI icon"/>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98000" y="2997200"/>
            <a:ext cx="609600" cy="609600"/>
          </a:xfrm>
          <a:prstGeom prst="rect">
            <a:avLst/>
          </a:prstGeom>
        </p:spPr>
      </p:pic>
    </p:spTree>
    <p:extLst>
      <p:ext uri="{BB962C8B-B14F-4D97-AF65-F5344CB8AC3E}">
        <p14:creationId xmlns:p14="http://schemas.microsoft.com/office/powerpoint/2010/main" val="25453557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PlaceHolder 1"/>
          <p:cNvSpPr>
            <a:spLocks noGrp="1"/>
          </p:cNvSpPr>
          <p:nvPr>
            <p:ph type="title"/>
          </p:nvPr>
        </p:nvSpPr>
        <p:spPr>
          <a:xfrm>
            <a:off x="841320" y="1043640"/>
            <a:ext cx="10515240" cy="886320"/>
          </a:xfrm>
          <a:prstGeom prst="rect">
            <a:avLst/>
          </a:prstGeom>
          <a:noFill/>
          <a:ln w="0">
            <a:noFill/>
          </a:ln>
        </p:spPr>
        <p:txBody>
          <a:bodyPr lIns="0" tIns="45000" rIns="90000" bIns="45000" anchor="t">
            <a:noAutofit/>
          </a:bodyPr>
          <a:lstStyle/>
          <a:p>
            <a:pPr indent="0" defTabSz="914400">
              <a:lnSpc>
                <a:spcPct val="90000"/>
              </a:lnSpc>
              <a:buNone/>
            </a:pPr>
            <a:r>
              <a:rPr lang="en-US" sz="3600" b="0" strike="noStrike" spc="-1">
                <a:solidFill>
                  <a:srgbClr val="0091B9"/>
                </a:solidFill>
                <a:latin typeface="Calibri"/>
                <a:ea typeface="Calibri"/>
              </a:rPr>
              <a:t>Modular. Pick what you need.</a:t>
            </a:r>
            <a:endParaRPr lang="en-US" sz="3600" b="0" strike="noStrike" spc="-1">
              <a:solidFill>
                <a:schemeClr val="dk1"/>
              </a:solidFill>
              <a:latin typeface="Calibri"/>
            </a:endParaRPr>
          </a:p>
        </p:txBody>
      </p:sp>
      <p:sp>
        <p:nvSpPr>
          <p:cNvPr id="184" name="TextBox 2"/>
          <p:cNvSpPr/>
          <p:nvPr/>
        </p:nvSpPr>
        <p:spPr>
          <a:xfrm>
            <a:off x="841320" y="1554480"/>
            <a:ext cx="10506240" cy="18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spcAft>
                <a:spcPts val="201"/>
              </a:spcAft>
            </a:pPr>
            <a:r>
              <a:rPr lang="en-US" sz="1200" b="1" strike="noStrike" spc="-1">
                <a:solidFill>
                  <a:srgbClr val="F26B21"/>
                </a:solidFill>
                <a:latin typeface="Calibri"/>
              </a:rPr>
              <a:t>PACKAGE ANATOMY</a:t>
            </a:r>
            <a:endParaRPr lang="en-US" sz="1200" b="0" strike="noStrike" spc="-1">
              <a:solidFill>
                <a:srgbClr val="000000"/>
              </a:solidFill>
              <a:latin typeface="Arial"/>
            </a:endParaRPr>
          </a:p>
        </p:txBody>
      </p:sp>
      <p:sp>
        <p:nvSpPr>
          <p:cNvPr id="185" name="Rounded Rectangle 3"/>
          <p:cNvSpPr/>
          <p:nvPr/>
        </p:nvSpPr>
        <p:spPr>
          <a:xfrm>
            <a:off x="3351240" y="2240280"/>
            <a:ext cx="5486040" cy="840960"/>
          </a:xfrm>
          <a:prstGeom prst="roundRect">
            <a:avLst>
              <a:gd name="adj" fmla="val 7000"/>
            </a:avLst>
          </a:prstGeom>
          <a:solidFill>
            <a:srgbClr val="FFFFFF"/>
          </a:solidFill>
          <a:ln w="19050">
            <a:solidFill>
              <a:srgbClr val="808A90"/>
            </a:solidFill>
          </a:ln>
          <a:effectLst>
            <a:outerShdw blurRad="90000" dist="38160" dir="5400000" rotWithShape="0">
              <a:srgbClr val="1B2A33">
                <a:alpha val="18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186" name="TextBox 4"/>
          <p:cNvSpPr/>
          <p:nvPr/>
        </p:nvSpPr>
        <p:spPr>
          <a:xfrm>
            <a:off x="3579840" y="2359080"/>
            <a:ext cx="5028840" cy="221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spcAft>
                <a:spcPts val="201"/>
              </a:spcAft>
            </a:pPr>
            <a:r>
              <a:rPr lang="en-US" sz="1450" b="1" strike="noStrike" spc="-1">
                <a:solidFill>
                  <a:srgbClr val="808A90"/>
                </a:solidFill>
                <a:latin typeface="Consolas"/>
              </a:rPr>
              <a:t>Ignixa.Abstractions</a:t>
            </a:r>
            <a:endParaRPr lang="en-US" sz="1450" b="0" strike="noStrike" spc="-1">
              <a:solidFill>
                <a:srgbClr val="000000"/>
              </a:solidFill>
              <a:latin typeface="Arial"/>
            </a:endParaRPr>
          </a:p>
        </p:txBody>
      </p:sp>
      <p:sp>
        <p:nvSpPr>
          <p:cNvPr id="187" name="TextBox 5"/>
          <p:cNvSpPr/>
          <p:nvPr/>
        </p:nvSpPr>
        <p:spPr>
          <a:xfrm>
            <a:off x="3579840" y="2697480"/>
            <a:ext cx="5028840" cy="175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spcAft>
                <a:spcPts val="201"/>
              </a:spcAft>
            </a:pPr>
            <a:r>
              <a:rPr lang="en-US" sz="1150" b="0" strike="noStrike" spc="-1">
                <a:solidFill>
                  <a:srgbClr val="444A4D"/>
                </a:solidFill>
                <a:latin typeface="Calibri"/>
              </a:rPr>
              <a:t>IElement, ISourceNavigator — no dependencies</a:t>
            </a:r>
            <a:endParaRPr lang="en-US" sz="1150" b="0" strike="noStrike" spc="-1">
              <a:solidFill>
                <a:srgbClr val="000000"/>
              </a:solidFill>
              <a:latin typeface="Arial"/>
            </a:endParaRPr>
          </a:p>
        </p:txBody>
      </p:sp>
      <p:sp>
        <p:nvSpPr>
          <p:cNvPr id="188" name="Down Arrow 6"/>
          <p:cNvSpPr/>
          <p:nvPr/>
        </p:nvSpPr>
        <p:spPr>
          <a:xfrm>
            <a:off x="6003000" y="3099960"/>
            <a:ext cx="182520" cy="173520"/>
          </a:xfrm>
          <a:prstGeom prst="downArrow">
            <a:avLst>
              <a:gd name="adj1" fmla="val 50000"/>
              <a:gd name="adj2" fmla="val 50000"/>
            </a:avLst>
          </a:prstGeom>
          <a:solidFill>
            <a:srgbClr val="808A90"/>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189" name="Rounded Rectangle 7"/>
          <p:cNvSpPr/>
          <p:nvPr/>
        </p:nvSpPr>
        <p:spPr>
          <a:xfrm>
            <a:off x="1705320" y="3282840"/>
            <a:ext cx="8777880" cy="840960"/>
          </a:xfrm>
          <a:prstGeom prst="roundRect">
            <a:avLst>
              <a:gd name="adj" fmla="val 7000"/>
            </a:avLst>
          </a:prstGeom>
          <a:solidFill>
            <a:srgbClr val="FFFFFF"/>
          </a:solidFill>
          <a:ln w="19050">
            <a:solidFill>
              <a:srgbClr val="0091B9"/>
            </a:solidFill>
          </a:ln>
          <a:effectLst>
            <a:outerShdw blurRad="90000" dist="38160" dir="5400000" rotWithShape="0">
              <a:srgbClr val="1B2A33">
                <a:alpha val="18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190" name="TextBox 8"/>
          <p:cNvSpPr/>
          <p:nvPr/>
        </p:nvSpPr>
        <p:spPr>
          <a:xfrm>
            <a:off x="1933920" y="3401640"/>
            <a:ext cx="8320680" cy="221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spcAft>
                <a:spcPts val="201"/>
              </a:spcAft>
            </a:pPr>
            <a:r>
              <a:rPr lang="en-US" sz="1450" b="1" strike="noStrike" spc="-1">
                <a:solidFill>
                  <a:srgbClr val="0091B9"/>
                </a:solidFill>
                <a:latin typeface="Consolas"/>
              </a:rPr>
              <a:t>Ignixa.Serialization  ·  Ignixa.Specification  ·  Ignixa.FhirPath</a:t>
            </a:r>
            <a:endParaRPr lang="en-US" sz="1450" b="0" strike="noStrike" spc="-1">
              <a:solidFill>
                <a:srgbClr val="000000"/>
              </a:solidFill>
              <a:latin typeface="Arial"/>
            </a:endParaRPr>
          </a:p>
        </p:txBody>
      </p:sp>
      <p:sp>
        <p:nvSpPr>
          <p:cNvPr id="191" name="TextBox 9"/>
          <p:cNvSpPr/>
          <p:nvPr/>
        </p:nvSpPr>
        <p:spPr>
          <a:xfrm>
            <a:off x="1933920" y="3740040"/>
            <a:ext cx="8320680" cy="175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spcAft>
                <a:spcPts val="201"/>
              </a:spcAft>
            </a:pPr>
            <a:r>
              <a:rPr lang="en-US" sz="1150" b="0" strike="noStrike" spc="-1">
                <a:solidFill>
                  <a:srgbClr val="444A4D"/>
                </a:solidFill>
                <a:latin typeface="Calibri"/>
              </a:rPr>
              <a:t>JSON → navigator · version-aware schema · compiled FHIRPath</a:t>
            </a:r>
            <a:endParaRPr lang="en-US" sz="1150" b="0" strike="noStrike" spc="-1">
              <a:solidFill>
                <a:srgbClr val="000000"/>
              </a:solidFill>
              <a:latin typeface="Arial"/>
            </a:endParaRPr>
          </a:p>
        </p:txBody>
      </p:sp>
      <p:sp>
        <p:nvSpPr>
          <p:cNvPr id="192" name="Down Arrow 10"/>
          <p:cNvSpPr/>
          <p:nvPr/>
        </p:nvSpPr>
        <p:spPr>
          <a:xfrm>
            <a:off x="6003000" y="4142160"/>
            <a:ext cx="182520" cy="173520"/>
          </a:xfrm>
          <a:prstGeom prst="downArrow">
            <a:avLst>
              <a:gd name="adj1" fmla="val 50000"/>
              <a:gd name="adj2" fmla="val 50000"/>
            </a:avLst>
          </a:prstGeom>
          <a:solidFill>
            <a:srgbClr val="808A90"/>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193" name="Rounded Rectangle 11"/>
          <p:cNvSpPr/>
          <p:nvPr/>
        </p:nvSpPr>
        <p:spPr>
          <a:xfrm>
            <a:off x="1705320" y="4325040"/>
            <a:ext cx="8777880" cy="840960"/>
          </a:xfrm>
          <a:prstGeom prst="roundRect">
            <a:avLst>
              <a:gd name="adj" fmla="val 7000"/>
            </a:avLst>
          </a:prstGeom>
          <a:solidFill>
            <a:srgbClr val="FFFFFF"/>
          </a:solidFill>
          <a:ln w="19050">
            <a:solidFill>
              <a:srgbClr val="006E8C"/>
            </a:solidFill>
          </a:ln>
          <a:effectLst>
            <a:outerShdw blurRad="90000" dist="38160" dir="5400000" rotWithShape="0">
              <a:srgbClr val="1B2A33">
                <a:alpha val="18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194" name="TextBox 12"/>
          <p:cNvSpPr/>
          <p:nvPr/>
        </p:nvSpPr>
        <p:spPr>
          <a:xfrm>
            <a:off x="1933920" y="4443840"/>
            <a:ext cx="8320680" cy="221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spcAft>
                <a:spcPts val="201"/>
              </a:spcAft>
            </a:pPr>
            <a:r>
              <a:rPr lang="en-US" sz="1450" b="1" strike="noStrike" spc="-1">
                <a:solidFill>
                  <a:srgbClr val="006E8C"/>
                </a:solidFill>
                <a:latin typeface="Consolas"/>
              </a:rPr>
              <a:t>Ignixa.SqlOnFhir  ·  Ignixa.SqlOnFhir.Writers</a:t>
            </a:r>
            <a:endParaRPr lang="en-US" sz="1450" b="0" strike="noStrike" spc="-1">
              <a:solidFill>
                <a:srgbClr val="000000"/>
              </a:solidFill>
              <a:latin typeface="Arial"/>
            </a:endParaRPr>
          </a:p>
        </p:txBody>
      </p:sp>
      <p:sp>
        <p:nvSpPr>
          <p:cNvPr id="195" name="TextBox 13"/>
          <p:cNvSpPr/>
          <p:nvPr/>
        </p:nvSpPr>
        <p:spPr>
          <a:xfrm>
            <a:off x="1933920" y="4782240"/>
            <a:ext cx="8320680" cy="175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spcAft>
                <a:spcPts val="201"/>
              </a:spcAft>
            </a:pPr>
            <a:r>
              <a:rPr lang="en-US" sz="1150" b="0" strike="noStrike" spc="-1">
                <a:solidFill>
                  <a:srgbClr val="444A4D"/>
                </a:solidFill>
                <a:latin typeface="Calibri"/>
              </a:rPr>
              <a:t>ViewDefinition parser + row evaluator · Parquet / CSV / NDJSON</a:t>
            </a:r>
            <a:endParaRPr lang="en-US" sz="1150" b="0" strike="noStrike" spc="-1">
              <a:solidFill>
                <a:srgbClr val="000000"/>
              </a:solidFill>
              <a:latin typeface="Arial"/>
            </a:endParaRPr>
          </a:p>
        </p:txBody>
      </p:sp>
      <p:sp>
        <p:nvSpPr>
          <p:cNvPr id="196" name="Down Arrow 14"/>
          <p:cNvSpPr/>
          <p:nvPr/>
        </p:nvSpPr>
        <p:spPr>
          <a:xfrm>
            <a:off x="6003000" y="5184720"/>
            <a:ext cx="182520" cy="173520"/>
          </a:xfrm>
          <a:prstGeom prst="downArrow">
            <a:avLst>
              <a:gd name="adj1" fmla="val 50000"/>
              <a:gd name="adj2" fmla="val 50000"/>
            </a:avLst>
          </a:prstGeom>
          <a:solidFill>
            <a:srgbClr val="808A90"/>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197" name="Rounded Rectangle 15"/>
          <p:cNvSpPr/>
          <p:nvPr/>
        </p:nvSpPr>
        <p:spPr>
          <a:xfrm>
            <a:off x="3625560" y="5367600"/>
            <a:ext cx="4937400" cy="840960"/>
          </a:xfrm>
          <a:prstGeom prst="roundRect">
            <a:avLst>
              <a:gd name="adj" fmla="val 7000"/>
            </a:avLst>
          </a:prstGeom>
          <a:solidFill>
            <a:srgbClr val="FFFFFF"/>
          </a:solidFill>
          <a:ln w="19050">
            <a:solidFill>
              <a:srgbClr val="F26B21"/>
            </a:solidFill>
          </a:ln>
          <a:effectLst>
            <a:outerShdw blurRad="90000" dist="38160" dir="5400000" rotWithShape="0">
              <a:srgbClr val="1B2A33">
                <a:alpha val="18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198" name="TextBox 16"/>
          <p:cNvSpPr/>
          <p:nvPr/>
        </p:nvSpPr>
        <p:spPr>
          <a:xfrm>
            <a:off x="3854160" y="5486400"/>
            <a:ext cx="4480200" cy="221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spcAft>
                <a:spcPts val="201"/>
              </a:spcAft>
            </a:pPr>
            <a:r>
              <a:rPr lang="en-US" sz="1450" b="1" strike="noStrike" spc="-1">
                <a:solidFill>
                  <a:srgbClr val="F26B21"/>
                </a:solidFill>
                <a:latin typeface="Consolas"/>
              </a:rPr>
              <a:t>Ignixa.SqlOnFhir.Cli</a:t>
            </a:r>
            <a:endParaRPr lang="en-US" sz="1450" b="0" strike="noStrike" spc="-1">
              <a:solidFill>
                <a:srgbClr val="000000"/>
              </a:solidFill>
              <a:latin typeface="Arial"/>
            </a:endParaRPr>
          </a:p>
        </p:txBody>
      </p:sp>
      <p:sp>
        <p:nvSpPr>
          <p:cNvPr id="199" name="TextBox 17"/>
          <p:cNvSpPr/>
          <p:nvPr/>
        </p:nvSpPr>
        <p:spPr>
          <a:xfrm>
            <a:off x="3854160" y="5824800"/>
            <a:ext cx="4480200" cy="175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spcAft>
                <a:spcPts val="201"/>
              </a:spcAft>
            </a:pPr>
            <a:r>
              <a:rPr lang="en-US" sz="1150" b="0" strike="noStrike" spc="-1">
                <a:solidFill>
                  <a:srgbClr val="444A4D"/>
                </a:solidFill>
                <a:latin typeface="Calibri"/>
              </a:rPr>
              <a:t>dotnet global tool  (ignixa-sqlonfhir)</a:t>
            </a:r>
            <a:endParaRPr lang="en-US" sz="1150" b="0" strike="noStrike" spc="-1">
              <a:solidFill>
                <a:srgbClr val="000000"/>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PlaceHolder 1"/>
          <p:cNvSpPr>
            <a:spLocks noGrp="1"/>
          </p:cNvSpPr>
          <p:nvPr>
            <p:ph type="title"/>
          </p:nvPr>
        </p:nvSpPr>
        <p:spPr>
          <a:xfrm>
            <a:off x="841320" y="1043640"/>
            <a:ext cx="10515240" cy="886320"/>
          </a:xfrm>
          <a:prstGeom prst="rect">
            <a:avLst/>
          </a:prstGeom>
          <a:noFill/>
          <a:ln w="0">
            <a:noFill/>
          </a:ln>
        </p:spPr>
        <p:txBody>
          <a:bodyPr lIns="0" tIns="45000" rIns="90000" bIns="45000" anchor="t">
            <a:noAutofit/>
          </a:bodyPr>
          <a:lstStyle/>
          <a:p>
            <a:pPr indent="0" defTabSz="914400">
              <a:lnSpc>
                <a:spcPct val="90000"/>
              </a:lnSpc>
              <a:buNone/>
            </a:pPr>
            <a:r>
              <a:rPr lang="en-US" sz="3600" b="0" strike="noStrike" spc="-1" dirty="0">
                <a:solidFill>
                  <a:srgbClr val="0091B9"/>
                </a:solidFill>
                <a:latin typeface="Calibri"/>
                <a:ea typeface="Calibri"/>
              </a:rPr>
              <a:t>Fast enough for $export pipelines</a:t>
            </a:r>
            <a:endParaRPr lang="en-US" sz="3600" b="0" strike="noStrike" spc="-1" dirty="0">
              <a:solidFill>
                <a:schemeClr val="dk1"/>
              </a:solidFill>
              <a:latin typeface="Calibri"/>
            </a:endParaRPr>
          </a:p>
        </p:txBody>
      </p:sp>
      <p:sp>
        <p:nvSpPr>
          <p:cNvPr id="175" name="TextBox 2"/>
          <p:cNvSpPr/>
          <p:nvPr/>
        </p:nvSpPr>
        <p:spPr>
          <a:xfrm>
            <a:off x="841320" y="1554480"/>
            <a:ext cx="10506240" cy="18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spcAft>
                <a:spcPts val="201"/>
              </a:spcAft>
            </a:pPr>
            <a:r>
              <a:rPr lang="en-US" sz="1200" b="1" strike="noStrike" spc="-1" dirty="0" err="1">
                <a:solidFill>
                  <a:srgbClr val="F26B21"/>
                </a:solidFill>
                <a:latin typeface="Calibri"/>
              </a:rPr>
              <a:t>FHIRPath</a:t>
            </a:r>
            <a:r>
              <a:rPr lang="en-US" sz="1200" b="1" strike="noStrike" spc="-1" dirty="0">
                <a:solidFill>
                  <a:srgbClr val="F26B21"/>
                </a:solidFill>
                <a:latin typeface="Calibri"/>
              </a:rPr>
              <a:t> performance</a:t>
            </a:r>
            <a:endParaRPr lang="en-US" sz="1200" b="0" strike="noStrike" spc="-1" dirty="0">
              <a:solidFill>
                <a:srgbClr val="000000"/>
              </a:solidFill>
              <a:latin typeface="Arial"/>
            </a:endParaRPr>
          </a:p>
        </p:txBody>
      </p:sp>
      <p:sp>
        <p:nvSpPr>
          <p:cNvPr id="176" name="TextBox 3"/>
          <p:cNvSpPr/>
          <p:nvPr/>
        </p:nvSpPr>
        <p:spPr>
          <a:xfrm>
            <a:off x="838200" y="1905000"/>
            <a:ext cx="10515600" cy="508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15000"/>
              </a:lnSpc>
              <a:spcAft>
                <a:spcPts val="400"/>
              </a:spcAft>
            </a:pPr>
            <a:r>
              <a:rPr lang="en-US" sz="1600" strike="noStrike" spc="-1">
                <a:solidFill>
                  <a:srgbClr val="444A4D"/>
                </a:solidFill>
                <a:latin typeface="Calibri"/>
                <a:ea typeface="Calibri"/>
                <a:cs typeface="Calibri"/>
              </a:rPr>
              <a:t>Not a wrapper — a ground-up, visitor-pattern engine with optimization passes at parse time and fast paths at run time.</a:t>
            </a:r>
            <a:endParaRPr lang="en-US" sz="1600" strike="noStrike" spc="-1" dirty="0">
              <a:solidFill>
                <a:srgbClr val="444A4D"/>
              </a:solidFill>
              <a:latin typeface="Calibri"/>
              <a:ea typeface="Calibri"/>
              <a:cs typeface="Calibri"/>
            </a:endParaRPr>
          </a:p>
        </p:txBody>
      </p:sp>
      <p:sp>
        <p:nvSpPr>
          <p:cNvPr id="4" name="EngCardBg">
            <a:extLst>
              <a:ext uri="{FF2B5EF4-FFF2-40B4-BE49-F238E27FC236}">
                <a16:creationId xmlns:a16="http://schemas.microsoft.com/office/drawing/2014/main" id="{FC2AB505-1597-4874-82CA-2B438129ED7B}"/>
              </a:ext>
            </a:extLst>
          </p:cNvPr>
          <p:cNvSpPr/>
          <p:nvPr/>
        </p:nvSpPr>
        <p:spPr>
          <a:xfrm>
            <a:off x="838200" y="2603500"/>
            <a:ext cx="5067300" cy="3048000"/>
          </a:xfrm>
          <a:prstGeom prst="roundRect">
            <a:avLst>
              <a:gd name="adj" fmla="val 2600"/>
            </a:avLst>
          </a:prstGeom>
          <a:solidFill>
            <a:srgbClr val="FFFFFF"/>
          </a:solidFill>
          <a:ln w="9525" cap="flat" cmpd="sng" algn="ctr">
            <a:solidFill>
              <a:srgbClr val="D7DDE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EngCardBar">
            <a:extLst>
              <a:ext uri="{FF2B5EF4-FFF2-40B4-BE49-F238E27FC236}">
                <a16:creationId xmlns:a16="http://schemas.microsoft.com/office/drawing/2014/main" id="{5DD8F997-BA67-48A7-B83E-0A3F924BD407}"/>
              </a:ext>
            </a:extLst>
          </p:cNvPr>
          <p:cNvSpPr/>
          <p:nvPr/>
        </p:nvSpPr>
        <p:spPr>
          <a:xfrm>
            <a:off x="838200" y="2654300"/>
            <a:ext cx="63500" cy="2946400"/>
          </a:xfrm>
          <a:prstGeom prst="rect">
            <a:avLst/>
          </a:prstGeom>
          <a:solidFill>
            <a:srgbClr val="F5A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EngCardTitle">
            <a:extLst>
              <a:ext uri="{FF2B5EF4-FFF2-40B4-BE49-F238E27FC236}">
                <a16:creationId xmlns:a16="http://schemas.microsoft.com/office/drawing/2014/main" id="{E3B4DDFA-AAF8-4513-BACE-902F0A019BBE}"/>
              </a:ext>
            </a:extLst>
          </p:cNvPr>
          <p:cNvSpPr txBox="1"/>
          <p:nvPr/>
        </p:nvSpPr>
        <p:spPr>
          <a:xfrm>
            <a:off x="1117600" y="3721100"/>
            <a:ext cx="4572000" cy="228600"/>
          </a:xfrm>
          <a:prstGeom prst="rect">
            <a:avLst/>
          </a:prstGeom>
          <a:noFill/>
        </p:spPr>
        <p:txBody>
          <a:bodyPr vertOverflow="overflow" vert="horz" wrap="square" rtlCol="0" anchor="t">
            <a:spAutoFit/>
          </a:bodyPr>
          <a:lstStyle/>
          <a:p>
            <a:r>
              <a:rPr lang="en-US" sz="1600" b="1" dirty="0">
                <a:solidFill>
                  <a:srgbClr val="222A2E"/>
                </a:solidFill>
                <a:latin typeface="Consolas"/>
              </a:rPr>
              <a:t>Compile time</a:t>
            </a:r>
          </a:p>
        </p:txBody>
      </p:sp>
      <p:sp>
        <p:nvSpPr>
          <p:cNvPr id="7" name="EngCardBody">
            <a:extLst>
              <a:ext uri="{FF2B5EF4-FFF2-40B4-BE49-F238E27FC236}">
                <a16:creationId xmlns:a16="http://schemas.microsoft.com/office/drawing/2014/main" id="{AE4D13ED-5125-4378-88F3-BFEBEA7F20D1}"/>
              </a:ext>
            </a:extLst>
          </p:cNvPr>
          <p:cNvSpPr txBox="1"/>
          <p:nvPr/>
        </p:nvSpPr>
        <p:spPr>
          <a:xfrm>
            <a:off x="1117600" y="4152900"/>
            <a:ext cx="4572000" cy="1356910"/>
          </a:xfrm>
          <a:prstGeom prst="rect">
            <a:avLst/>
          </a:prstGeom>
          <a:noFill/>
        </p:spPr>
        <p:txBody>
          <a:bodyPr vertOverflow="overflow" vert="horz" wrap="square" rtlCol="0" anchor="t">
            <a:spAutoFit/>
          </a:bodyPr>
          <a:lstStyle/>
          <a:p>
            <a:pPr marL="228600" indent="-228600" algn="l">
              <a:lnSpc>
                <a:spcPct val="118000"/>
              </a:lnSpc>
              <a:spcAft>
                <a:spcPts val="500"/>
              </a:spcAft>
              <a:buClr>
                <a:srgbClr val="F5A800"/>
              </a:buClr>
              <a:buFont typeface="Arial"/>
              <a:buChar char="•"/>
            </a:pPr>
            <a:r>
              <a:rPr lang="en-US" sz="1500" b="1" dirty="0">
                <a:solidFill>
                  <a:srgbClr val="222A2E"/>
                </a:solidFill>
                <a:latin typeface="Calibri"/>
              </a:rPr>
              <a:t>Constant folding</a:t>
            </a:r>
            <a:r>
              <a:rPr lang="en-US" sz="1400" b="0" dirty="0">
                <a:solidFill>
                  <a:srgbClr val="006E8C"/>
                </a:solidFill>
                <a:latin typeface="Consolas"/>
              </a:rPr>
              <a:t>   1 + 2 → 3</a:t>
            </a:r>
          </a:p>
          <a:p>
            <a:pPr marL="228600" indent="-228600" algn="l">
              <a:lnSpc>
                <a:spcPct val="118000"/>
              </a:lnSpc>
              <a:spcAft>
                <a:spcPts val="500"/>
              </a:spcAft>
              <a:buClr>
                <a:srgbClr val="F5A800"/>
              </a:buClr>
              <a:buFont typeface="Arial"/>
              <a:buChar char="•"/>
            </a:pPr>
            <a:r>
              <a:rPr lang="en-US" sz="1500" b="1" dirty="0">
                <a:solidFill>
                  <a:srgbClr val="222A2E"/>
                </a:solidFill>
                <a:latin typeface="Calibri"/>
              </a:rPr>
              <a:t>Short-circuit</a:t>
            </a:r>
            <a:r>
              <a:rPr lang="en-US" sz="1400" b="0" dirty="0">
                <a:solidFill>
                  <a:srgbClr val="006E8C"/>
                </a:solidFill>
                <a:latin typeface="Consolas"/>
              </a:rPr>
              <a:t>   false and f() → skip</a:t>
            </a:r>
          </a:p>
          <a:p>
            <a:pPr marL="228600" indent="-228600" algn="l">
              <a:lnSpc>
                <a:spcPct val="118000"/>
              </a:lnSpc>
              <a:spcAft>
                <a:spcPts val="500"/>
              </a:spcAft>
              <a:buClr>
                <a:srgbClr val="F5A800"/>
              </a:buClr>
              <a:buFont typeface="Arial"/>
              <a:buChar char="•"/>
            </a:pPr>
            <a:r>
              <a:rPr lang="en-US" sz="1500" b="1" dirty="0">
                <a:solidFill>
                  <a:srgbClr val="222A2E"/>
                </a:solidFill>
                <a:latin typeface="Calibri"/>
              </a:rPr>
              <a:t>Algebraic simplify</a:t>
            </a:r>
            <a:r>
              <a:rPr lang="en-US" sz="1400" b="0" dirty="0">
                <a:solidFill>
                  <a:srgbClr val="006E8C"/>
                </a:solidFill>
                <a:latin typeface="Consolas"/>
              </a:rPr>
              <a:t>   x.where(true) → x</a:t>
            </a:r>
          </a:p>
          <a:p>
            <a:pPr marL="228600" indent="-228600" algn="l">
              <a:lnSpc>
                <a:spcPct val="118000"/>
              </a:lnSpc>
              <a:spcAft>
                <a:spcPts val="500"/>
              </a:spcAft>
              <a:buClr>
                <a:srgbClr val="F5A800"/>
              </a:buClr>
              <a:buFont typeface="Arial"/>
              <a:buChar char="•"/>
            </a:pPr>
            <a:r>
              <a:rPr lang="en-US" sz="1500" b="1" dirty="0">
                <a:solidFill>
                  <a:srgbClr val="222A2E"/>
                </a:solidFill>
                <a:latin typeface="Calibri"/>
              </a:rPr>
              <a:t>Static type-checking</a:t>
            </a:r>
            <a:r>
              <a:rPr lang="en-US" sz="1400" b="0" dirty="0">
                <a:solidFill>
                  <a:srgbClr val="006E8C"/>
                </a:solidFill>
                <a:latin typeface="Consolas"/>
              </a:rPr>
              <a:t>   bad path → error</a:t>
            </a:r>
          </a:p>
        </p:txBody>
      </p:sp>
      <p:sp>
        <p:nvSpPr>
          <p:cNvPr id="8" name="EngCardBg">
            <a:extLst>
              <a:ext uri="{FF2B5EF4-FFF2-40B4-BE49-F238E27FC236}">
                <a16:creationId xmlns:a16="http://schemas.microsoft.com/office/drawing/2014/main" id="{A8A65F3A-0A58-4462-A813-A1929B48ED0D}"/>
              </a:ext>
            </a:extLst>
          </p:cNvPr>
          <p:cNvSpPr/>
          <p:nvPr/>
        </p:nvSpPr>
        <p:spPr>
          <a:xfrm>
            <a:off x="6273800" y="2603500"/>
            <a:ext cx="5067300" cy="3048000"/>
          </a:xfrm>
          <a:prstGeom prst="roundRect">
            <a:avLst>
              <a:gd name="adj" fmla="val 2600"/>
            </a:avLst>
          </a:prstGeom>
          <a:solidFill>
            <a:srgbClr val="FFFFFF"/>
          </a:solidFill>
          <a:ln w="9525" cap="flat" cmpd="sng" algn="ctr">
            <a:solidFill>
              <a:srgbClr val="D7DDE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EngCardBar">
            <a:extLst>
              <a:ext uri="{FF2B5EF4-FFF2-40B4-BE49-F238E27FC236}">
                <a16:creationId xmlns:a16="http://schemas.microsoft.com/office/drawing/2014/main" id="{1C016856-2F65-4AC2-B390-D75D6A473646}"/>
              </a:ext>
            </a:extLst>
          </p:cNvPr>
          <p:cNvSpPr/>
          <p:nvPr/>
        </p:nvSpPr>
        <p:spPr>
          <a:xfrm>
            <a:off x="6273800" y="2654300"/>
            <a:ext cx="63500" cy="2946400"/>
          </a:xfrm>
          <a:prstGeom prst="rect">
            <a:avLst/>
          </a:prstGeom>
          <a:solidFill>
            <a:srgbClr val="F5A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EngCardTitle">
            <a:extLst>
              <a:ext uri="{FF2B5EF4-FFF2-40B4-BE49-F238E27FC236}">
                <a16:creationId xmlns:a16="http://schemas.microsoft.com/office/drawing/2014/main" id="{FDD41CA1-7F41-4D67-8D9A-2E688B544ED0}"/>
              </a:ext>
            </a:extLst>
          </p:cNvPr>
          <p:cNvSpPr txBox="1"/>
          <p:nvPr/>
        </p:nvSpPr>
        <p:spPr>
          <a:xfrm>
            <a:off x="6553200" y="3721100"/>
            <a:ext cx="4572000" cy="228600"/>
          </a:xfrm>
          <a:prstGeom prst="rect">
            <a:avLst/>
          </a:prstGeom>
          <a:noFill/>
        </p:spPr>
        <p:txBody>
          <a:bodyPr vertOverflow="overflow" vert="horz" wrap="square" rtlCol="0" anchor="t">
            <a:spAutoFit/>
          </a:bodyPr>
          <a:lstStyle/>
          <a:p>
            <a:r>
              <a:rPr lang="en-US" sz="1600" b="1">
                <a:solidFill>
                  <a:srgbClr val="222A2E"/>
                </a:solidFill>
                <a:latin typeface="Consolas"/>
              </a:rPr>
              <a:t>Run time</a:t>
            </a:r>
          </a:p>
        </p:txBody>
      </p:sp>
      <p:sp>
        <p:nvSpPr>
          <p:cNvPr id="11" name="EngCardBody">
            <a:extLst>
              <a:ext uri="{FF2B5EF4-FFF2-40B4-BE49-F238E27FC236}">
                <a16:creationId xmlns:a16="http://schemas.microsoft.com/office/drawing/2014/main" id="{15F8CA50-BAA5-4527-833D-DD106CD63F2D}"/>
              </a:ext>
            </a:extLst>
          </p:cNvPr>
          <p:cNvSpPr txBox="1"/>
          <p:nvPr/>
        </p:nvSpPr>
        <p:spPr>
          <a:xfrm>
            <a:off x="6553200" y="4152900"/>
            <a:ext cx="4572000" cy="1020408"/>
          </a:xfrm>
          <a:prstGeom prst="rect">
            <a:avLst/>
          </a:prstGeom>
          <a:noFill/>
        </p:spPr>
        <p:txBody>
          <a:bodyPr vertOverflow="overflow" vert="horz" wrap="square" rtlCol="0" anchor="t">
            <a:spAutoFit/>
          </a:bodyPr>
          <a:lstStyle/>
          <a:p>
            <a:pPr marL="228600" indent="-228600" algn="l">
              <a:lnSpc>
                <a:spcPct val="118000"/>
              </a:lnSpc>
              <a:spcAft>
                <a:spcPts val="500"/>
              </a:spcAft>
              <a:buClr>
                <a:srgbClr val="F5A800"/>
              </a:buClr>
              <a:buFont typeface="Arial"/>
              <a:buChar char="•"/>
            </a:pPr>
            <a:r>
              <a:rPr lang="en-US" sz="1500" b="1" dirty="0">
                <a:solidFill>
                  <a:srgbClr val="222A2E"/>
                </a:solidFill>
                <a:latin typeface="Calibri"/>
              </a:rPr>
              <a:t>Cached delegates</a:t>
            </a:r>
            <a:r>
              <a:rPr lang="en-US" sz="1400" b="0" dirty="0">
                <a:solidFill>
                  <a:srgbClr val="006E8C"/>
                </a:solidFill>
                <a:latin typeface="Consolas"/>
              </a:rPr>
              <a:t>   2nd eval skips compile</a:t>
            </a:r>
          </a:p>
          <a:p>
            <a:pPr marL="228600" indent="-228600" algn="l">
              <a:lnSpc>
                <a:spcPct val="118000"/>
              </a:lnSpc>
              <a:spcAft>
                <a:spcPts val="500"/>
              </a:spcAft>
              <a:buClr>
                <a:srgbClr val="F5A800"/>
              </a:buClr>
              <a:buFont typeface="Arial"/>
              <a:buChar char="•"/>
            </a:pPr>
            <a:r>
              <a:rPr lang="en-US" sz="1500" b="1" dirty="0">
                <a:solidFill>
                  <a:srgbClr val="222A2E"/>
                </a:solidFill>
                <a:latin typeface="Calibri"/>
              </a:rPr>
              <a:t>Allocation-free paths</a:t>
            </a:r>
            <a:endParaRPr lang="en-US" sz="1400" b="0" dirty="0">
              <a:solidFill>
                <a:srgbClr val="006E8C"/>
              </a:solidFill>
              <a:latin typeface="Consolas"/>
            </a:endParaRPr>
          </a:p>
          <a:p>
            <a:pPr marL="228600" indent="-228600" algn="l">
              <a:lnSpc>
                <a:spcPct val="118000"/>
              </a:lnSpc>
              <a:spcAft>
                <a:spcPts val="500"/>
              </a:spcAft>
              <a:buClr>
                <a:srgbClr val="F5A800"/>
              </a:buClr>
              <a:buFont typeface="Arial"/>
              <a:buChar char="•"/>
            </a:pPr>
            <a:r>
              <a:rPr lang="en-US" sz="1500" b="1" dirty="0">
                <a:solidFill>
                  <a:srgbClr val="222A2E"/>
                </a:solidFill>
                <a:latin typeface="Calibri"/>
              </a:rPr>
              <a:t>Interpreter fallback</a:t>
            </a:r>
            <a:endParaRPr lang="en-US" sz="1400" b="0" dirty="0">
              <a:solidFill>
                <a:srgbClr val="006E8C"/>
              </a:solidFill>
              <a:latin typeface="Consolas"/>
            </a:endParaRPr>
          </a:p>
        </p:txBody>
      </p:sp>
      <p:sp>
        <p:nvSpPr>
          <p:cNvPr id="12" name="EngCaption">
            <a:extLst>
              <a:ext uri="{FF2B5EF4-FFF2-40B4-BE49-F238E27FC236}">
                <a16:creationId xmlns:a16="http://schemas.microsoft.com/office/drawing/2014/main" id="{F0B96C32-CB55-4957-9473-0EFA089F207C}"/>
              </a:ext>
            </a:extLst>
          </p:cNvPr>
          <p:cNvSpPr txBox="1"/>
          <p:nvPr/>
        </p:nvSpPr>
        <p:spPr>
          <a:xfrm>
            <a:off x="838200" y="5842000"/>
            <a:ext cx="10515600" cy="254000"/>
          </a:xfrm>
          <a:prstGeom prst="rect">
            <a:avLst/>
          </a:prstGeom>
          <a:noFill/>
        </p:spPr>
        <p:txBody>
          <a:bodyPr vertOverflow="overflow" vert="horz" wrap="square" rtlCol="0" anchor="t">
            <a:spAutoFit/>
          </a:bodyPr>
          <a:lstStyle/>
          <a:p>
            <a:r>
              <a:rPr lang="en-US" sz="1200" dirty="0">
                <a:solidFill>
                  <a:srgbClr val="006E8C"/>
                </a:solidFill>
                <a:latin typeface="Calibri"/>
                <a:ea typeface="Calibri"/>
                <a:cs typeface="Calibri"/>
              </a:rPr>
              <a:t>One AST, many visitors — the optimizer, analyzer, and delegate compiler are all just visitors.</a:t>
            </a:r>
          </a:p>
        </p:txBody>
      </p:sp>
      <p:pic>
        <p:nvPicPr>
          <p:cNvPr id="177" name="Graphic 177" descr="Compile-time optimization icon"/>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3000" y="2933700"/>
            <a:ext cx="584200" cy="584200"/>
          </a:xfrm>
          <a:prstGeom prst="rect">
            <a:avLst/>
          </a:prstGeom>
        </p:spPr>
      </p:pic>
      <p:pic>
        <p:nvPicPr>
          <p:cNvPr id="178" name="Graphic 178" descr="Run-time speed icon"/>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78600" y="2933700"/>
            <a:ext cx="584200" cy="584200"/>
          </a:xfrm>
          <a:prstGeom prst="rect">
            <a:avLst/>
          </a:prstGeom>
        </p:spPr>
      </p:pic>
    </p:spTree>
    <p:extLst>
      <p:ext uri="{BB962C8B-B14F-4D97-AF65-F5344CB8AC3E}">
        <p14:creationId xmlns:p14="http://schemas.microsoft.com/office/powerpoint/2010/main" val="2722718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PlaceHolder 1"/>
          <p:cNvSpPr>
            <a:spLocks noGrp="1"/>
          </p:cNvSpPr>
          <p:nvPr>
            <p:ph type="title"/>
          </p:nvPr>
        </p:nvSpPr>
        <p:spPr>
          <a:xfrm>
            <a:off x="841320" y="1043640"/>
            <a:ext cx="10515240" cy="886320"/>
          </a:xfrm>
          <a:prstGeom prst="rect">
            <a:avLst/>
          </a:prstGeom>
          <a:noFill/>
          <a:ln w="0">
            <a:noFill/>
          </a:ln>
        </p:spPr>
        <p:txBody>
          <a:bodyPr lIns="0" tIns="45000" rIns="90000" bIns="45000" anchor="t">
            <a:noAutofit/>
          </a:bodyPr>
          <a:lstStyle/>
          <a:p>
            <a:pPr indent="0" defTabSz="914400">
              <a:lnSpc>
                <a:spcPct val="90000"/>
              </a:lnSpc>
              <a:buNone/>
            </a:pPr>
            <a:r>
              <a:rPr lang="en-US" sz="3600" b="0" strike="noStrike" spc="-1">
                <a:solidFill>
                  <a:srgbClr val="0091B9"/>
                </a:solidFill>
                <a:latin typeface="Calibri"/>
                <a:ea typeface="Calibri"/>
              </a:rPr>
              <a:t>Parse → Evaluate → Write</a:t>
            </a:r>
            <a:endParaRPr lang="en-US" sz="3600" b="0" strike="noStrike" spc="-1">
              <a:solidFill>
                <a:schemeClr val="dk1"/>
              </a:solidFill>
              <a:latin typeface="Calibri"/>
            </a:endParaRPr>
          </a:p>
        </p:txBody>
      </p:sp>
      <p:sp>
        <p:nvSpPr>
          <p:cNvPr id="209" name="TextBox 2"/>
          <p:cNvSpPr/>
          <p:nvPr/>
        </p:nvSpPr>
        <p:spPr>
          <a:xfrm>
            <a:off x="841320" y="1554480"/>
            <a:ext cx="10506240" cy="18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spcAft>
                <a:spcPts val="201"/>
              </a:spcAft>
            </a:pPr>
            <a:r>
              <a:rPr lang="en-US" sz="1200" b="1" strike="noStrike" spc="-1">
                <a:solidFill>
                  <a:srgbClr val="F26B21"/>
                </a:solidFill>
                <a:latin typeface="Calibri"/>
              </a:rPr>
              <a:t>THREE STAGES. CLEAN SEPARATION.</a:t>
            </a:r>
            <a:endParaRPr lang="en-US" sz="1200" b="0" strike="noStrike" spc="-1">
              <a:solidFill>
                <a:srgbClr val="000000"/>
              </a:solidFill>
              <a:latin typeface="Arial"/>
            </a:endParaRPr>
          </a:p>
        </p:txBody>
      </p:sp>
      <p:sp>
        <p:nvSpPr>
          <p:cNvPr id="210" name="Rounded Rectangle 3"/>
          <p:cNvSpPr/>
          <p:nvPr/>
        </p:nvSpPr>
        <p:spPr>
          <a:xfrm>
            <a:off x="841320" y="2240280"/>
            <a:ext cx="3318840" cy="3611520"/>
          </a:xfrm>
          <a:prstGeom prst="roundRect">
            <a:avLst>
              <a:gd name="adj" fmla="val 5000"/>
            </a:avLst>
          </a:prstGeom>
          <a:solidFill>
            <a:srgbClr val="FFFFFF"/>
          </a:solidFill>
          <a:ln w="9525">
            <a:solidFill>
              <a:srgbClr val="D7DDE1"/>
            </a:solidFill>
          </a:ln>
          <a:effectLst>
            <a:outerShdw blurRad="90000" dist="38160" dir="5400000" rotWithShape="0">
              <a:srgbClr val="1B2A33">
                <a:alpha val="18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211" name="Rectangle 4"/>
          <p:cNvSpPr/>
          <p:nvPr/>
        </p:nvSpPr>
        <p:spPr>
          <a:xfrm>
            <a:off x="841320" y="2240280"/>
            <a:ext cx="3318840" cy="82080"/>
          </a:xfrm>
          <a:prstGeom prst="rect">
            <a:avLst/>
          </a:prstGeom>
          <a:solidFill>
            <a:srgbClr val="0091B9"/>
          </a:solidFill>
          <a:ln>
            <a:noFill/>
          </a:ln>
        </p:spPr>
        <p:style>
          <a:lnRef idx="1">
            <a:schemeClr val="accent1"/>
          </a:lnRef>
          <a:fillRef idx="3">
            <a:schemeClr val="accent1"/>
          </a:fillRef>
          <a:effectRef idx="2">
            <a:schemeClr val="accent1"/>
          </a:effectRef>
          <a:fontRef idx="minor"/>
        </p:style>
        <p:txBody>
          <a:bodyPr lIns="90000" tIns="37440" rIns="90000" bIns="37440" anchor="ctr">
            <a:noAutofit/>
          </a:bodyPr>
          <a:lstStyle/>
          <a:p>
            <a:pPr algn="ctr" defTabSz="914400">
              <a:lnSpc>
                <a:spcPct val="100000"/>
              </a:lnSpc>
            </a:pPr>
            <a:endParaRPr lang="en-US" sz="1800" b="0" strike="noStrike" spc="-1">
              <a:solidFill>
                <a:schemeClr val="lt1"/>
              </a:solidFill>
              <a:latin typeface="Calibri"/>
            </a:endParaRPr>
          </a:p>
        </p:txBody>
      </p:sp>
      <p:pic>
        <p:nvPicPr>
          <p:cNvPr id="212" name="Picture 5" descr="parse.png"/>
          <p:cNvPicPr/>
          <p:nvPr/>
        </p:nvPicPr>
        <p:blipFill>
          <a:blip r:embed="rId3"/>
          <a:stretch/>
        </p:blipFill>
        <p:spPr>
          <a:xfrm>
            <a:off x="1097280" y="2514600"/>
            <a:ext cx="511560" cy="511560"/>
          </a:xfrm>
          <a:prstGeom prst="rect">
            <a:avLst/>
          </a:prstGeom>
          <a:ln w="0">
            <a:noFill/>
          </a:ln>
        </p:spPr>
      </p:pic>
      <p:sp>
        <p:nvSpPr>
          <p:cNvPr id="213" name="TextBox 6"/>
          <p:cNvSpPr/>
          <p:nvPr/>
        </p:nvSpPr>
        <p:spPr>
          <a:xfrm>
            <a:off x="1710000" y="2649600"/>
            <a:ext cx="2313000" cy="25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914400">
              <a:lnSpc>
                <a:spcPct val="100000"/>
              </a:lnSpc>
              <a:spcAft>
                <a:spcPts val="201"/>
              </a:spcAft>
            </a:pPr>
            <a:r>
              <a:rPr lang="en-US" sz="1700" b="1" strike="noStrike" spc="-1">
                <a:solidFill>
                  <a:srgbClr val="0091B9"/>
                </a:solidFill>
                <a:latin typeface="Calibri"/>
              </a:rPr>
              <a:t>1 · Parse</a:t>
            </a:r>
            <a:endParaRPr lang="en-US" sz="1700" b="0" strike="noStrike" spc="-1">
              <a:solidFill>
                <a:srgbClr val="000000"/>
              </a:solidFill>
              <a:latin typeface="Arial"/>
            </a:endParaRPr>
          </a:p>
        </p:txBody>
      </p:sp>
      <p:sp>
        <p:nvSpPr>
          <p:cNvPr id="214" name="Rectangle 7"/>
          <p:cNvSpPr/>
          <p:nvPr/>
        </p:nvSpPr>
        <p:spPr>
          <a:xfrm>
            <a:off x="1097280" y="3200400"/>
            <a:ext cx="2806920" cy="712800"/>
          </a:xfrm>
          <a:prstGeom prst="rect">
            <a:avLst/>
          </a:prstGeom>
          <a:solidFill>
            <a:srgbClr val="EEF3F6"/>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215" name="TextBox 8"/>
          <p:cNvSpPr/>
          <p:nvPr/>
        </p:nvSpPr>
        <p:spPr>
          <a:xfrm>
            <a:off x="1170360" y="3385080"/>
            <a:ext cx="2660400" cy="361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914400">
              <a:lnSpc>
                <a:spcPct val="105000"/>
              </a:lnSpc>
              <a:spcAft>
                <a:spcPts val="201"/>
              </a:spcAft>
            </a:pPr>
            <a:r>
              <a:rPr lang="en-US" sz="1050" b="1" strike="noStrike" spc="-1">
                <a:solidFill>
                  <a:srgbClr val="006E8C"/>
                </a:solidFill>
                <a:latin typeface="Consolas"/>
              </a:rPr>
              <a:t>ViewDefinitionExpressionParser</a:t>
            </a:r>
            <a:endParaRPr lang="en-US" sz="1050" b="0" strike="noStrike" spc="-1">
              <a:solidFill>
                <a:srgbClr val="000000"/>
              </a:solidFill>
              <a:latin typeface="Arial"/>
            </a:endParaRPr>
          </a:p>
          <a:p>
            <a:pPr defTabSz="914400">
              <a:lnSpc>
                <a:spcPct val="105000"/>
              </a:lnSpc>
              <a:spcAft>
                <a:spcPts val="201"/>
              </a:spcAft>
            </a:pPr>
            <a:r>
              <a:rPr lang="en-US" sz="1050" b="1" strike="noStrike" spc="-1">
                <a:solidFill>
                  <a:srgbClr val="006E8C"/>
                </a:solidFill>
                <a:latin typeface="Consolas"/>
              </a:rPr>
              <a:t>    .Parse()</a:t>
            </a:r>
            <a:endParaRPr lang="en-US" sz="1050" b="0" strike="noStrike" spc="-1">
              <a:solidFill>
                <a:srgbClr val="000000"/>
              </a:solidFill>
              <a:latin typeface="Arial"/>
            </a:endParaRPr>
          </a:p>
        </p:txBody>
      </p:sp>
      <p:sp>
        <p:nvSpPr>
          <p:cNvPr id="216" name="TextBox 9"/>
          <p:cNvSpPr/>
          <p:nvPr/>
        </p:nvSpPr>
        <p:spPr>
          <a:xfrm>
            <a:off x="1115640" y="4087440"/>
            <a:ext cx="2770200" cy="657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15000"/>
              </a:lnSpc>
              <a:spcAft>
                <a:spcPts val="201"/>
              </a:spcAft>
            </a:pPr>
            <a:r>
              <a:rPr lang="en-US" sz="1250" b="0" strike="noStrike" spc="-1" dirty="0">
                <a:solidFill>
                  <a:srgbClr val="444A4D"/>
                </a:solidFill>
                <a:latin typeface="Calibri"/>
              </a:rPr>
              <a:t>Compiles all </a:t>
            </a:r>
            <a:r>
              <a:rPr lang="en-US" sz="1250" b="0" strike="noStrike" spc="-1" dirty="0" err="1">
                <a:solidFill>
                  <a:srgbClr val="444A4D"/>
                </a:solidFill>
                <a:latin typeface="Calibri"/>
              </a:rPr>
              <a:t>FHIRPath</a:t>
            </a:r>
            <a:r>
              <a:rPr lang="en-US" sz="1250" b="0" strike="noStrike" spc="-1" dirty="0">
                <a:solidFill>
                  <a:srgbClr val="444A4D"/>
                </a:solidFill>
                <a:latin typeface="Calibri"/>
              </a:rPr>
              <a:t> upfront. Fail fast - invalid </a:t>
            </a:r>
            <a:r>
              <a:rPr lang="en-US" sz="1250" b="0" strike="noStrike" spc="-1" dirty="0" err="1">
                <a:solidFill>
                  <a:srgbClr val="444A4D"/>
                </a:solidFill>
                <a:latin typeface="Calibri"/>
              </a:rPr>
              <a:t>FHIRPath</a:t>
            </a:r>
            <a:r>
              <a:rPr lang="en-US" sz="1250" b="0" strike="noStrike" spc="-1" dirty="0">
                <a:solidFill>
                  <a:srgbClr val="444A4D"/>
                </a:solidFill>
                <a:latin typeface="Calibri"/>
              </a:rPr>
              <a:t> is caught here, not at evaluation time.</a:t>
            </a:r>
            <a:endParaRPr lang="en-US" sz="1250" b="0" strike="noStrike" spc="-1" dirty="0">
              <a:solidFill>
                <a:srgbClr val="000000"/>
              </a:solidFill>
              <a:latin typeface="Arial"/>
            </a:endParaRPr>
          </a:p>
        </p:txBody>
      </p:sp>
      <p:sp>
        <p:nvSpPr>
          <p:cNvPr id="217" name="Right Arrow 10"/>
          <p:cNvSpPr/>
          <p:nvPr/>
        </p:nvSpPr>
        <p:spPr>
          <a:xfrm>
            <a:off x="4178880" y="3927240"/>
            <a:ext cx="237240" cy="237240"/>
          </a:xfrm>
          <a:prstGeom prst="rightArrow">
            <a:avLst>
              <a:gd name="adj1" fmla="val 50000"/>
              <a:gd name="adj2" fmla="val 50000"/>
            </a:avLst>
          </a:prstGeom>
          <a:solidFill>
            <a:srgbClr val="808A90"/>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218" name="Rounded Rectangle 11"/>
          <p:cNvSpPr/>
          <p:nvPr/>
        </p:nvSpPr>
        <p:spPr>
          <a:xfrm>
            <a:off x="4434840" y="2240280"/>
            <a:ext cx="3318840" cy="3611520"/>
          </a:xfrm>
          <a:prstGeom prst="roundRect">
            <a:avLst>
              <a:gd name="adj" fmla="val 5000"/>
            </a:avLst>
          </a:prstGeom>
          <a:solidFill>
            <a:srgbClr val="FFFFFF"/>
          </a:solidFill>
          <a:ln w="9525">
            <a:solidFill>
              <a:srgbClr val="D7DDE1"/>
            </a:solidFill>
          </a:ln>
          <a:effectLst>
            <a:outerShdw blurRad="90000" dist="38160" dir="5400000" rotWithShape="0">
              <a:srgbClr val="1B2A33">
                <a:alpha val="18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219" name="Rectangle 12"/>
          <p:cNvSpPr/>
          <p:nvPr/>
        </p:nvSpPr>
        <p:spPr>
          <a:xfrm>
            <a:off x="4434840" y="2240280"/>
            <a:ext cx="3318840" cy="82080"/>
          </a:xfrm>
          <a:prstGeom prst="rect">
            <a:avLst/>
          </a:prstGeom>
          <a:solidFill>
            <a:srgbClr val="F26B21"/>
          </a:solidFill>
          <a:ln>
            <a:noFill/>
          </a:ln>
        </p:spPr>
        <p:style>
          <a:lnRef idx="1">
            <a:schemeClr val="accent1"/>
          </a:lnRef>
          <a:fillRef idx="3">
            <a:schemeClr val="accent1"/>
          </a:fillRef>
          <a:effectRef idx="2">
            <a:schemeClr val="accent1"/>
          </a:effectRef>
          <a:fontRef idx="minor"/>
        </p:style>
        <p:txBody>
          <a:bodyPr lIns="90000" tIns="37440" rIns="90000" bIns="37440" anchor="ctr">
            <a:noAutofit/>
          </a:bodyPr>
          <a:lstStyle/>
          <a:p>
            <a:pPr algn="ctr" defTabSz="914400">
              <a:lnSpc>
                <a:spcPct val="100000"/>
              </a:lnSpc>
            </a:pPr>
            <a:endParaRPr lang="en-US" sz="1800" b="0" strike="noStrike" spc="-1">
              <a:solidFill>
                <a:schemeClr val="lt1"/>
              </a:solidFill>
              <a:latin typeface="Calibri"/>
            </a:endParaRPr>
          </a:p>
        </p:txBody>
      </p:sp>
      <p:pic>
        <p:nvPicPr>
          <p:cNvPr id="220" name="Picture 13" descr="evaluate.png"/>
          <p:cNvPicPr/>
          <p:nvPr/>
        </p:nvPicPr>
        <p:blipFill>
          <a:blip r:embed="rId4"/>
          <a:stretch/>
        </p:blipFill>
        <p:spPr>
          <a:xfrm>
            <a:off x="4690800" y="2514600"/>
            <a:ext cx="511560" cy="511560"/>
          </a:xfrm>
          <a:prstGeom prst="rect">
            <a:avLst/>
          </a:prstGeom>
          <a:ln w="0">
            <a:noFill/>
          </a:ln>
        </p:spPr>
      </p:pic>
      <p:sp>
        <p:nvSpPr>
          <p:cNvPr id="221" name="TextBox 14"/>
          <p:cNvSpPr/>
          <p:nvPr/>
        </p:nvSpPr>
        <p:spPr>
          <a:xfrm>
            <a:off x="5303520" y="2649600"/>
            <a:ext cx="2313000" cy="25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914400">
              <a:lnSpc>
                <a:spcPct val="100000"/>
              </a:lnSpc>
              <a:spcAft>
                <a:spcPts val="201"/>
              </a:spcAft>
            </a:pPr>
            <a:r>
              <a:rPr lang="en-US" sz="1700" b="1" strike="noStrike" spc="-1">
                <a:solidFill>
                  <a:srgbClr val="F26B21"/>
                </a:solidFill>
                <a:latin typeface="Calibri"/>
              </a:rPr>
              <a:t>2 · Evaluate</a:t>
            </a:r>
            <a:endParaRPr lang="en-US" sz="1700" b="0" strike="noStrike" spc="-1">
              <a:solidFill>
                <a:srgbClr val="000000"/>
              </a:solidFill>
              <a:latin typeface="Arial"/>
            </a:endParaRPr>
          </a:p>
        </p:txBody>
      </p:sp>
      <p:sp>
        <p:nvSpPr>
          <p:cNvPr id="222" name="Rectangle 15"/>
          <p:cNvSpPr/>
          <p:nvPr/>
        </p:nvSpPr>
        <p:spPr>
          <a:xfrm>
            <a:off x="4690800" y="3200400"/>
            <a:ext cx="2806920" cy="712800"/>
          </a:xfrm>
          <a:prstGeom prst="rect">
            <a:avLst/>
          </a:prstGeom>
          <a:solidFill>
            <a:srgbClr val="EEF3F6"/>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223" name="TextBox 16"/>
          <p:cNvSpPr/>
          <p:nvPr/>
        </p:nvSpPr>
        <p:spPr>
          <a:xfrm>
            <a:off x="4763880" y="3385080"/>
            <a:ext cx="2660400" cy="361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914400">
              <a:lnSpc>
                <a:spcPct val="105000"/>
              </a:lnSpc>
              <a:spcAft>
                <a:spcPts val="201"/>
              </a:spcAft>
            </a:pPr>
            <a:r>
              <a:rPr lang="en-US" sz="1050" b="1" strike="noStrike" spc="-1">
                <a:solidFill>
                  <a:srgbClr val="006E8C"/>
                </a:solidFill>
                <a:latin typeface="Consolas"/>
              </a:rPr>
              <a:t>SqlOnFhirEvaluator</a:t>
            </a:r>
            <a:endParaRPr lang="en-US" sz="1050" b="0" strike="noStrike" spc="-1">
              <a:solidFill>
                <a:srgbClr val="000000"/>
              </a:solidFill>
              <a:latin typeface="Arial"/>
            </a:endParaRPr>
          </a:p>
          <a:p>
            <a:pPr defTabSz="914400">
              <a:lnSpc>
                <a:spcPct val="105000"/>
              </a:lnSpc>
              <a:spcAft>
                <a:spcPts val="201"/>
              </a:spcAft>
            </a:pPr>
            <a:r>
              <a:rPr lang="en-US" sz="1050" b="1" strike="noStrike" spc="-1">
                <a:solidFill>
                  <a:srgbClr val="006E8C"/>
                </a:solidFill>
                <a:latin typeface="Consolas"/>
              </a:rPr>
              <a:t>    .Evaluate(view, resource)</a:t>
            </a:r>
            <a:endParaRPr lang="en-US" sz="1050" b="0" strike="noStrike" spc="-1">
              <a:solidFill>
                <a:srgbClr val="000000"/>
              </a:solidFill>
              <a:latin typeface="Arial"/>
            </a:endParaRPr>
          </a:p>
        </p:txBody>
      </p:sp>
      <p:sp>
        <p:nvSpPr>
          <p:cNvPr id="224" name="TextBox 17"/>
          <p:cNvSpPr/>
          <p:nvPr/>
        </p:nvSpPr>
        <p:spPr>
          <a:xfrm>
            <a:off x="4709160" y="4087440"/>
            <a:ext cx="2770200" cy="657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15000"/>
              </a:lnSpc>
              <a:spcAft>
                <a:spcPts val="201"/>
              </a:spcAft>
            </a:pPr>
            <a:r>
              <a:rPr lang="en-US" sz="1250" b="0" strike="noStrike" spc="-1">
                <a:solidFill>
                  <a:srgbClr val="444A4D"/>
                </a:solidFill>
                <a:latin typeface="Calibri"/>
              </a:rPr>
              <a:t>WHERE filters · SELECT extracts · forEach unnests arrays into rows · %resource reaches the root. Pure &amp; stateless.</a:t>
            </a:r>
            <a:endParaRPr lang="en-US" sz="1250" b="0" strike="noStrike" spc="-1">
              <a:solidFill>
                <a:srgbClr val="000000"/>
              </a:solidFill>
              <a:latin typeface="Arial"/>
            </a:endParaRPr>
          </a:p>
        </p:txBody>
      </p:sp>
      <p:sp>
        <p:nvSpPr>
          <p:cNvPr id="225" name="Right Arrow 18"/>
          <p:cNvSpPr/>
          <p:nvPr/>
        </p:nvSpPr>
        <p:spPr>
          <a:xfrm>
            <a:off x="7772400" y="3927240"/>
            <a:ext cx="237240" cy="237240"/>
          </a:xfrm>
          <a:prstGeom prst="rightArrow">
            <a:avLst>
              <a:gd name="adj1" fmla="val 50000"/>
              <a:gd name="adj2" fmla="val 50000"/>
            </a:avLst>
          </a:prstGeom>
          <a:solidFill>
            <a:srgbClr val="808A90"/>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226" name="Rounded Rectangle 19"/>
          <p:cNvSpPr/>
          <p:nvPr/>
        </p:nvSpPr>
        <p:spPr>
          <a:xfrm>
            <a:off x="8028360" y="2240280"/>
            <a:ext cx="3318840" cy="3611520"/>
          </a:xfrm>
          <a:prstGeom prst="roundRect">
            <a:avLst>
              <a:gd name="adj" fmla="val 5000"/>
            </a:avLst>
          </a:prstGeom>
          <a:solidFill>
            <a:srgbClr val="FFFFFF"/>
          </a:solidFill>
          <a:ln w="9525">
            <a:solidFill>
              <a:srgbClr val="D7DDE1"/>
            </a:solidFill>
          </a:ln>
          <a:effectLst>
            <a:outerShdw blurRad="90000" dist="38160" dir="5400000" rotWithShape="0">
              <a:srgbClr val="1B2A33">
                <a:alpha val="18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227" name="Rectangle 20"/>
          <p:cNvSpPr/>
          <p:nvPr/>
        </p:nvSpPr>
        <p:spPr>
          <a:xfrm>
            <a:off x="8028360" y="2240280"/>
            <a:ext cx="3318840" cy="82080"/>
          </a:xfrm>
          <a:prstGeom prst="rect">
            <a:avLst/>
          </a:prstGeom>
          <a:solidFill>
            <a:srgbClr val="2E9E5B"/>
          </a:solidFill>
          <a:ln>
            <a:noFill/>
          </a:ln>
        </p:spPr>
        <p:style>
          <a:lnRef idx="1">
            <a:schemeClr val="accent1"/>
          </a:lnRef>
          <a:fillRef idx="3">
            <a:schemeClr val="accent1"/>
          </a:fillRef>
          <a:effectRef idx="2">
            <a:schemeClr val="accent1"/>
          </a:effectRef>
          <a:fontRef idx="minor"/>
        </p:style>
        <p:txBody>
          <a:bodyPr lIns="90000" tIns="37440" rIns="90000" bIns="37440" anchor="ctr">
            <a:noAutofit/>
          </a:bodyPr>
          <a:lstStyle/>
          <a:p>
            <a:pPr algn="ctr" defTabSz="914400">
              <a:lnSpc>
                <a:spcPct val="100000"/>
              </a:lnSpc>
            </a:pPr>
            <a:endParaRPr lang="en-US" sz="1800" b="0" strike="noStrike" spc="-1">
              <a:solidFill>
                <a:schemeClr val="lt1"/>
              </a:solidFill>
              <a:latin typeface="Calibri"/>
            </a:endParaRPr>
          </a:p>
        </p:txBody>
      </p:sp>
      <p:pic>
        <p:nvPicPr>
          <p:cNvPr id="228" name="Picture 21" descr="write.png"/>
          <p:cNvPicPr/>
          <p:nvPr/>
        </p:nvPicPr>
        <p:blipFill>
          <a:blip r:embed="rId5"/>
          <a:stretch/>
        </p:blipFill>
        <p:spPr>
          <a:xfrm>
            <a:off x="8284320" y="2514600"/>
            <a:ext cx="511560" cy="511560"/>
          </a:xfrm>
          <a:prstGeom prst="rect">
            <a:avLst/>
          </a:prstGeom>
          <a:ln w="0">
            <a:noFill/>
          </a:ln>
        </p:spPr>
      </p:pic>
      <p:sp>
        <p:nvSpPr>
          <p:cNvPr id="229" name="TextBox 22"/>
          <p:cNvSpPr/>
          <p:nvPr/>
        </p:nvSpPr>
        <p:spPr>
          <a:xfrm>
            <a:off x="8897040" y="2649600"/>
            <a:ext cx="2313000" cy="25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914400">
              <a:lnSpc>
                <a:spcPct val="100000"/>
              </a:lnSpc>
              <a:spcAft>
                <a:spcPts val="201"/>
              </a:spcAft>
            </a:pPr>
            <a:r>
              <a:rPr lang="en-US" sz="1700" b="1" strike="noStrike" spc="-1">
                <a:solidFill>
                  <a:srgbClr val="2E9E5B"/>
                </a:solidFill>
                <a:latin typeface="Calibri"/>
              </a:rPr>
              <a:t>3 · Write</a:t>
            </a:r>
            <a:endParaRPr lang="en-US" sz="1700" b="0" strike="noStrike" spc="-1">
              <a:solidFill>
                <a:srgbClr val="000000"/>
              </a:solidFill>
              <a:latin typeface="Arial"/>
            </a:endParaRPr>
          </a:p>
        </p:txBody>
      </p:sp>
      <p:sp>
        <p:nvSpPr>
          <p:cNvPr id="230" name="Rectangle 23"/>
          <p:cNvSpPr/>
          <p:nvPr/>
        </p:nvSpPr>
        <p:spPr>
          <a:xfrm>
            <a:off x="8284320" y="3200400"/>
            <a:ext cx="2806920" cy="712800"/>
          </a:xfrm>
          <a:prstGeom prst="rect">
            <a:avLst/>
          </a:prstGeom>
          <a:solidFill>
            <a:srgbClr val="EEF3F6"/>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231" name="TextBox 24"/>
          <p:cNvSpPr/>
          <p:nvPr/>
        </p:nvSpPr>
        <p:spPr>
          <a:xfrm>
            <a:off x="8357760" y="3385080"/>
            <a:ext cx="2660400" cy="361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914400">
              <a:lnSpc>
                <a:spcPct val="105000"/>
              </a:lnSpc>
              <a:spcAft>
                <a:spcPts val="201"/>
              </a:spcAft>
            </a:pPr>
            <a:r>
              <a:rPr lang="en-US" sz="1050" b="1" strike="noStrike" spc="-1" dirty="0" err="1">
                <a:solidFill>
                  <a:srgbClr val="006E8C"/>
                </a:solidFill>
                <a:latin typeface="Consolas"/>
              </a:rPr>
              <a:t>ParquetFileWriter</a:t>
            </a:r>
            <a:endParaRPr lang="en-US" sz="1050" b="0" strike="noStrike" spc="-1" dirty="0">
              <a:solidFill>
                <a:srgbClr val="000000"/>
              </a:solidFill>
              <a:latin typeface="Arial"/>
            </a:endParaRPr>
          </a:p>
          <a:p>
            <a:pPr defTabSz="914400">
              <a:lnSpc>
                <a:spcPct val="105000"/>
              </a:lnSpc>
              <a:spcAft>
                <a:spcPts val="201"/>
              </a:spcAft>
            </a:pPr>
            <a:r>
              <a:rPr lang="en-US" sz="1050" b="1" strike="noStrike" spc="-1" dirty="0">
                <a:solidFill>
                  <a:srgbClr val="006E8C"/>
                </a:solidFill>
                <a:latin typeface="Consolas"/>
              </a:rPr>
              <a:t>    Csv · </a:t>
            </a:r>
            <a:r>
              <a:rPr lang="en-US" sz="1050" b="1" strike="noStrike" spc="-1" dirty="0" err="1">
                <a:solidFill>
                  <a:srgbClr val="006E8C"/>
                </a:solidFill>
                <a:latin typeface="Consolas"/>
              </a:rPr>
              <a:t>Ndjson</a:t>
            </a:r>
            <a:r>
              <a:rPr lang="en-US" sz="1050" b="1" strike="noStrike" spc="-1" dirty="0">
                <a:solidFill>
                  <a:srgbClr val="006E8C"/>
                </a:solidFill>
                <a:latin typeface="Consolas"/>
              </a:rPr>
              <a:t> · Create your own</a:t>
            </a:r>
            <a:endParaRPr lang="en-US" sz="1050" b="0" strike="noStrike" spc="-1" dirty="0">
              <a:solidFill>
                <a:srgbClr val="000000"/>
              </a:solidFill>
              <a:latin typeface="Arial"/>
            </a:endParaRPr>
          </a:p>
        </p:txBody>
      </p:sp>
      <p:sp>
        <p:nvSpPr>
          <p:cNvPr id="232" name="TextBox 25"/>
          <p:cNvSpPr/>
          <p:nvPr/>
        </p:nvSpPr>
        <p:spPr>
          <a:xfrm>
            <a:off x="8302680" y="4087440"/>
            <a:ext cx="2770200" cy="20704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15000"/>
              </a:lnSpc>
              <a:spcAft>
                <a:spcPts val="201"/>
              </a:spcAft>
            </a:pPr>
            <a:r>
              <a:rPr lang="en-US" sz="1250" b="0" strike="noStrike" spc="-1" dirty="0">
                <a:solidFill>
                  <a:srgbClr val="444A4D"/>
                </a:solidFill>
                <a:latin typeface="Calibri"/>
              </a:rPr>
              <a:t>Consumes the row stream. </a:t>
            </a:r>
            <a:endParaRPr lang="en-US" sz="1250" b="0" strike="noStrike" spc="-1" dirty="0">
              <a:solidFill>
                <a:srgbClr val="000000"/>
              </a:solidFill>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PlaceHolder 1"/>
          <p:cNvSpPr>
            <a:spLocks noGrp="1"/>
          </p:cNvSpPr>
          <p:nvPr>
            <p:ph type="title"/>
          </p:nvPr>
        </p:nvSpPr>
        <p:spPr>
          <a:xfrm>
            <a:off x="841320" y="1043640"/>
            <a:ext cx="10515240" cy="886320"/>
          </a:xfrm>
          <a:prstGeom prst="rect">
            <a:avLst/>
          </a:prstGeom>
          <a:noFill/>
          <a:ln w="0">
            <a:noFill/>
          </a:ln>
        </p:spPr>
        <p:txBody>
          <a:bodyPr lIns="0" tIns="45000" rIns="90000" bIns="45000" anchor="t">
            <a:noAutofit/>
          </a:bodyPr>
          <a:lstStyle/>
          <a:p>
            <a:pPr indent="0" defTabSz="914400">
              <a:lnSpc>
                <a:spcPct val="90000"/>
              </a:lnSpc>
              <a:buNone/>
            </a:pPr>
            <a:r>
              <a:rPr lang="en-US" sz="3600" b="0" strike="noStrike" spc="-1" dirty="0">
                <a:solidFill>
                  <a:srgbClr val="0091B9"/>
                </a:solidFill>
                <a:latin typeface="Calibri"/>
                <a:ea typeface="Calibri"/>
              </a:rPr>
              <a:t>A </a:t>
            </a:r>
            <a:r>
              <a:rPr lang="en-US" sz="3600" b="0" strike="noStrike" spc="-1" dirty="0" err="1">
                <a:solidFill>
                  <a:srgbClr val="0091B9"/>
                </a:solidFill>
                <a:latin typeface="Calibri"/>
                <a:ea typeface="Calibri"/>
              </a:rPr>
              <a:t>ViewDefinition</a:t>
            </a:r>
            <a:r>
              <a:rPr lang="en-US" sz="3600" b="0" strike="noStrike" spc="-1" dirty="0">
                <a:solidFill>
                  <a:srgbClr val="0091B9"/>
                </a:solidFill>
                <a:latin typeface="Calibri"/>
                <a:ea typeface="Calibri"/>
              </a:rPr>
              <a:t> example</a:t>
            </a:r>
            <a:endParaRPr lang="en-US" sz="3600" b="0" strike="noStrike" spc="-1" dirty="0">
              <a:solidFill>
                <a:schemeClr val="dk1"/>
              </a:solidFill>
              <a:latin typeface="Calibri"/>
            </a:endParaRPr>
          </a:p>
        </p:txBody>
      </p:sp>
      <p:sp>
        <p:nvSpPr>
          <p:cNvPr id="248" name="TextBox 2"/>
          <p:cNvSpPr/>
          <p:nvPr/>
        </p:nvSpPr>
        <p:spPr>
          <a:xfrm>
            <a:off x="841320" y="1554480"/>
            <a:ext cx="10506240" cy="18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spcAft>
                <a:spcPts val="201"/>
              </a:spcAft>
            </a:pPr>
            <a:r>
              <a:rPr lang="en-US" sz="1200" b="1" strike="noStrike" spc="-1">
                <a:solidFill>
                  <a:srgbClr val="F26B21"/>
                </a:solidFill>
                <a:latin typeface="Calibri"/>
              </a:rPr>
              <a:t>THE SHAPE OF THE THING</a:t>
            </a:r>
            <a:endParaRPr lang="en-US" sz="1200" b="0" strike="noStrike" spc="-1">
              <a:solidFill>
                <a:srgbClr val="000000"/>
              </a:solidFill>
              <a:latin typeface="Arial"/>
            </a:endParaRPr>
          </a:p>
        </p:txBody>
      </p:sp>
      <p:sp>
        <p:nvSpPr>
          <p:cNvPr id="249" name="Rounded Rectangle 3"/>
          <p:cNvSpPr/>
          <p:nvPr/>
        </p:nvSpPr>
        <p:spPr>
          <a:xfrm>
            <a:off x="841320" y="2103120"/>
            <a:ext cx="10506240" cy="4068720"/>
          </a:xfrm>
          <a:prstGeom prst="roundRect">
            <a:avLst>
              <a:gd name="adj" fmla="val 4500"/>
            </a:avLst>
          </a:prstGeom>
          <a:solidFill>
            <a:srgbClr val="1B2A33"/>
          </a:solidFill>
          <a:ln>
            <a:noFill/>
          </a:ln>
          <a:effectLst>
            <a:outerShdw blurRad="90000" dist="38160" dir="5400000" rotWithShape="0">
              <a:srgbClr val="1B2A33">
                <a:alpha val="18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250" name="Rounded Rectangle 4"/>
          <p:cNvSpPr/>
          <p:nvPr/>
        </p:nvSpPr>
        <p:spPr>
          <a:xfrm>
            <a:off x="841320" y="2103120"/>
            <a:ext cx="10506240" cy="383760"/>
          </a:xfrm>
          <a:prstGeom prst="roundRect">
            <a:avLst>
              <a:gd name="adj" fmla="val 10000"/>
            </a:avLst>
          </a:prstGeom>
          <a:solidFill>
            <a:srgbClr val="142027"/>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251" name="Oval 5"/>
          <p:cNvSpPr/>
          <p:nvPr/>
        </p:nvSpPr>
        <p:spPr>
          <a:xfrm>
            <a:off x="1042560" y="2226600"/>
            <a:ext cx="136800" cy="136800"/>
          </a:xfrm>
          <a:prstGeom prst="ellipse">
            <a:avLst/>
          </a:prstGeom>
          <a:solidFill>
            <a:srgbClr val="F55F56"/>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252" name="Oval 6"/>
          <p:cNvSpPr/>
          <p:nvPr/>
        </p:nvSpPr>
        <p:spPr>
          <a:xfrm>
            <a:off x="1280160" y="2226600"/>
            <a:ext cx="136800" cy="136800"/>
          </a:xfrm>
          <a:prstGeom prst="ellipse">
            <a:avLst/>
          </a:prstGeom>
          <a:solidFill>
            <a:srgbClr val="F5BD2E"/>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253" name="Oval 7"/>
          <p:cNvSpPr/>
          <p:nvPr/>
        </p:nvSpPr>
        <p:spPr>
          <a:xfrm>
            <a:off x="1517760" y="2226600"/>
            <a:ext cx="136800" cy="136800"/>
          </a:xfrm>
          <a:prstGeom prst="ellipse">
            <a:avLst/>
          </a:prstGeom>
          <a:solidFill>
            <a:srgbClr val="27C93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254" name="TextBox 8"/>
          <p:cNvSpPr/>
          <p:nvPr/>
        </p:nvSpPr>
        <p:spPr>
          <a:xfrm>
            <a:off x="1984320" y="2176200"/>
            <a:ext cx="9226080" cy="168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spcAft>
                <a:spcPts val="201"/>
              </a:spcAft>
            </a:pPr>
            <a:r>
              <a:rPr lang="en-US" sz="1100" b="0" strike="noStrike" spc="-1">
                <a:solidFill>
                  <a:srgbClr val="7E8C94"/>
                </a:solidFill>
                <a:latin typeface="Consolas"/>
              </a:rPr>
              <a:t>patient-view.json</a:t>
            </a:r>
            <a:endParaRPr lang="en-US" sz="1100" b="0" strike="noStrike" spc="-1">
              <a:solidFill>
                <a:srgbClr val="000000"/>
              </a:solidFill>
              <a:latin typeface="Arial"/>
            </a:endParaRPr>
          </a:p>
        </p:txBody>
      </p:sp>
      <p:sp>
        <p:nvSpPr>
          <p:cNvPr id="255" name="TextBox 9"/>
          <p:cNvSpPr/>
          <p:nvPr/>
        </p:nvSpPr>
        <p:spPr>
          <a:xfrm>
            <a:off x="2379960" y="2615040"/>
            <a:ext cx="7428960" cy="2614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00000"/>
              </a:lnSpc>
              <a:spcAft>
                <a:spcPts val="300"/>
              </a:spcAft>
            </a:pPr>
            <a:r>
              <a:rPr lang="en-US" sz="1200" b="0" strike="noStrike" spc="-1">
                <a:solidFill>
                  <a:srgbClr val="E7ECEF"/>
                </a:solidFill>
                <a:latin typeface="Consolas"/>
              </a:rPr>
              <a:t>{</a:t>
            </a:r>
            <a:endParaRPr lang="en-US" sz="1200" b="0" strike="noStrike" spc="-1">
              <a:solidFill>
                <a:srgbClr val="000000"/>
              </a:solidFill>
              <a:latin typeface="Arial"/>
            </a:endParaRPr>
          </a:p>
          <a:p>
            <a:pPr defTabSz="914400">
              <a:lnSpc>
                <a:spcPct val="100000"/>
              </a:lnSpc>
              <a:spcAft>
                <a:spcPts val="300"/>
              </a:spcAft>
            </a:pPr>
            <a:r>
              <a:rPr lang="en-US" sz="1200" b="0" strike="noStrike" spc="-1">
                <a:solidFill>
                  <a:srgbClr val="9FC9E8"/>
                </a:solidFill>
                <a:latin typeface="Consolas"/>
              </a:rPr>
              <a:t>  "resourceType"</a:t>
            </a:r>
            <a:r>
              <a:rPr lang="en-US" sz="1200" b="0" strike="noStrike" spc="-1">
                <a:solidFill>
                  <a:srgbClr val="E7ECEF"/>
                </a:solidFill>
                <a:latin typeface="Consolas"/>
              </a:rPr>
              <a:t>: </a:t>
            </a:r>
            <a:r>
              <a:rPr lang="en-US" sz="1200" b="0" strike="noStrike" spc="-1">
                <a:solidFill>
                  <a:srgbClr val="6FD0C8"/>
                </a:solidFill>
                <a:latin typeface="Consolas"/>
              </a:rPr>
              <a:t>"ViewDefinition"</a:t>
            </a:r>
            <a:r>
              <a:rPr lang="en-US" sz="1200" b="0" strike="noStrike" spc="-1">
                <a:solidFill>
                  <a:srgbClr val="E7ECEF"/>
                </a:solidFill>
                <a:latin typeface="Consolas"/>
              </a:rPr>
              <a:t>,</a:t>
            </a:r>
            <a:endParaRPr lang="en-US" sz="1200" b="0" strike="noStrike" spc="-1">
              <a:solidFill>
                <a:srgbClr val="000000"/>
              </a:solidFill>
              <a:latin typeface="Arial"/>
            </a:endParaRPr>
          </a:p>
          <a:p>
            <a:pPr defTabSz="914400">
              <a:lnSpc>
                <a:spcPct val="100000"/>
              </a:lnSpc>
              <a:spcAft>
                <a:spcPts val="300"/>
              </a:spcAft>
            </a:pPr>
            <a:r>
              <a:rPr lang="en-US" sz="1200" b="0" strike="noStrike" spc="-1">
                <a:solidFill>
                  <a:srgbClr val="9FC9E8"/>
                </a:solidFill>
                <a:latin typeface="Consolas"/>
              </a:rPr>
              <a:t>  "resource"</a:t>
            </a:r>
            <a:r>
              <a:rPr lang="en-US" sz="1200" b="0" strike="noStrike" spc="-1">
                <a:solidFill>
                  <a:srgbClr val="E7ECEF"/>
                </a:solidFill>
                <a:latin typeface="Consolas"/>
              </a:rPr>
              <a:t>: </a:t>
            </a:r>
            <a:r>
              <a:rPr lang="en-US" sz="1200" b="0" strike="noStrike" spc="-1">
                <a:solidFill>
                  <a:srgbClr val="6FD0C8"/>
                </a:solidFill>
                <a:latin typeface="Consolas"/>
              </a:rPr>
              <a:t>"Patient"</a:t>
            </a:r>
            <a:r>
              <a:rPr lang="en-US" sz="1200" b="0" strike="noStrike" spc="-1">
                <a:solidFill>
                  <a:srgbClr val="E7ECEF"/>
                </a:solidFill>
                <a:latin typeface="Consolas"/>
              </a:rPr>
              <a:t>,</a:t>
            </a:r>
            <a:endParaRPr lang="en-US" sz="1200" b="0" strike="noStrike" spc="-1">
              <a:solidFill>
                <a:srgbClr val="000000"/>
              </a:solidFill>
              <a:latin typeface="Arial"/>
            </a:endParaRPr>
          </a:p>
          <a:p>
            <a:pPr defTabSz="914400">
              <a:lnSpc>
                <a:spcPct val="100000"/>
              </a:lnSpc>
              <a:spcAft>
                <a:spcPts val="300"/>
              </a:spcAft>
            </a:pPr>
            <a:r>
              <a:rPr lang="en-US" sz="1200" b="0" strike="noStrike" spc="-1">
                <a:solidFill>
                  <a:srgbClr val="9FC9E8"/>
                </a:solidFill>
                <a:latin typeface="Consolas"/>
              </a:rPr>
              <a:t>  "where"</a:t>
            </a:r>
            <a:r>
              <a:rPr lang="en-US" sz="1200" b="0" strike="noStrike" spc="-1">
                <a:solidFill>
                  <a:srgbClr val="E7ECEF"/>
                </a:solidFill>
                <a:latin typeface="Consolas"/>
              </a:rPr>
              <a:t>: [{ </a:t>
            </a:r>
            <a:r>
              <a:rPr lang="en-US" sz="1200" b="0" strike="noStrike" spc="-1">
                <a:solidFill>
                  <a:srgbClr val="9FC9E8"/>
                </a:solidFill>
                <a:latin typeface="Consolas"/>
              </a:rPr>
              <a:t>"path"</a:t>
            </a:r>
            <a:r>
              <a:rPr lang="en-US" sz="1200" b="0" strike="noStrike" spc="-1">
                <a:solidFill>
                  <a:srgbClr val="E7ECEF"/>
                </a:solidFill>
                <a:latin typeface="Consolas"/>
              </a:rPr>
              <a:t>: </a:t>
            </a:r>
            <a:r>
              <a:rPr lang="en-US" sz="1200" b="0" strike="noStrike" spc="-1">
                <a:solidFill>
                  <a:srgbClr val="6FD0C8"/>
                </a:solidFill>
                <a:latin typeface="Consolas"/>
              </a:rPr>
              <a:t>"active = true"</a:t>
            </a:r>
            <a:r>
              <a:rPr lang="en-US" sz="1200" b="0" strike="noStrike" spc="-1">
                <a:solidFill>
                  <a:srgbClr val="E7ECEF"/>
                </a:solidFill>
                <a:latin typeface="Consolas"/>
              </a:rPr>
              <a:t> }],</a:t>
            </a:r>
            <a:endParaRPr lang="en-US" sz="1200" b="0" strike="noStrike" spc="-1">
              <a:solidFill>
                <a:srgbClr val="000000"/>
              </a:solidFill>
              <a:latin typeface="Arial"/>
            </a:endParaRPr>
          </a:p>
          <a:p>
            <a:pPr defTabSz="914400">
              <a:lnSpc>
                <a:spcPct val="100000"/>
              </a:lnSpc>
              <a:spcAft>
                <a:spcPts val="300"/>
              </a:spcAft>
            </a:pPr>
            <a:r>
              <a:rPr lang="en-US" sz="1200" b="0" strike="noStrike" spc="-1">
                <a:solidFill>
                  <a:srgbClr val="9FC9E8"/>
                </a:solidFill>
                <a:latin typeface="Consolas"/>
              </a:rPr>
              <a:t>  "select"</a:t>
            </a:r>
            <a:r>
              <a:rPr lang="en-US" sz="1200" b="0" strike="noStrike" spc="-1">
                <a:solidFill>
                  <a:srgbClr val="E7ECEF"/>
                </a:solidFill>
                <a:latin typeface="Consolas"/>
              </a:rPr>
              <a:t>: [{ </a:t>
            </a:r>
            <a:r>
              <a:rPr lang="en-US" sz="1200" b="0" strike="noStrike" spc="-1">
                <a:solidFill>
                  <a:srgbClr val="9FC9E8"/>
                </a:solidFill>
                <a:latin typeface="Consolas"/>
              </a:rPr>
              <a:t>"column"</a:t>
            </a:r>
            <a:r>
              <a:rPr lang="en-US" sz="1200" b="0" strike="noStrike" spc="-1">
                <a:solidFill>
                  <a:srgbClr val="E7ECEF"/>
                </a:solidFill>
                <a:latin typeface="Consolas"/>
              </a:rPr>
              <a:t>: [</a:t>
            </a:r>
            <a:endParaRPr lang="en-US" sz="1200" b="0" strike="noStrike" spc="-1">
              <a:solidFill>
                <a:srgbClr val="000000"/>
              </a:solidFill>
              <a:latin typeface="Arial"/>
            </a:endParaRPr>
          </a:p>
          <a:p>
            <a:pPr defTabSz="914400">
              <a:lnSpc>
                <a:spcPct val="100000"/>
              </a:lnSpc>
              <a:spcAft>
                <a:spcPts val="300"/>
              </a:spcAft>
            </a:pPr>
            <a:r>
              <a:rPr lang="en-US" sz="1200" b="0" strike="noStrike" spc="-1">
                <a:solidFill>
                  <a:srgbClr val="E7ECEF"/>
                </a:solidFill>
                <a:latin typeface="Consolas"/>
              </a:rPr>
              <a:t>    { "name":"id",          "path":"id",  "type":"string" },</a:t>
            </a:r>
            <a:endParaRPr lang="en-US" sz="1200" b="0" strike="noStrike" spc="-1">
              <a:solidFill>
                <a:srgbClr val="000000"/>
              </a:solidFill>
              <a:latin typeface="Arial"/>
            </a:endParaRPr>
          </a:p>
          <a:p>
            <a:pPr defTabSz="914400">
              <a:lnSpc>
                <a:spcPct val="100000"/>
              </a:lnSpc>
              <a:spcAft>
                <a:spcPts val="300"/>
              </a:spcAft>
            </a:pPr>
            <a:r>
              <a:rPr lang="en-US" sz="1200" b="0" strike="noStrike" spc="-1">
                <a:solidFill>
                  <a:srgbClr val="E7ECEF"/>
                </a:solidFill>
                <a:latin typeface="Consolas"/>
              </a:rPr>
              <a:t>    { "name":"family_name", "path":</a:t>
            </a:r>
            <a:r>
              <a:rPr lang="en-US" sz="1200" b="0" strike="noStrike" spc="-1">
                <a:solidFill>
                  <a:srgbClr val="6FD0C8"/>
                </a:solidFill>
                <a:latin typeface="Consolas"/>
              </a:rPr>
              <a:t>"name.where(use='official').first().family"</a:t>
            </a:r>
            <a:r>
              <a:rPr lang="en-US" sz="1200" b="0" strike="noStrike" spc="-1">
                <a:solidFill>
                  <a:srgbClr val="E7ECEF"/>
                </a:solidFill>
                <a:latin typeface="Consolas"/>
              </a:rPr>
              <a:t> },</a:t>
            </a:r>
            <a:endParaRPr lang="en-US" sz="1200" b="0" strike="noStrike" spc="-1">
              <a:solidFill>
                <a:srgbClr val="000000"/>
              </a:solidFill>
              <a:latin typeface="Arial"/>
            </a:endParaRPr>
          </a:p>
          <a:p>
            <a:pPr defTabSz="914400">
              <a:lnSpc>
                <a:spcPct val="100000"/>
              </a:lnSpc>
              <a:spcAft>
                <a:spcPts val="300"/>
              </a:spcAft>
            </a:pPr>
            <a:r>
              <a:rPr lang="en-US" sz="1200" b="0" strike="noStrike" spc="-1">
                <a:solidFill>
                  <a:srgbClr val="E7ECEF"/>
                </a:solidFill>
                <a:latin typeface="Consolas"/>
              </a:rPr>
              <a:t>    { "name":"given_name",  "path":</a:t>
            </a:r>
            <a:r>
              <a:rPr lang="en-US" sz="1200" b="0" strike="noStrike" spc="-1">
                <a:solidFill>
                  <a:srgbClr val="6FD0C8"/>
                </a:solidFill>
                <a:latin typeface="Consolas"/>
              </a:rPr>
              <a:t>"name.where(use='official').first().given.first()"</a:t>
            </a:r>
            <a:r>
              <a:rPr lang="en-US" sz="1200" b="0" strike="noStrike" spc="-1">
                <a:solidFill>
                  <a:srgbClr val="E7ECEF"/>
                </a:solidFill>
                <a:latin typeface="Consolas"/>
              </a:rPr>
              <a:t> },</a:t>
            </a:r>
            <a:endParaRPr lang="en-US" sz="1200" b="0" strike="noStrike" spc="-1">
              <a:solidFill>
                <a:srgbClr val="000000"/>
              </a:solidFill>
              <a:latin typeface="Arial"/>
            </a:endParaRPr>
          </a:p>
          <a:p>
            <a:pPr defTabSz="914400">
              <a:lnSpc>
                <a:spcPct val="100000"/>
              </a:lnSpc>
              <a:spcAft>
                <a:spcPts val="300"/>
              </a:spcAft>
            </a:pPr>
            <a:r>
              <a:rPr lang="en-US" sz="1200" b="0" strike="noStrike" spc="-1">
                <a:solidFill>
                  <a:srgbClr val="E7ECEF"/>
                </a:solidFill>
                <a:latin typeface="Consolas"/>
              </a:rPr>
              <a:t>    { "name":"birth_date",  "path":"birthDate", "type":"date" },</a:t>
            </a:r>
            <a:endParaRPr lang="en-US" sz="1200" b="0" strike="noStrike" spc="-1">
              <a:solidFill>
                <a:srgbClr val="000000"/>
              </a:solidFill>
              <a:latin typeface="Arial"/>
            </a:endParaRPr>
          </a:p>
          <a:p>
            <a:pPr defTabSz="914400">
              <a:lnSpc>
                <a:spcPct val="100000"/>
              </a:lnSpc>
              <a:spcAft>
                <a:spcPts val="300"/>
              </a:spcAft>
            </a:pPr>
            <a:r>
              <a:rPr lang="en-US" sz="1200" b="0" strike="noStrike" spc="-1">
                <a:solidFill>
                  <a:srgbClr val="E7ECEF"/>
                </a:solidFill>
                <a:latin typeface="Consolas"/>
              </a:rPr>
              <a:t>    { "name":"gender",      "path":"gender", "type":"string" }</a:t>
            </a:r>
            <a:endParaRPr lang="en-US" sz="1200" b="0" strike="noStrike" spc="-1">
              <a:solidFill>
                <a:srgbClr val="000000"/>
              </a:solidFill>
              <a:latin typeface="Arial"/>
            </a:endParaRPr>
          </a:p>
          <a:p>
            <a:pPr defTabSz="914400">
              <a:lnSpc>
                <a:spcPct val="100000"/>
              </a:lnSpc>
              <a:spcAft>
                <a:spcPts val="300"/>
              </a:spcAft>
            </a:pPr>
            <a:r>
              <a:rPr lang="en-US" sz="1200" b="0" strike="noStrike" spc="-1">
                <a:solidFill>
                  <a:srgbClr val="E7ECEF"/>
                </a:solidFill>
                <a:latin typeface="Consolas"/>
              </a:rPr>
              <a:t>  ] }]</a:t>
            </a:r>
            <a:endParaRPr lang="en-US" sz="1200" b="0" strike="noStrike" spc="-1">
              <a:solidFill>
                <a:srgbClr val="000000"/>
              </a:solidFill>
              <a:latin typeface="Arial"/>
            </a:endParaRPr>
          </a:p>
          <a:p>
            <a:pPr defTabSz="914400">
              <a:lnSpc>
                <a:spcPct val="100000"/>
              </a:lnSpc>
              <a:spcAft>
                <a:spcPts val="300"/>
              </a:spcAft>
            </a:pPr>
            <a:r>
              <a:rPr lang="en-US" sz="1200" b="0" strike="noStrike" spc="-1">
                <a:solidFill>
                  <a:srgbClr val="E7ECEF"/>
                </a:solidFill>
                <a:latin typeface="Consolas"/>
              </a:rPr>
              <a:t>}</a:t>
            </a:r>
            <a:endParaRPr lang="en-US" sz="1200" b="0" strike="noStrike" spc="-1">
              <a:solidFill>
                <a:srgbClr val="000000"/>
              </a:solidFill>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 name="PlaceHolder 1"/>
          <p:cNvSpPr>
            <a:spLocks noGrp="1"/>
          </p:cNvSpPr>
          <p:nvPr>
            <p:ph type="title"/>
          </p:nvPr>
        </p:nvSpPr>
        <p:spPr>
          <a:xfrm>
            <a:off x="841320" y="1043640"/>
            <a:ext cx="10515240" cy="886320"/>
          </a:xfrm>
          <a:prstGeom prst="rect">
            <a:avLst/>
          </a:prstGeom>
          <a:noFill/>
          <a:ln w="0">
            <a:noFill/>
          </a:ln>
        </p:spPr>
        <p:txBody>
          <a:bodyPr lIns="0" tIns="45000" rIns="90000" bIns="45000" anchor="t">
            <a:noAutofit/>
          </a:bodyPr>
          <a:lstStyle/>
          <a:p>
            <a:pPr indent="0" defTabSz="914400">
              <a:lnSpc>
                <a:spcPct val="90000"/>
              </a:lnSpc>
              <a:buNone/>
            </a:pPr>
            <a:r>
              <a:rPr lang="en-US" sz="3600" b="0" strike="noStrike" spc="-1">
                <a:solidFill>
                  <a:srgbClr val="0091B9"/>
                </a:solidFill>
                <a:latin typeface="Calibri"/>
                <a:ea typeface="Calibri"/>
              </a:rPr>
              <a:t>One resource. Many rows.</a:t>
            </a:r>
            <a:endParaRPr lang="en-US" sz="3600" b="0" strike="noStrike" spc="-1">
              <a:solidFill>
                <a:schemeClr val="dk1"/>
              </a:solidFill>
              <a:latin typeface="Calibri"/>
            </a:endParaRPr>
          </a:p>
        </p:txBody>
      </p:sp>
      <p:sp>
        <p:nvSpPr>
          <p:cNvPr id="257" name="TextBox 2"/>
          <p:cNvSpPr/>
          <p:nvPr/>
        </p:nvSpPr>
        <p:spPr>
          <a:xfrm>
            <a:off x="841320" y="1554480"/>
            <a:ext cx="10506240" cy="18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spcAft>
                <a:spcPts val="201"/>
              </a:spcAft>
            </a:pPr>
            <a:r>
              <a:rPr lang="en-US" sz="1200" b="1" strike="noStrike" spc="-1" dirty="0">
                <a:solidFill>
                  <a:srgbClr val="F26B21"/>
                </a:solidFill>
                <a:latin typeface="Calibri"/>
              </a:rPr>
              <a:t>FOREACH EXAMPLE</a:t>
            </a:r>
            <a:endParaRPr lang="en-US" sz="1200" b="0" strike="noStrike" spc="-1" dirty="0">
              <a:solidFill>
                <a:srgbClr val="000000"/>
              </a:solidFill>
              <a:latin typeface="Arial"/>
            </a:endParaRPr>
          </a:p>
        </p:txBody>
      </p:sp>
      <p:sp>
        <p:nvSpPr>
          <p:cNvPr id="258" name="Rounded Rectangle 3"/>
          <p:cNvSpPr/>
          <p:nvPr/>
        </p:nvSpPr>
        <p:spPr>
          <a:xfrm>
            <a:off x="841320" y="2057400"/>
            <a:ext cx="5988960" cy="4114440"/>
          </a:xfrm>
          <a:prstGeom prst="roundRect">
            <a:avLst>
              <a:gd name="adj" fmla="val 4500"/>
            </a:avLst>
          </a:prstGeom>
          <a:solidFill>
            <a:srgbClr val="1B2A33"/>
          </a:solidFill>
          <a:ln>
            <a:noFill/>
          </a:ln>
          <a:effectLst>
            <a:outerShdw blurRad="90000" dist="38160" dir="5400000" rotWithShape="0">
              <a:srgbClr val="1B2A33">
                <a:alpha val="18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259" name="Rounded Rectangle 4"/>
          <p:cNvSpPr/>
          <p:nvPr/>
        </p:nvSpPr>
        <p:spPr>
          <a:xfrm>
            <a:off x="841320" y="2057400"/>
            <a:ext cx="5988960" cy="383760"/>
          </a:xfrm>
          <a:prstGeom prst="roundRect">
            <a:avLst>
              <a:gd name="adj" fmla="val 10000"/>
            </a:avLst>
          </a:prstGeom>
          <a:solidFill>
            <a:srgbClr val="142027"/>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260" name="Oval 5"/>
          <p:cNvSpPr/>
          <p:nvPr/>
        </p:nvSpPr>
        <p:spPr>
          <a:xfrm>
            <a:off x="1042560" y="2180880"/>
            <a:ext cx="136800" cy="136800"/>
          </a:xfrm>
          <a:prstGeom prst="ellipse">
            <a:avLst/>
          </a:prstGeom>
          <a:solidFill>
            <a:srgbClr val="F55F56"/>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261" name="Oval 6"/>
          <p:cNvSpPr/>
          <p:nvPr/>
        </p:nvSpPr>
        <p:spPr>
          <a:xfrm>
            <a:off x="1280160" y="2180880"/>
            <a:ext cx="136800" cy="136800"/>
          </a:xfrm>
          <a:prstGeom prst="ellipse">
            <a:avLst/>
          </a:prstGeom>
          <a:solidFill>
            <a:srgbClr val="F5BD2E"/>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262" name="Oval 7"/>
          <p:cNvSpPr/>
          <p:nvPr/>
        </p:nvSpPr>
        <p:spPr>
          <a:xfrm>
            <a:off x="1517760" y="2180880"/>
            <a:ext cx="136800" cy="136800"/>
          </a:xfrm>
          <a:prstGeom prst="ellipse">
            <a:avLst/>
          </a:prstGeom>
          <a:solidFill>
            <a:srgbClr val="27C93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263" name="TextBox 8"/>
          <p:cNvSpPr/>
          <p:nvPr/>
        </p:nvSpPr>
        <p:spPr>
          <a:xfrm>
            <a:off x="1984320" y="2130480"/>
            <a:ext cx="4708800" cy="168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spcAft>
                <a:spcPts val="201"/>
              </a:spcAft>
            </a:pPr>
            <a:r>
              <a:rPr lang="en-US" sz="1100" b="0" strike="noStrike" spc="-1">
                <a:solidFill>
                  <a:srgbClr val="7E8C94"/>
                </a:solidFill>
                <a:latin typeface="Consolas"/>
              </a:rPr>
              <a:t>name-rows.json</a:t>
            </a:r>
            <a:endParaRPr lang="en-US" sz="1100" b="0" strike="noStrike" spc="-1">
              <a:solidFill>
                <a:srgbClr val="000000"/>
              </a:solidFill>
              <a:latin typeface="Arial"/>
            </a:endParaRPr>
          </a:p>
        </p:txBody>
      </p:sp>
      <p:sp>
        <p:nvSpPr>
          <p:cNvPr id="264" name="TextBox 9"/>
          <p:cNvSpPr/>
          <p:nvPr/>
        </p:nvSpPr>
        <p:spPr>
          <a:xfrm>
            <a:off x="1415160" y="2569320"/>
            <a:ext cx="4841280" cy="25239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00000"/>
              </a:lnSpc>
              <a:spcAft>
                <a:spcPts val="300"/>
              </a:spcAft>
            </a:pPr>
            <a:r>
              <a:rPr lang="en-US" sz="1150" b="0" strike="noStrike" spc="-1">
                <a:solidFill>
                  <a:srgbClr val="E7ECEF"/>
                </a:solidFill>
                <a:latin typeface="Consolas"/>
              </a:rPr>
              <a:t>{</a:t>
            </a:r>
            <a:endParaRPr lang="en-US" sz="1150" b="0" strike="noStrike" spc="-1">
              <a:solidFill>
                <a:srgbClr val="000000"/>
              </a:solidFill>
              <a:latin typeface="Arial"/>
            </a:endParaRPr>
          </a:p>
          <a:p>
            <a:pPr defTabSz="914400">
              <a:lnSpc>
                <a:spcPct val="100000"/>
              </a:lnSpc>
              <a:spcAft>
                <a:spcPts val="300"/>
              </a:spcAft>
            </a:pPr>
            <a:r>
              <a:rPr lang="en-US" sz="1150" b="0" strike="noStrike" spc="-1">
                <a:solidFill>
                  <a:srgbClr val="9FC9E8"/>
                </a:solidFill>
                <a:latin typeface="Consolas"/>
              </a:rPr>
              <a:t>  "resource"</a:t>
            </a:r>
            <a:r>
              <a:rPr lang="en-US" sz="1150" b="0" strike="noStrike" spc="-1">
                <a:solidFill>
                  <a:srgbClr val="E7ECEF"/>
                </a:solidFill>
                <a:latin typeface="Consolas"/>
              </a:rPr>
              <a:t>: </a:t>
            </a:r>
            <a:r>
              <a:rPr lang="en-US" sz="1150" b="0" strike="noStrike" spc="-1">
                <a:solidFill>
                  <a:srgbClr val="6FD0C8"/>
                </a:solidFill>
                <a:latin typeface="Consolas"/>
              </a:rPr>
              <a:t>"Patient"</a:t>
            </a:r>
            <a:r>
              <a:rPr lang="en-US" sz="1150" b="0" strike="noStrike" spc="-1">
                <a:solidFill>
                  <a:srgbClr val="E7ECEF"/>
                </a:solidFill>
                <a:latin typeface="Consolas"/>
              </a:rPr>
              <a:t>,</a:t>
            </a:r>
            <a:endParaRPr lang="en-US" sz="1150" b="0" strike="noStrike" spc="-1">
              <a:solidFill>
                <a:srgbClr val="000000"/>
              </a:solidFill>
              <a:latin typeface="Arial"/>
            </a:endParaRPr>
          </a:p>
          <a:p>
            <a:pPr defTabSz="914400">
              <a:lnSpc>
                <a:spcPct val="100000"/>
              </a:lnSpc>
              <a:spcAft>
                <a:spcPts val="300"/>
              </a:spcAft>
            </a:pPr>
            <a:r>
              <a:rPr lang="en-US" sz="1150" b="0" strike="noStrike" spc="-1">
                <a:solidFill>
                  <a:srgbClr val="9FC9E8"/>
                </a:solidFill>
                <a:latin typeface="Consolas"/>
              </a:rPr>
              <a:t>  "select"</a:t>
            </a:r>
            <a:r>
              <a:rPr lang="en-US" sz="1150" b="0" strike="noStrike" spc="-1">
                <a:solidFill>
                  <a:srgbClr val="E7ECEF"/>
                </a:solidFill>
                <a:latin typeface="Consolas"/>
              </a:rPr>
              <a:t>: [</a:t>
            </a:r>
            <a:endParaRPr lang="en-US" sz="1150" b="0" strike="noStrike" spc="-1">
              <a:solidFill>
                <a:srgbClr val="000000"/>
              </a:solidFill>
              <a:latin typeface="Arial"/>
            </a:endParaRPr>
          </a:p>
          <a:p>
            <a:pPr defTabSz="914400">
              <a:lnSpc>
                <a:spcPct val="100000"/>
              </a:lnSpc>
              <a:spcAft>
                <a:spcPts val="300"/>
              </a:spcAft>
            </a:pPr>
            <a:r>
              <a:rPr lang="en-US" sz="1150" b="0" strike="noStrike" spc="-1">
                <a:solidFill>
                  <a:srgbClr val="E7ECEF"/>
                </a:solidFill>
                <a:latin typeface="Consolas"/>
              </a:rPr>
              <a:t>    { "column": [</a:t>
            </a:r>
            <a:endParaRPr lang="en-US" sz="1150" b="0" strike="noStrike" spc="-1">
              <a:solidFill>
                <a:srgbClr val="000000"/>
              </a:solidFill>
              <a:latin typeface="Arial"/>
            </a:endParaRPr>
          </a:p>
          <a:p>
            <a:pPr defTabSz="914400">
              <a:lnSpc>
                <a:spcPct val="100000"/>
              </a:lnSpc>
              <a:spcAft>
                <a:spcPts val="300"/>
              </a:spcAft>
            </a:pPr>
            <a:r>
              <a:rPr lang="en-US" sz="1150" b="0" strike="noStrike" spc="-1">
                <a:solidFill>
                  <a:srgbClr val="E7ECEF"/>
                </a:solidFill>
                <a:latin typeface="Consolas"/>
              </a:rPr>
              <a:t>        { "name":"id", "path":"id" } ] },</a:t>
            </a:r>
            <a:endParaRPr lang="en-US" sz="1150" b="0" strike="noStrike" spc="-1">
              <a:solidFill>
                <a:srgbClr val="000000"/>
              </a:solidFill>
              <a:latin typeface="Arial"/>
            </a:endParaRPr>
          </a:p>
          <a:p>
            <a:pPr defTabSz="914400">
              <a:lnSpc>
                <a:spcPct val="100000"/>
              </a:lnSpc>
              <a:spcAft>
                <a:spcPts val="300"/>
              </a:spcAft>
            </a:pPr>
            <a:r>
              <a:rPr lang="en-US" sz="1150" b="0" strike="noStrike" spc="-1">
                <a:solidFill>
                  <a:srgbClr val="E7ECEF"/>
                </a:solidFill>
                <a:latin typeface="Consolas"/>
              </a:rPr>
              <a:t>    { </a:t>
            </a:r>
            <a:r>
              <a:rPr lang="en-US" sz="1150" b="0" strike="noStrike" spc="-1">
                <a:solidFill>
                  <a:srgbClr val="F29E4B"/>
                </a:solidFill>
                <a:latin typeface="Consolas"/>
              </a:rPr>
              <a:t>"forEach"</a:t>
            </a:r>
            <a:r>
              <a:rPr lang="en-US" sz="1150" b="0" strike="noStrike" spc="-1">
                <a:solidFill>
                  <a:srgbClr val="E7ECEF"/>
                </a:solidFill>
                <a:latin typeface="Consolas"/>
              </a:rPr>
              <a:t>: </a:t>
            </a:r>
            <a:r>
              <a:rPr lang="en-US" sz="1150" b="0" strike="noStrike" spc="-1">
                <a:solidFill>
                  <a:srgbClr val="6FD0C8"/>
                </a:solidFill>
                <a:latin typeface="Consolas"/>
              </a:rPr>
              <a:t>"name"</a:t>
            </a:r>
            <a:r>
              <a:rPr lang="en-US" sz="1150" b="0" strike="noStrike" spc="-1">
                <a:solidFill>
                  <a:srgbClr val="E7ECEF"/>
                </a:solidFill>
                <a:latin typeface="Consolas"/>
              </a:rPr>
              <a:t>, "column": [</a:t>
            </a:r>
            <a:endParaRPr lang="en-US" sz="1150" b="0" strike="noStrike" spc="-1">
              <a:solidFill>
                <a:srgbClr val="000000"/>
              </a:solidFill>
              <a:latin typeface="Arial"/>
            </a:endParaRPr>
          </a:p>
          <a:p>
            <a:pPr defTabSz="914400">
              <a:lnSpc>
                <a:spcPct val="100000"/>
              </a:lnSpc>
              <a:spcAft>
                <a:spcPts val="300"/>
              </a:spcAft>
            </a:pPr>
            <a:r>
              <a:rPr lang="en-US" sz="1150" b="0" strike="noStrike" spc="-1">
                <a:solidFill>
                  <a:srgbClr val="E7ECEF"/>
                </a:solidFill>
                <a:latin typeface="Consolas"/>
              </a:rPr>
              <a:t>        { "name":"name_use",   "path":"use" },</a:t>
            </a:r>
            <a:endParaRPr lang="en-US" sz="1150" b="0" strike="noStrike" spc="-1">
              <a:solidFill>
                <a:srgbClr val="000000"/>
              </a:solidFill>
              <a:latin typeface="Arial"/>
            </a:endParaRPr>
          </a:p>
          <a:p>
            <a:pPr defTabSz="914400">
              <a:lnSpc>
                <a:spcPct val="100000"/>
              </a:lnSpc>
              <a:spcAft>
                <a:spcPts val="300"/>
              </a:spcAft>
            </a:pPr>
            <a:r>
              <a:rPr lang="en-US" sz="1150" b="0" strike="noStrike" spc="-1">
                <a:solidFill>
                  <a:srgbClr val="E7ECEF"/>
                </a:solidFill>
                <a:latin typeface="Consolas"/>
              </a:rPr>
              <a:t>        { "name":"family",     "path":"family" },</a:t>
            </a:r>
            <a:endParaRPr lang="en-US" sz="1150" b="0" strike="noStrike" spc="-1">
              <a:solidFill>
                <a:srgbClr val="000000"/>
              </a:solidFill>
              <a:latin typeface="Arial"/>
            </a:endParaRPr>
          </a:p>
          <a:p>
            <a:pPr defTabSz="914400">
              <a:lnSpc>
                <a:spcPct val="100000"/>
              </a:lnSpc>
              <a:spcAft>
                <a:spcPts val="300"/>
              </a:spcAft>
            </a:pPr>
            <a:r>
              <a:rPr lang="en-US" sz="1150" b="0" strike="noStrike" spc="-1">
                <a:solidFill>
                  <a:srgbClr val="E7ECEF"/>
                </a:solidFill>
                <a:latin typeface="Consolas"/>
              </a:rPr>
              <a:t>        { "name":"given_name", "path":</a:t>
            </a:r>
            <a:r>
              <a:rPr lang="en-US" sz="1150" b="0" strike="noStrike" spc="-1">
                <a:solidFill>
                  <a:srgbClr val="6FD0C8"/>
                </a:solidFill>
                <a:latin typeface="Consolas"/>
              </a:rPr>
              <a:t>"given.first()"</a:t>
            </a:r>
            <a:r>
              <a:rPr lang="en-US" sz="1150" b="0" strike="noStrike" spc="-1">
                <a:solidFill>
                  <a:srgbClr val="E7ECEF"/>
                </a:solidFill>
                <a:latin typeface="Consolas"/>
              </a:rPr>
              <a:t> }</a:t>
            </a:r>
            <a:endParaRPr lang="en-US" sz="1150" b="0" strike="noStrike" spc="-1">
              <a:solidFill>
                <a:srgbClr val="000000"/>
              </a:solidFill>
              <a:latin typeface="Arial"/>
            </a:endParaRPr>
          </a:p>
          <a:p>
            <a:pPr defTabSz="914400">
              <a:lnSpc>
                <a:spcPct val="100000"/>
              </a:lnSpc>
              <a:spcAft>
                <a:spcPts val="300"/>
              </a:spcAft>
            </a:pPr>
            <a:r>
              <a:rPr lang="en-US" sz="1150" b="0" strike="noStrike" spc="-1">
                <a:solidFill>
                  <a:srgbClr val="E7ECEF"/>
                </a:solidFill>
                <a:latin typeface="Consolas"/>
              </a:rPr>
              <a:t>    ] }</a:t>
            </a:r>
            <a:endParaRPr lang="en-US" sz="1150" b="0" strike="noStrike" spc="-1">
              <a:solidFill>
                <a:srgbClr val="000000"/>
              </a:solidFill>
              <a:latin typeface="Arial"/>
            </a:endParaRPr>
          </a:p>
          <a:p>
            <a:pPr defTabSz="914400">
              <a:lnSpc>
                <a:spcPct val="100000"/>
              </a:lnSpc>
              <a:spcAft>
                <a:spcPts val="300"/>
              </a:spcAft>
            </a:pPr>
            <a:r>
              <a:rPr lang="en-US" sz="1150" b="0" strike="noStrike" spc="-1">
                <a:solidFill>
                  <a:srgbClr val="E7ECEF"/>
                </a:solidFill>
                <a:latin typeface="Consolas"/>
              </a:rPr>
              <a:t>  ]</a:t>
            </a:r>
            <a:endParaRPr lang="en-US" sz="1150" b="0" strike="noStrike" spc="-1">
              <a:solidFill>
                <a:srgbClr val="000000"/>
              </a:solidFill>
              <a:latin typeface="Arial"/>
            </a:endParaRPr>
          </a:p>
          <a:p>
            <a:pPr defTabSz="914400">
              <a:lnSpc>
                <a:spcPct val="100000"/>
              </a:lnSpc>
              <a:spcAft>
                <a:spcPts val="300"/>
              </a:spcAft>
            </a:pPr>
            <a:r>
              <a:rPr lang="en-US" sz="1150" b="0" strike="noStrike" spc="-1">
                <a:solidFill>
                  <a:srgbClr val="E7ECEF"/>
                </a:solidFill>
                <a:latin typeface="Consolas"/>
              </a:rPr>
              <a:t>}</a:t>
            </a:r>
            <a:endParaRPr lang="en-US" sz="1150" b="0" strike="noStrike" spc="-1">
              <a:solidFill>
                <a:srgbClr val="000000"/>
              </a:solidFill>
              <a:latin typeface="Arial"/>
            </a:endParaRPr>
          </a:p>
        </p:txBody>
      </p:sp>
      <p:sp>
        <p:nvSpPr>
          <p:cNvPr id="265" name="TextBox 10"/>
          <p:cNvSpPr/>
          <p:nvPr/>
        </p:nvSpPr>
        <p:spPr>
          <a:xfrm>
            <a:off x="7086600" y="2057400"/>
            <a:ext cx="4205880" cy="198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spcAft>
                <a:spcPts val="201"/>
              </a:spcAft>
            </a:pPr>
            <a:r>
              <a:rPr lang="en-US" sz="1300" b="1" strike="noStrike" spc="-1">
                <a:solidFill>
                  <a:srgbClr val="222A2E"/>
                </a:solidFill>
                <a:latin typeface="Calibri"/>
              </a:rPr>
              <a:t>Result — one row per name</a:t>
            </a:r>
            <a:endParaRPr lang="en-US" sz="1300" b="0" strike="noStrike" spc="-1">
              <a:solidFill>
                <a:srgbClr val="000000"/>
              </a:solidFill>
              <a:latin typeface="Arial"/>
            </a:endParaRPr>
          </a:p>
        </p:txBody>
      </p:sp>
      <p:graphicFrame>
        <p:nvGraphicFramePr>
          <p:cNvPr id="266" name="Table 11"/>
          <p:cNvGraphicFramePr/>
          <p:nvPr/>
        </p:nvGraphicFramePr>
        <p:xfrm>
          <a:off x="7086600" y="2423160"/>
          <a:ext cx="4260960" cy="1463040"/>
        </p:xfrm>
        <a:graphic>
          <a:graphicData uri="http://schemas.openxmlformats.org/drawingml/2006/table">
            <a:tbl>
              <a:tblPr/>
              <a:tblGrid>
                <a:gridCol w="105156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969120">
                  <a:extLst>
                    <a:ext uri="{9D8B030D-6E8A-4147-A177-3AD203B41FA5}">
                      <a16:colId xmlns:a16="http://schemas.microsoft.com/office/drawing/2014/main" val="20003"/>
                    </a:ext>
                  </a:extLst>
                </a:gridCol>
              </a:tblGrid>
              <a:tr h="457200">
                <a:tc>
                  <a:txBody>
                    <a:bodyPr/>
                    <a:lstStyle/>
                    <a:p>
                      <a:pPr defTabSz="914400">
                        <a:lnSpc>
                          <a:spcPct val="100000"/>
                        </a:lnSpc>
                      </a:pPr>
                      <a:r>
                        <a:rPr lang="en-US" sz="1100" b="1" strike="noStrike" spc="-1">
                          <a:solidFill>
                            <a:srgbClr val="FFFFFF"/>
                          </a:solidFill>
                          <a:latin typeface="Calibri"/>
                        </a:rPr>
                        <a:t>id</a:t>
                      </a:r>
                      <a:endParaRPr lang="en-US" sz="1100" b="0" strike="noStrike" spc="-1">
                        <a:solidFill>
                          <a:srgbClr val="FFFFFF"/>
                        </a:solidFill>
                        <a:latin typeface="Arial"/>
                      </a:endParaRPr>
                    </a:p>
                  </a:txBody>
                  <a:tcPr marR="730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91B9"/>
                    </a:solidFill>
                  </a:tcPr>
                </a:tc>
                <a:tc>
                  <a:txBody>
                    <a:bodyPr/>
                    <a:lstStyle/>
                    <a:p>
                      <a:pPr defTabSz="914400">
                        <a:lnSpc>
                          <a:spcPct val="100000"/>
                        </a:lnSpc>
                      </a:pPr>
                      <a:r>
                        <a:rPr lang="en-US" sz="1100" b="1" strike="noStrike" spc="-1">
                          <a:solidFill>
                            <a:srgbClr val="FFFFFF"/>
                          </a:solidFill>
                          <a:latin typeface="Calibri"/>
                        </a:rPr>
                        <a:t>name_use</a:t>
                      </a:r>
                      <a:endParaRPr lang="en-US" sz="1100" b="0" strike="noStrike" spc="-1">
                        <a:solidFill>
                          <a:srgbClr val="FFFFFF"/>
                        </a:solidFill>
                        <a:latin typeface="Arial"/>
                      </a:endParaRPr>
                    </a:p>
                  </a:txBody>
                  <a:tcPr marR="730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91B9"/>
                    </a:solidFill>
                  </a:tcPr>
                </a:tc>
                <a:tc>
                  <a:txBody>
                    <a:bodyPr/>
                    <a:lstStyle/>
                    <a:p>
                      <a:pPr defTabSz="914400">
                        <a:lnSpc>
                          <a:spcPct val="100000"/>
                        </a:lnSpc>
                      </a:pPr>
                      <a:r>
                        <a:rPr lang="en-US" sz="1100" b="1" strike="noStrike" spc="-1">
                          <a:solidFill>
                            <a:srgbClr val="FFFFFF"/>
                          </a:solidFill>
                          <a:latin typeface="Calibri"/>
                        </a:rPr>
                        <a:t>family</a:t>
                      </a:r>
                      <a:endParaRPr lang="en-US" sz="1100" b="0" strike="noStrike" spc="-1">
                        <a:solidFill>
                          <a:srgbClr val="FFFFFF"/>
                        </a:solidFill>
                        <a:latin typeface="Arial"/>
                      </a:endParaRPr>
                    </a:p>
                  </a:txBody>
                  <a:tcPr marR="730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91B9"/>
                    </a:solidFill>
                  </a:tcPr>
                </a:tc>
                <a:tc>
                  <a:txBody>
                    <a:bodyPr/>
                    <a:lstStyle/>
                    <a:p>
                      <a:pPr defTabSz="914400">
                        <a:lnSpc>
                          <a:spcPct val="100000"/>
                        </a:lnSpc>
                      </a:pPr>
                      <a:r>
                        <a:rPr lang="en-US" sz="1100" b="1" strike="noStrike" spc="-1">
                          <a:solidFill>
                            <a:srgbClr val="FFFFFF"/>
                          </a:solidFill>
                          <a:latin typeface="Calibri"/>
                        </a:rPr>
                        <a:t>given</a:t>
                      </a:r>
                      <a:endParaRPr lang="en-US" sz="1100" b="0" strike="noStrike" spc="-1">
                        <a:solidFill>
                          <a:srgbClr val="FFFFFF"/>
                        </a:solidFill>
                        <a:latin typeface="Arial"/>
                      </a:endParaRPr>
                    </a:p>
                  </a:txBody>
                  <a:tcPr marR="730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91B9"/>
                    </a:solidFill>
                  </a:tcPr>
                </a:tc>
                <a:extLst>
                  <a:ext uri="{0D108BD9-81ED-4DB2-BD59-A6C34878D82A}">
                    <a16:rowId xmlns:a16="http://schemas.microsoft.com/office/drawing/2014/main" val="10000"/>
                  </a:ext>
                </a:extLst>
              </a:tr>
              <a:tr h="502920">
                <a:tc>
                  <a:txBody>
                    <a:bodyPr/>
                    <a:lstStyle/>
                    <a:p>
                      <a:pPr defTabSz="914400">
                        <a:lnSpc>
                          <a:spcPct val="100000"/>
                        </a:lnSpc>
                      </a:pPr>
                      <a:r>
                        <a:rPr lang="en-US" sz="1100" b="0" strike="noStrike" spc="-1">
                          <a:solidFill>
                            <a:srgbClr val="444A4D"/>
                          </a:solidFill>
                          <a:latin typeface="Consolas"/>
                        </a:rPr>
                        <a:t>pt-001</a:t>
                      </a:r>
                      <a:endParaRPr lang="en-US" sz="1100" b="0" strike="noStrike" spc="-1">
                        <a:solidFill>
                          <a:srgbClr val="000000"/>
                        </a:solidFill>
                        <a:latin typeface="Arial"/>
                      </a:endParaRPr>
                    </a:p>
                  </a:txBody>
                  <a:tcPr marR="730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pPr>
                      <a:r>
                        <a:rPr lang="en-US" sz="1100" b="0" strike="noStrike" spc="-1">
                          <a:solidFill>
                            <a:srgbClr val="444A4D"/>
                          </a:solidFill>
                          <a:latin typeface="Consolas"/>
                        </a:rPr>
                        <a:t>official</a:t>
                      </a:r>
                      <a:endParaRPr lang="en-US" sz="1100" b="0" strike="noStrike" spc="-1">
                        <a:solidFill>
                          <a:srgbClr val="000000"/>
                        </a:solidFill>
                        <a:latin typeface="Arial"/>
                      </a:endParaRPr>
                    </a:p>
                  </a:txBody>
                  <a:tcPr marR="730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pPr>
                      <a:r>
                        <a:rPr lang="en-US" sz="1100" b="0" strike="noStrike" spc="-1">
                          <a:solidFill>
                            <a:srgbClr val="444A4D"/>
                          </a:solidFill>
                          <a:latin typeface="Consolas"/>
                        </a:rPr>
                        <a:t>Smith</a:t>
                      </a:r>
                      <a:endParaRPr lang="en-US" sz="1100" b="0" strike="noStrike" spc="-1">
                        <a:solidFill>
                          <a:srgbClr val="000000"/>
                        </a:solidFill>
                        <a:latin typeface="Arial"/>
                      </a:endParaRPr>
                    </a:p>
                  </a:txBody>
                  <a:tcPr marR="730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pPr>
                      <a:r>
                        <a:rPr lang="en-US" sz="1100" b="0" strike="noStrike" spc="-1">
                          <a:solidFill>
                            <a:srgbClr val="444A4D"/>
                          </a:solidFill>
                          <a:latin typeface="Consolas"/>
                        </a:rPr>
                        <a:t>Alice</a:t>
                      </a:r>
                      <a:endParaRPr lang="en-US" sz="1100" b="0" strike="noStrike" spc="-1">
                        <a:solidFill>
                          <a:srgbClr val="000000"/>
                        </a:solidFill>
                        <a:latin typeface="Arial"/>
                      </a:endParaRPr>
                    </a:p>
                  </a:txBody>
                  <a:tcPr marR="730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extLst>
                  <a:ext uri="{0D108BD9-81ED-4DB2-BD59-A6C34878D82A}">
                    <a16:rowId xmlns:a16="http://schemas.microsoft.com/office/drawing/2014/main" val="10001"/>
                  </a:ext>
                </a:extLst>
              </a:tr>
              <a:tr h="502920">
                <a:tc>
                  <a:txBody>
                    <a:bodyPr/>
                    <a:lstStyle/>
                    <a:p>
                      <a:pPr defTabSz="914400">
                        <a:lnSpc>
                          <a:spcPct val="100000"/>
                        </a:lnSpc>
                      </a:pPr>
                      <a:r>
                        <a:rPr lang="en-US" sz="1100" b="0" strike="noStrike" spc="-1">
                          <a:solidFill>
                            <a:srgbClr val="444A4D"/>
                          </a:solidFill>
                          <a:latin typeface="Consolas"/>
                        </a:rPr>
                        <a:t>pt-001</a:t>
                      </a:r>
                      <a:endParaRPr lang="en-US" sz="1100" b="0" strike="noStrike" spc="-1">
                        <a:solidFill>
                          <a:srgbClr val="000000"/>
                        </a:solidFill>
                        <a:latin typeface="Arial"/>
                      </a:endParaRPr>
                    </a:p>
                  </a:txBody>
                  <a:tcPr marR="730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F7F9"/>
                    </a:solidFill>
                  </a:tcPr>
                </a:tc>
                <a:tc>
                  <a:txBody>
                    <a:bodyPr/>
                    <a:lstStyle/>
                    <a:p>
                      <a:pPr defTabSz="914400">
                        <a:lnSpc>
                          <a:spcPct val="100000"/>
                        </a:lnSpc>
                      </a:pPr>
                      <a:r>
                        <a:rPr lang="en-US" sz="1100" b="0" strike="noStrike" spc="-1">
                          <a:solidFill>
                            <a:srgbClr val="444A4D"/>
                          </a:solidFill>
                          <a:latin typeface="Consolas"/>
                        </a:rPr>
                        <a:t>maiden</a:t>
                      </a:r>
                      <a:endParaRPr lang="en-US" sz="1100" b="0" strike="noStrike" spc="-1">
                        <a:solidFill>
                          <a:srgbClr val="000000"/>
                        </a:solidFill>
                        <a:latin typeface="Arial"/>
                      </a:endParaRPr>
                    </a:p>
                  </a:txBody>
                  <a:tcPr marR="730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F7F9"/>
                    </a:solidFill>
                  </a:tcPr>
                </a:tc>
                <a:tc>
                  <a:txBody>
                    <a:bodyPr/>
                    <a:lstStyle/>
                    <a:p>
                      <a:pPr defTabSz="914400">
                        <a:lnSpc>
                          <a:spcPct val="100000"/>
                        </a:lnSpc>
                      </a:pPr>
                      <a:r>
                        <a:rPr lang="en-US" sz="1100" b="0" strike="noStrike" spc="-1">
                          <a:solidFill>
                            <a:srgbClr val="444A4D"/>
                          </a:solidFill>
                          <a:latin typeface="Consolas"/>
                        </a:rPr>
                        <a:t>Jones</a:t>
                      </a:r>
                      <a:endParaRPr lang="en-US" sz="1100" b="0" strike="noStrike" spc="-1">
                        <a:solidFill>
                          <a:srgbClr val="000000"/>
                        </a:solidFill>
                        <a:latin typeface="Arial"/>
                      </a:endParaRPr>
                    </a:p>
                  </a:txBody>
                  <a:tcPr marR="730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F7F9"/>
                    </a:solidFill>
                  </a:tcPr>
                </a:tc>
                <a:tc>
                  <a:txBody>
                    <a:bodyPr/>
                    <a:lstStyle/>
                    <a:p>
                      <a:pPr defTabSz="914400">
                        <a:lnSpc>
                          <a:spcPct val="100000"/>
                        </a:lnSpc>
                      </a:pPr>
                      <a:r>
                        <a:rPr lang="en-US" sz="1100" b="0" strike="noStrike" spc="-1">
                          <a:solidFill>
                            <a:srgbClr val="444A4D"/>
                          </a:solidFill>
                          <a:latin typeface="Consolas"/>
                        </a:rPr>
                        <a:t>Alice</a:t>
                      </a:r>
                      <a:endParaRPr lang="en-US" sz="1100" b="0" strike="noStrike" spc="-1">
                        <a:solidFill>
                          <a:srgbClr val="000000"/>
                        </a:solidFill>
                        <a:latin typeface="Arial"/>
                      </a:endParaRPr>
                    </a:p>
                  </a:txBody>
                  <a:tcPr marR="730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F7F9"/>
                    </a:solidFill>
                  </a:tcPr>
                </a:tc>
                <a:extLst>
                  <a:ext uri="{0D108BD9-81ED-4DB2-BD59-A6C34878D82A}">
                    <a16:rowId xmlns:a16="http://schemas.microsoft.com/office/drawing/2014/main" val="10002"/>
                  </a:ext>
                </a:extLst>
              </a:tr>
            </a:tbl>
          </a:graphicData>
        </a:graphic>
      </p:graphicFrame>
      <p:sp>
        <p:nvSpPr>
          <p:cNvPr id="267" name="TextBox 12"/>
          <p:cNvSpPr/>
          <p:nvPr/>
        </p:nvSpPr>
        <p:spPr>
          <a:xfrm>
            <a:off x="7086600" y="4069080"/>
            <a:ext cx="4205880" cy="158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12000"/>
              </a:lnSpc>
              <a:spcAft>
                <a:spcPts val="201"/>
              </a:spcAft>
            </a:pPr>
            <a:r>
              <a:rPr lang="en-US" sz="1300" b="0" strike="noStrike" spc="-1">
                <a:solidFill>
                  <a:srgbClr val="444A4D"/>
                </a:solidFill>
                <a:latin typeface="Calibri"/>
              </a:rPr>
              <a:t>The first select group emits </a:t>
            </a:r>
            <a:r>
              <a:rPr lang="en-US" sz="1300" b="1" strike="noStrike" spc="-1">
                <a:solidFill>
                  <a:srgbClr val="006E8C"/>
                </a:solidFill>
                <a:latin typeface="Consolas"/>
              </a:rPr>
              <a:t>id</a:t>
            </a:r>
            <a:r>
              <a:rPr lang="en-US" sz="1300" b="0" strike="noStrike" spc="-1">
                <a:solidFill>
                  <a:srgbClr val="444A4D"/>
                </a:solidFill>
                <a:latin typeface="Calibri"/>
              </a:rPr>
              <a:t> once.</a:t>
            </a:r>
            <a:endParaRPr lang="en-US" sz="1300" b="0" strike="noStrike" spc="-1">
              <a:solidFill>
                <a:srgbClr val="000000"/>
              </a:solidFill>
              <a:latin typeface="Arial"/>
            </a:endParaRPr>
          </a:p>
          <a:p>
            <a:pPr defTabSz="914400">
              <a:lnSpc>
                <a:spcPct val="112000"/>
              </a:lnSpc>
              <a:spcAft>
                <a:spcPts val="201"/>
              </a:spcAft>
            </a:pPr>
            <a:r>
              <a:rPr lang="en-US" sz="1300" b="0" strike="noStrike" spc="-1">
                <a:solidFill>
                  <a:srgbClr val="444A4D"/>
                </a:solidFill>
                <a:latin typeface="Calibri"/>
              </a:rPr>
              <a:t>The </a:t>
            </a:r>
            <a:r>
              <a:rPr lang="en-US" sz="1300" b="1" strike="noStrike" spc="-1">
                <a:solidFill>
                  <a:srgbClr val="F26B21"/>
                </a:solidFill>
                <a:latin typeface="Consolas"/>
              </a:rPr>
              <a:t>forEach</a:t>
            </a:r>
            <a:r>
              <a:rPr lang="en-US" sz="1300" b="0" strike="noStrike" spc="-1">
                <a:solidFill>
                  <a:srgbClr val="444A4D"/>
                </a:solidFill>
                <a:latin typeface="Calibri"/>
              </a:rPr>
              <a:t> group repeats per element</a:t>
            </a:r>
            <a:endParaRPr lang="en-US" sz="1300" b="0" strike="noStrike" spc="-1">
              <a:solidFill>
                <a:srgbClr val="000000"/>
              </a:solidFill>
              <a:latin typeface="Arial"/>
            </a:endParaRPr>
          </a:p>
          <a:p>
            <a:pPr defTabSz="914400">
              <a:lnSpc>
                <a:spcPct val="112000"/>
              </a:lnSpc>
              <a:spcAft>
                <a:spcPts val="201"/>
              </a:spcAft>
            </a:pPr>
            <a:r>
              <a:rPr lang="en-US" sz="1300" b="0" strike="noStrike" spc="-1">
                <a:solidFill>
                  <a:srgbClr val="444A4D"/>
                </a:solidFill>
                <a:latin typeface="Calibri"/>
              </a:rPr>
              <a:t>in the </a:t>
            </a:r>
            <a:r>
              <a:rPr lang="en-US" sz="1300" b="1" strike="noStrike" spc="-1">
                <a:solidFill>
                  <a:srgbClr val="006E8C"/>
                </a:solidFill>
                <a:latin typeface="Consolas"/>
              </a:rPr>
              <a:t>name</a:t>
            </a:r>
            <a:r>
              <a:rPr lang="en-US" sz="1300" b="0" strike="noStrike" spc="-1">
                <a:solidFill>
                  <a:srgbClr val="444A4D"/>
                </a:solidFill>
                <a:latin typeface="Calibri"/>
              </a:rPr>
              <a:t> array — standard SQL</a:t>
            </a:r>
            <a:endParaRPr lang="en-US" sz="1300" b="0" strike="noStrike" spc="-1">
              <a:solidFill>
                <a:srgbClr val="000000"/>
              </a:solidFill>
              <a:latin typeface="Arial"/>
            </a:endParaRPr>
          </a:p>
          <a:p>
            <a:pPr defTabSz="914400">
              <a:lnSpc>
                <a:spcPct val="112000"/>
              </a:lnSpc>
              <a:spcAft>
                <a:spcPts val="201"/>
              </a:spcAft>
            </a:pPr>
            <a:r>
              <a:rPr lang="en-US" sz="1300" b="0" strike="noStrike" spc="-1">
                <a:solidFill>
                  <a:srgbClr val="444A4D"/>
                </a:solidFill>
                <a:latin typeface="Calibri"/>
              </a:rPr>
              <a:t>unnesting, expressed as a ViewDefinition.</a:t>
            </a:r>
            <a:endParaRPr lang="en-US" sz="1300" b="0" strike="noStrike" spc="-1">
              <a:solidFill>
                <a:srgbClr val="000000"/>
              </a:solidFill>
              <a:latin typeface="Arial"/>
            </a:endParaRPr>
          </a:p>
          <a:p>
            <a:pPr defTabSz="914400">
              <a:lnSpc>
                <a:spcPct val="112000"/>
              </a:lnSpc>
              <a:spcAft>
                <a:spcPts val="201"/>
              </a:spcAft>
            </a:pPr>
            <a:r>
              <a:rPr lang="en-US" sz="700" b="0" strike="noStrike" spc="-1">
                <a:solidFill>
                  <a:srgbClr val="444A4D"/>
                </a:solidFill>
                <a:latin typeface="Calibri"/>
              </a:rPr>
              <a:t> </a:t>
            </a:r>
            <a:endParaRPr lang="en-US" sz="700" b="0" strike="noStrike" spc="-1">
              <a:solidFill>
                <a:srgbClr val="000000"/>
              </a:solidFill>
              <a:latin typeface="Arial"/>
            </a:endParaRPr>
          </a:p>
          <a:p>
            <a:pPr defTabSz="914400">
              <a:lnSpc>
                <a:spcPct val="112000"/>
              </a:lnSpc>
              <a:spcAft>
                <a:spcPts val="201"/>
              </a:spcAft>
            </a:pPr>
            <a:r>
              <a:rPr lang="en-US" sz="1250" b="0" strike="noStrike" spc="-1">
                <a:solidFill>
                  <a:srgbClr val="808A90"/>
                </a:solidFill>
                <a:latin typeface="Calibri"/>
              </a:rPr>
              <a:t>Use </a:t>
            </a:r>
            <a:r>
              <a:rPr lang="en-US" sz="1250" b="1" strike="noStrike" spc="-1">
                <a:solidFill>
                  <a:srgbClr val="808A90"/>
                </a:solidFill>
                <a:latin typeface="Consolas"/>
              </a:rPr>
              <a:t>%resource</a:t>
            </a:r>
            <a:r>
              <a:rPr lang="en-US" sz="1250" b="0" strike="noStrike" spc="-1">
                <a:solidFill>
                  <a:srgbClr val="808A90"/>
                </a:solidFill>
                <a:latin typeface="Calibri"/>
              </a:rPr>
              <a:t> inside a forEach to</a:t>
            </a:r>
            <a:endParaRPr lang="en-US" sz="1250" b="0" strike="noStrike" spc="-1">
              <a:solidFill>
                <a:srgbClr val="000000"/>
              </a:solidFill>
              <a:latin typeface="Arial"/>
            </a:endParaRPr>
          </a:p>
          <a:p>
            <a:pPr defTabSz="914400">
              <a:lnSpc>
                <a:spcPct val="112000"/>
              </a:lnSpc>
              <a:spcAft>
                <a:spcPts val="201"/>
              </a:spcAft>
            </a:pPr>
            <a:r>
              <a:rPr lang="en-US" sz="1250" b="0" strike="noStrike" spc="-1">
                <a:solidFill>
                  <a:srgbClr val="808A90"/>
                </a:solidFill>
                <a:latin typeface="Calibri"/>
              </a:rPr>
              <a:t>reference the root resource.</a:t>
            </a:r>
            <a:endParaRPr lang="en-US" sz="1250" b="0" strike="noStrike" spc="-1">
              <a:solidFill>
                <a:srgbClr val="000000"/>
              </a:solidFill>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 name="PlaceHolder 1"/>
          <p:cNvSpPr>
            <a:spLocks noGrp="1"/>
          </p:cNvSpPr>
          <p:nvPr>
            <p:ph type="title"/>
          </p:nvPr>
        </p:nvSpPr>
        <p:spPr>
          <a:xfrm>
            <a:off x="841320" y="1043640"/>
            <a:ext cx="10515240" cy="886320"/>
          </a:xfrm>
          <a:prstGeom prst="rect">
            <a:avLst/>
          </a:prstGeom>
          <a:noFill/>
          <a:ln w="0">
            <a:noFill/>
          </a:ln>
        </p:spPr>
        <p:txBody>
          <a:bodyPr lIns="0" tIns="45000" rIns="90000" bIns="45000" anchor="t">
            <a:noAutofit/>
          </a:bodyPr>
          <a:lstStyle/>
          <a:p>
            <a:pPr indent="0" defTabSz="914400">
              <a:lnSpc>
                <a:spcPct val="90000"/>
              </a:lnSpc>
              <a:buNone/>
            </a:pPr>
            <a:r>
              <a:rPr lang="en-US" sz="3600" b="0" strike="noStrike" spc="-1" dirty="0">
                <a:solidFill>
                  <a:srgbClr val="0091B9"/>
                </a:solidFill>
                <a:latin typeface="Calibri"/>
                <a:ea typeface="Calibri"/>
              </a:rPr>
              <a:t>No subprocess. No tables. &lt;10 lines.</a:t>
            </a:r>
            <a:endParaRPr lang="en-US" sz="3600" b="0" strike="noStrike" spc="-1" dirty="0">
              <a:solidFill>
                <a:schemeClr val="dk1"/>
              </a:solidFill>
              <a:latin typeface="Calibri"/>
            </a:endParaRPr>
          </a:p>
        </p:txBody>
      </p:sp>
      <p:sp>
        <p:nvSpPr>
          <p:cNvPr id="269" name="TextBox 2"/>
          <p:cNvSpPr/>
          <p:nvPr/>
        </p:nvSpPr>
        <p:spPr>
          <a:xfrm>
            <a:off x="841320" y="1554480"/>
            <a:ext cx="10506240" cy="18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spcAft>
                <a:spcPts val="201"/>
              </a:spcAft>
            </a:pPr>
            <a:r>
              <a:rPr lang="en-US" sz="1200" b="1" strike="noStrike" spc="-1">
                <a:solidFill>
                  <a:srgbClr val="F26B21"/>
                </a:solidFill>
                <a:latin typeface="Calibri"/>
              </a:rPr>
              <a:t>FROM C#</a:t>
            </a:r>
            <a:endParaRPr lang="en-US" sz="1200" b="0" strike="noStrike" spc="-1">
              <a:solidFill>
                <a:srgbClr val="000000"/>
              </a:solidFill>
              <a:latin typeface="Arial"/>
            </a:endParaRPr>
          </a:p>
        </p:txBody>
      </p:sp>
      <p:sp>
        <p:nvSpPr>
          <p:cNvPr id="270" name="Rounded Rectangle 3"/>
          <p:cNvSpPr/>
          <p:nvPr/>
        </p:nvSpPr>
        <p:spPr>
          <a:xfrm>
            <a:off x="841320" y="2103120"/>
            <a:ext cx="10506240" cy="4068720"/>
          </a:xfrm>
          <a:prstGeom prst="roundRect">
            <a:avLst>
              <a:gd name="adj" fmla="val 4500"/>
            </a:avLst>
          </a:prstGeom>
          <a:solidFill>
            <a:srgbClr val="1B2A33"/>
          </a:solidFill>
          <a:ln>
            <a:noFill/>
          </a:ln>
          <a:effectLst>
            <a:outerShdw blurRad="90000" dist="38160" dir="5400000" rotWithShape="0">
              <a:srgbClr val="1B2A33">
                <a:alpha val="18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271" name="Rounded Rectangle 4"/>
          <p:cNvSpPr/>
          <p:nvPr/>
        </p:nvSpPr>
        <p:spPr>
          <a:xfrm>
            <a:off x="841320" y="2103120"/>
            <a:ext cx="10506240" cy="383760"/>
          </a:xfrm>
          <a:prstGeom prst="roundRect">
            <a:avLst>
              <a:gd name="adj" fmla="val 10000"/>
            </a:avLst>
          </a:prstGeom>
          <a:solidFill>
            <a:srgbClr val="142027"/>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272" name="Oval 5"/>
          <p:cNvSpPr/>
          <p:nvPr/>
        </p:nvSpPr>
        <p:spPr>
          <a:xfrm>
            <a:off x="1042560" y="2226600"/>
            <a:ext cx="136800" cy="136800"/>
          </a:xfrm>
          <a:prstGeom prst="ellipse">
            <a:avLst/>
          </a:prstGeom>
          <a:solidFill>
            <a:srgbClr val="F55F56"/>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273" name="Oval 6"/>
          <p:cNvSpPr/>
          <p:nvPr/>
        </p:nvSpPr>
        <p:spPr>
          <a:xfrm>
            <a:off x="1280160" y="2226600"/>
            <a:ext cx="136800" cy="136800"/>
          </a:xfrm>
          <a:prstGeom prst="ellipse">
            <a:avLst/>
          </a:prstGeom>
          <a:solidFill>
            <a:srgbClr val="F5BD2E"/>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274" name="Oval 7"/>
          <p:cNvSpPr/>
          <p:nvPr/>
        </p:nvSpPr>
        <p:spPr>
          <a:xfrm>
            <a:off x="1517760" y="2226600"/>
            <a:ext cx="136800" cy="136800"/>
          </a:xfrm>
          <a:prstGeom prst="ellipse">
            <a:avLst/>
          </a:prstGeom>
          <a:solidFill>
            <a:srgbClr val="27C93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275" name="TextBox 8"/>
          <p:cNvSpPr/>
          <p:nvPr/>
        </p:nvSpPr>
        <p:spPr>
          <a:xfrm>
            <a:off x="1984320" y="2176200"/>
            <a:ext cx="9226080" cy="168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spcAft>
                <a:spcPts val="201"/>
              </a:spcAft>
            </a:pPr>
            <a:r>
              <a:rPr lang="en-US" sz="1100" b="0" strike="noStrike" spc="-1">
                <a:solidFill>
                  <a:srgbClr val="7E8C94"/>
                </a:solidFill>
                <a:latin typeface="Consolas"/>
              </a:rPr>
              <a:t>Program.cs</a:t>
            </a:r>
            <a:endParaRPr lang="en-US" sz="1100" b="0" strike="noStrike" spc="-1">
              <a:solidFill>
                <a:srgbClr val="000000"/>
              </a:solidFill>
              <a:latin typeface="Arial"/>
            </a:endParaRPr>
          </a:p>
        </p:txBody>
      </p:sp>
      <p:sp>
        <p:nvSpPr>
          <p:cNvPr id="276" name="TextBox 9"/>
          <p:cNvSpPr/>
          <p:nvPr/>
        </p:nvSpPr>
        <p:spPr>
          <a:xfrm>
            <a:off x="2898720" y="2615040"/>
            <a:ext cx="6391080" cy="2476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00000"/>
              </a:lnSpc>
              <a:spcAft>
                <a:spcPts val="300"/>
              </a:spcAft>
            </a:pPr>
            <a:r>
              <a:rPr lang="en-US" sz="1250" b="0" strike="noStrike" spc="-1">
                <a:solidFill>
                  <a:srgbClr val="F29E4B"/>
                </a:solidFill>
                <a:latin typeface="Consolas"/>
              </a:rPr>
              <a:t>var</a:t>
            </a:r>
            <a:r>
              <a:rPr lang="en-US" sz="1250" b="0" strike="noStrike" spc="-1">
                <a:solidFill>
                  <a:srgbClr val="E7ECEF"/>
                </a:solidFill>
                <a:latin typeface="Consolas"/>
              </a:rPr>
              <a:t> schema = </a:t>
            </a:r>
            <a:r>
              <a:rPr lang="en-US" sz="1250" b="0" strike="noStrike" spc="-1">
                <a:solidFill>
                  <a:srgbClr val="9FC9E8"/>
                </a:solidFill>
                <a:latin typeface="Consolas"/>
              </a:rPr>
              <a:t>FhirVersion</a:t>
            </a:r>
            <a:r>
              <a:rPr lang="en-US" sz="1250" b="0" strike="noStrike" spc="-1">
                <a:solidFill>
                  <a:srgbClr val="E7ECEF"/>
                </a:solidFill>
                <a:latin typeface="Consolas"/>
              </a:rPr>
              <a:t>.R4.</a:t>
            </a:r>
            <a:r>
              <a:rPr lang="en-US" sz="1250" b="0" strike="noStrike" spc="-1">
                <a:solidFill>
                  <a:srgbClr val="6FD0C8"/>
                </a:solidFill>
                <a:latin typeface="Consolas"/>
              </a:rPr>
              <a:t>GetSchemaProvider</a:t>
            </a:r>
            <a:r>
              <a:rPr lang="en-US" sz="1250" b="0" strike="noStrike" spc="-1">
                <a:solidFill>
                  <a:srgbClr val="E7ECEF"/>
                </a:solidFill>
                <a:latin typeface="Consolas"/>
              </a:rPr>
              <a:t>();</a:t>
            </a:r>
            <a:endParaRPr lang="en-US" sz="1250" b="0" strike="noStrike" spc="-1">
              <a:solidFill>
                <a:srgbClr val="000000"/>
              </a:solidFill>
              <a:latin typeface="Arial"/>
            </a:endParaRPr>
          </a:p>
          <a:p>
            <a:pPr defTabSz="914400">
              <a:lnSpc>
                <a:spcPct val="100000"/>
              </a:lnSpc>
              <a:spcAft>
                <a:spcPts val="300"/>
              </a:spcAft>
            </a:pPr>
            <a:r>
              <a:rPr lang="en-US" sz="1250" b="0" strike="noStrike" spc="-1">
                <a:solidFill>
                  <a:srgbClr val="E7ECEF"/>
                </a:solidFill>
                <a:latin typeface="Consolas"/>
              </a:rPr>
              <a:t> </a:t>
            </a:r>
            <a:endParaRPr lang="en-US" sz="1250" b="0" strike="noStrike" spc="-1">
              <a:solidFill>
                <a:srgbClr val="000000"/>
              </a:solidFill>
              <a:latin typeface="Arial"/>
            </a:endParaRPr>
          </a:p>
          <a:p>
            <a:pPr defTabSz="914400">
              <a:lnSpc>
                <a:spcPct val="100000"/>
              </a:lnSpc>
              <a:spcAft>
                <a:spcPts val="300"/>
              </a:spcAft>
            </a:pPr>
            <a:r>
              <a:rPr lang="en-US" sz="1250" b="0" strike="noStrike" spc="-1">
                <a:solidFill>
                  <a:srgbClr val="F29E4B"/>
                </a:solidFill>
                <a:latin typeface="Consolas"/>
              </a:rPr>
              <a:t>var</a:t>
            </a:r>
            <a:r>
              <a:rPr lang="en-US" sz="1250" b="0" strike="noStrike" spc="-1">
                <a:solidFill>
                  <a:srgbClr val="E7ECEF"/>
                </a:solidFill>
                <a:latin typeface="Consolas"/>
              </a:rPr>
              <a:t> viewDef = </a:t>
            </a:r>
            <a:r>
              <a:rPr lang="en-US" sz="1250" b="0" strike="noStrike" spc="-1">
                <a:solidFill>
                  <a:srgbClr val="9FC9E8"/>
                </a:solidFill>
                <a:latin typeface="Consolas"/>
              </a:rPr>
              <a:t>JsonSourceNodeFactory</a:t>
            </a:r>
            <a:r>
              <a:rPr lang="en-US" sz="1250" b="0" strike="noStrike" spc="-1">
                <a:solidFill>
                  <a:srgbClr val="E7ECEF"/>
                </a:solidFill>
                <a:latin typeface="Consolas"/>
              </a:rPr>
              <a:t>.Parse(</a:t>
            </a:r>
            <a:endParaRPr lang="en-US" sz="1250" b="0" strike="noStrike" spc="-1">
              <a:solidFill>
                <a:srgbClr val="000000"/>
              </a:solidFill>
              <a:latin typeface="Arial"/>
            </a:endParaRPr>
          </a:p>
          <a:p>
            <a:pPr defTabSz="914400">
              <a:lnSpc>
                <a:spcPct val="100000"/>
              </a:lnSpc>
              <a:spcAft>
                <a:spcPts val="300"/>
              </a:spcAft>
            </a:pPr>
            <a:r>
              <a:rPr lang="en-US" sz="1250" b="0" strike="noStrike" spc="-1">
                <a:solidFill>
                  <a:srgbClr val="E7ECEF"/>
                </a:solidFill>
                <a:latin typeface="Consolas"/>
              </a:rPr>
              <a:t>        File.ReadAllText(</a:t>
            </a:r>
            <a:r>
              <a:rPr lang="en-US" sz="1250" b="0" strike="noStrike" spc="-1">
                <a:solidFill>
                  <a:srgbClr val="6FD0C8"/>
                </a:solidFill>
                <a:latin typeface="Consolas"/>
              </a:rPr>
              <a:t>"patient-view.json"</a:t>
            </a:r>
            <a:r>
              <a:rPr lang="en-US" sz="1250" b="0" strike="noStrike" spc="-1">
                <a:solidFill>
                  <a:srgbClr val="E7ECEF"/>
                </a:solidFill>
                <a:latin typeface="Consolas"/>
              </a:rPr>
              <a:t>)).ToSourceNavigator();</a:t>
            </a:r>
            <a:endParaRPr lang="en-US" sz="1250" b="0" strike="noStrike" spc="-1">
              <a:solidFill>
                <a:srgbClr val="000000"/>
              </a:solidFill>
              <a:latin typeface="Arial"/>
            </a:endParaRPr>
          </a:p>
          <a:p>
            <a:pPr defTabSz="914400">
              <a:lnSpc>
                <a:spcPct val="100000"/>
              </a:lnSpc>
              <a:spcAft>
                <a:spcPts val="300"/>
              </a:spcAft>
            </a:pPr>
            <a:r>
              <a:rPr lang="en-US" sz="1250" b="0" strike="noStrike" spc="-1">
                <a:solidFill>
                  <a:srgbClr val="E7ECEF"/>
                </a:solidFill>
                <a:latin typeface="Consolas"/>
              </a:rPr>
              <a:t> </a:t>
            </a:r>
            <a:endParaRPr lang="en-US" sz="1250" b="0" strike="noStrike" spc="-1">
              <a:solidFill>
                <a:srgbClr val="000000"/>
              </a:solidFill>
              <a:latin typeface="Arial"/>
            </a:endParaRPr>
          </a:p>
          <a:p>
            <a:pPr defTabSz="914400">
              <a:lnSpc>
                <a:spcPct val="100000"/>
              </a:lnSpc>
              <a:spcAft>
                <a:spcPts val="300"/>
              </a:spcAft>
            </a:pPr>
            <a:r>
              <a:rPr lang="en-US" sz="1250" b="0" strike="noStrike" spc="-1">
                <a:solidFill>
                  <a:srgbClr val="F29E4B"/>
                </a:solidFill>
                <a:latin typeface="Consolas"/>
              </a:rPr>
              <a:t>var</a:t>
            </a:r>
            <a:r>
              <a:rPr lang="en-US" sz="1250" b="0" strike="noStrike" spc="-1">
                <a:solidFill>
                  <a:srgbClr val="E7ECEF"/>
                </a:solidFill>
                <a:latin typeface="Consolas"/>
              </a:rPr>
              <a:t> patient = </a:t>
            </a:r>
            <a:r>
              <a:rPr lang="en-US" sz="1250" b="0" strike="noStrike" spc="-1">
                <a:solidFill>
                  <a:srgbClr val="9FC9E8"/>
                </a:solidFill>
                <a:latin typeface="Consolas"/>
              </a:rPr>
              <a:t>JsonSourceNodeFactory</a:t>
            </a:r>
            <a:r>
              <a:rPr lang="en-US" sz="1250" b="0" strike="noStrike" spc="-1">
                <a:solidFill>
                  <a:srgbClr val="E7ECEF"/>
                </a:solidFill>
                <a:latin typeface="Consolas"/>
              </a:rPr>
              <a:t>.Parse(</a:t>
            </a:r>
            <a:endParaRPr lang="en-US" sz="1250" b="0" strike="noStrike" spc="-1">
              <a:solidFill>
                <a:srgbClr val="000000"/>
              </a:solidFill>
              <a:latin typeface="Arial"/>
            </a:endParaRPr>
          </a:p>
          <a:p>
            <a:pPr defTabSz="914400">
              <a:lnSpc>
                <a:spcPct val="100000"/>
              </a:lnSpc>
              <a:spcAft>
                <a:spcPts val="300"/>
              </a:spcAft>
            </a:pPr>
            <a:r>
              <a:rPr lang="en-US" sz="1250" b="0" strike="noStrike" spc="-1">
                <a:solidFill>
                  <a:srgbClr val="E7ECEF"/>
                </a:solidFill>
                <a:latin typeface="Consolas"/>
              </a:rPr>
              <a:t>        File.ReadAllText(</a:t>
            </a:r>
            <a:r>
              <a:rPr lang="en-US" sz="1250" b="0" strike="noStrike" spc="-1">
                <a:solidFill>
                  <a:srgbClr val="6FD0C8"/>
                </a:solidFill>
                <a:latin typeface="Consolas"/>
              </a:rPr>
              <a:t>"patient.json"</a:t>
            </a:r>
            <a:r>
              <a:rPr lang="en-US" sz="1250" b="0" strike="noStrike" spc="-1">
                <a:solidFill>
                  <a:srgbClr val="E7ECEF"/>
                </a:solidFill>
                <a:latin typeface="Consolas"/>
              </a:rPr>
              <a:t>)).ToElement(schema);</a:t>
            </a:r>
            <a:endParaRPr lang="en-US" sz="1250" b="0" strike="noStrike" spc="-1">
              <a:solidFill>
                <a:srgbClr val="000000"/>
              </a:solidFill>
              <a:latin typeface="Arial"/>
            </a:endParaRPr>
          </a:p>
          <a:p>
            <a:pPr defTabSz="914400">
              <a:lnSpc>
                <a:spcPct val="100000"/>
              </a:lnSpc>
              <a:spcAft>
                <a:spcPts val="300"/>
              </a:spcAft>
            </a:pPr>
            <a:r>
              <a:rPr lang="en-US" sz="1250" b="0" strike="noStrike" spc="-1">
                <a:solidFill>
                  <a:srgbClr val="E7ECEF"/>
                </a:solidFill>
                <a:latin typeface="Consolas"/>
              </a:rPr>
              <a:t> </a:t>
            </a:r>
            <a:endParaRPr lang="en-US" sz="1250" b="0" strike="noStrike" spc="-1">
              <a:solidFill>
                <a:srgbClr val="000000"/>
              </a:solidFill>
              <a:latin typeface="Arial"/>
            </a:endParaRPr>
          </a:p>
          <a:p>
            <a:pPr defTabSz="914400">
              <a:lnSpc>
                <a:spcPct val="100000"/>
              </a:lnSpc>
              <a:spcAft>
                <a:spcPts val="300"/>
              </a:spcAft>
            </a:pPr>
            <a:r>
              <a:rPr lang="en-US" sz="1250" b="0" strike="noStrike" spc="-1">
                <a:solidFill>
                  <a:srgbClr val="F29E4B"/>
                </a:solidFill>
                <a:latin typeface="Consolas"/>
              </a:rPr>
              <a:t>var</a:t>
            </a:r>
            <a:r>
              <a:rPr lang="en-US" sz="1250" b="0" strike="noStrike" spc="-1">
                <a:solidFill>
                  <a:srgbClr val="E7ECEF"/>
                </a:solidFill>
                <a:latin typeface="Consolas"/>
              </a:rPr>
              <a:t> evaluator = </a:t>
            </a:r>
            <a:r>
              <a:rPr lang="en-US" sz="1250" b="0" strike="noStrike" spc="-1">
                <a:solidFill>
                  <a:srgbClr val="F29E4B"/>
                </a:solidFill>
                <a:latin typeface="Consolas"/>
              </a:rPr>
              <a:t>new</a:t>
            </a:r>
            <a:r>
              <a:rPr lang="en-US" sz="1250" b="0" strike="noStrike" spc="-1">
                <a:solidFill>
                  <a:srgbClr val="E7ECEF"/>
                </a:solidFill>
                <a:latin typeface="Consolas"/>
              </a:rPr>
              <a:t> </a:t>
            </a:r>
            <a:r>
              <a:rPr lang="en-US" sz="1250" b="0" strike="noStrike" spc="-1">
                <a:solidFill>
                  <a:srgbClr val="9FC9E8"/>
                </a:solidFill>
                <a:latin typeface="Consolas"/>
              </a:rPr>
              <a:t>SqlOnFhirEvaluator</a:t>
            </a:r>
            <a:r>
              <a:rPr lang="en-US" sz="1250" b="0" strike="noStrike" spc="-1">
                <a:solidFill>
                  <a:srgbClr val="E7ECEF"/>
                </a:solidFill>
                <a:latin typeface="Consolas"/>
              </a:rPr>
              <a:t>();</a:t>
            </a:r>
            <a:endParaRPr lang="en-US" sz="1250" b="0" strike="noStrike" spc="-1">
              <a:solidFill>
                <a:srgbClr val="000000"/>
              </a:solidFill>
              <a:latin typeface="Arial"/>
            </a:endParaRPr>
          </a:p>
          <a:p>
            <a:pPr defTabSz="914400">
              <a:lnSpc>
                <a:spcPct val="100000"/>
              </a:lnSpc>
              <a:spcAft>
                <a:spcPts val="300"/>
              </a:spcAft>
            </a:pPr>
            <a:r>
              <a:rPr lang="en-US" sz="1250" b="0" strike="noStrike" spc="-1">
                <a:solidFill>
                  <a:srgbClr val="F29E4B"/>
                </a:solidFill>
                <a:latin typeface="Consolas"/>
              </a:rPr>
              <a:t>foreach</a:t>
            </a:r>
            <a:r>
              <a:rPr lang="en-US" sz="1250" b="0" strike="noStrike" spc="-1">
                <a:solidFill>
                  <a:srgbClr val="E7ECEF"/>
                </a:solidFill>
                <a:latin typeface="Consolas"/>
              </a:rPr>
              <a:t> (</a:t>
            </a:r>
            <a:r>
              <a:rPr lang="en-US" sz="1250" b="0" strike="noStrike" spc="-1">
                <a:solidFill>
                  <a:srgbClr val="F29E4B"/>
                </a:solidFill>
                <a:latin typeface="Consolas"/>
              </a:rPr>
              <a:t>var</a:t>
            </a:r>
            <a:r>
              <a:rPr lang="en-US" sz="1250" b="0" strike="noStrike" spc="-1">
                <a:solidFill>
                  <a:srgbClr val="E7ECEF"/>
                </a:solidFill>
                <a:latin typeface="Consolas"/>
              </a:rPr>
              <a:t> row </a:t>
            </a:r>
            <a:r>
              <a:rPr lang="en-US" sz="1250" b="0" strike="noStrike" spc="-1">
                <a:solidFill>
                  <a:srgbClr val="F29E4B"/>
                </a:solidFill>
                <a:latin typeface="Consolas"/>
              </a:rPr>
              <a:t>in</a:t>
            </a:r>
            <a:r>
              <a:rPr lang="en-US" sz="1250" b="0" strike="noStrike" spc="-1">
                <a:solidFill>
                  <a:srgbClr val="E7ECEF"/>
                </a:solidFill>
                <a:latin typeface="Consolas"/>
              </a:rPr>
              <a:t> evaluator.Evaluate(viewDef, patient))</a:t>
            </a:r>
            <a:endParaRPr lang="en-US" sz="1250" b="0" strike="noStrike" spc="-1">
              <a:solidFill>
                <a:srgbClr val="000000"/>
              </a:solidFill>
              <a:latin typeface="Arial"/>
            </a:endParaRPr>
          </a:p>
          <a:p>
            <a:pPr defTabSz="914400">
              <a:lnSpc>
                <a:spcPct val="100000"/>
              </a:lnSpc>
              <a:spcAft>
                <a:spcPts val="300"/>
              </a:spcAft>
            </a:pPr>
            <a:r>
              <a:rPr lang="en-US" sz="1250" b="0" strike="noStrike" spc="-1">
                <a:solidFill>
                  <a:srgbClr val="E7ECEF"/>
                </a:solidFill>
                <a:latin typeface="Consolas"/>
              </a:rPr>
              <a:t>    Console.WriteLine(</a:t>
            </a:r>
            <a:r>
              <a:rPr lang="en-US" sz="1250" b="0" strike="noStrike" spc="-1">
                <a:solidFill>
                  <a:srgbClr val="6FD0C8"/>
                </a:solidFill>
                <a:latin typeface="Consolas"/>
              </a:rPr>
              <a:t>$"{row["id"]} — {row["family_name"]}, {row["birth_date"]}"</a:t>
            </a:r>
            <a:r>
              <a:rPr lang="en-US" sz="1250" b="0" strike="noStrike" spc="-1">
                <a:solidFill>
                  <a:srgbClr val="E7ECEF"/>
                </a:solidFill>
                <a:latin typeface="Consolas"/>
              </a:rPr>
              <a:t>);</a:t>
            </a:r>
            <a:endParaRPr lang="en-US" sz="1250" b="0" strike="noStrike" spc="-1">
              <a:solidFill>
                <a:srgbClr val="000000"/>
              </a:solidFill>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 name="PlaceHolder 1"/>
          <p:cNvSpPr>
            <a:spLocks noGrp="1"/>
          </p:cNvSpPr>
          <p:nvPr>
            <p:ph type="title"/>
          </p:nvPr>
        </p:nvSpPr>
        <p:spPr>
          <a:xfrm>
            <a:off x="841320" y="1043640"/>
            <a:ext cx="10515240" cy="886320"/>
          </a:xfrm>
          <a:prstGeom prst="rect">
            <a:avLst/>
          </a:prstGeom>
          <a:noFill/>
          <a:ln w="0">
            <a:noFill/>
          </a:ln>
        </p:spPr>
        <p:txBody>
          <a:bodyPr lIns="0" tIns="45000" rIns="90000" bIns="45000" anchor="t">
            <a:noAutofit/>
          </a:bodyPr>
          <a:lstStyle/>
          <a:p>
            <a:pPr indent="0" defTabSz="914400">
              <a:lnSpc>
                <a:spcPct val="90000"/>
              </a:lnSpc>
              <a:buNone/>
            </a:pPr>
            <a:r>
              <a:rPr lang="en-US" sz="3600" b="0" strike="noStrike" spc="-1" dirty="0">
                <a:solidFill>
                  <a:srgbClr val="0091B9"/>
                </a:solidFill>
                <a:latin typeface="Calibri"/>
                <a:ea typeface="Calibri"/>
              </a:rPr>
              <a:t>Works with </a:t>
            </a:r>
            <a:r>
              <a:rPr lang="en-US" sz="3600" b="0" strike="noStrike" spc="-1" dirty="0" err="1">
                <a:solidFill>
                  <a:srgbClr val="0091B9"/>
                </a:solidFill>
                <a:latin typeface="Calibri"/>
                <a:ea typeface="Calibri"/>
              </a:rPr>
              <a:t>Firely</a:t>
            </a:r>
            <a:r>
              <a:rPr lang="en-US" sz="3600" b="0" strike="noStrike" spc="-1" dirty="0">
                <a:solidFill>
                  <a:srgbClr val="0091B9"/>
                </a:solidFill>
                <a:latin typeface="Calibri"/>
                <a:ea typeface="Calibri"/>
              </a:rPr>
              <a:t> SDK too.</a:t>
            </a:r>
          </a:p>
        </p:txBody>
      </p:sp>
      <p:sp>
        <p:nvSpPr>
          <p:cNvPr id="269" name="TextBox 2"/>
          <p:cNvSpPr/>
          <p:nvPr/>
        </p:nvSpPr>
        <p:spPr>
          <a:xfrm>
            <a:off x="841320" y="1554480"/>
            <a:ext cx="10506240" cy="18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spcAft>
                <a:spcPts val="201"/>
              </a:spcAft>
            </a:pPr>
            <a:r>
              <a:rPr lang="en-US" sz="1200" b="1" strike="noStrike" spc="-1">
                <a:solidFill>
                  <a:srgbClr val="F26B21"/>
                </a:solidFill>
                <a:latin typeface="Calibri"/>
              </a:rPr>
              <a:t>FROM THE FIRELY SDK</a:t>
            </a:r>
          </a:p>
        </p:txBody>
      </p:sp>
      <p:sp>
        <p:nvSpPr>
          <p:cNvPr id="270" name="Rounded Rectangle 3"/>
          <p:cNvSpPr/>
          <p:nvPr/>
        </p:nvSpPr>
        <p:spPr>
          <a:xfrm>
            <a:off x="841320" y="2103120"/>
            <a:ext cx="10506240" cy="4068720"/>
          </a:xfrm>
          <a:prstGeom prst="roundRect">
            <a:avLst>
              <a:gd name="adj" fmla="val 4500"/>
            </a:avLst>
          </a:prstGeom>
          <a:solidFill>
            <a:srgbClr val="1B2A33"/>
          </a:solidFill>
          <a:ln>
            <a:noFill/>
          </a:ln>
          <a:effectLst>
            <a:outerShdw blurRad="90000" dist="38160" dir="5400000" rotWithShape="0">
              <a:srgbClr val="1B2A33">
                <a:alpha val="18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271" name="Rounded Rectangle 4"/>
          <p:cNvSpPr/>
          <p:nvPr/>
        </p:nvSpPr>
        <p:spPr>
          <a:xfrm>
            <a:off x="841320" y="2103120"/>
            <a:ext cx="10506240" cy="383760"/>
          </a:xfrm>
          <a:prstGeom prst="roundRect">
            <a:avLst>
              <a:gd name="adj" fmla="val 10000"/>
            </a:avLst>
          </a:prstGeom>
          <a:solidFill>
            <a:srgbClr val="142027"/>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272" name="Oval 5"/>
          <p:cNvSpPr/>
          <p:nvPr/>
        </p:nvSpPr>
        <p:spPr>
          <a:xfrm>
            <a:off x="1042560" y="2226600"/>
            <a:ext cx="136800" cy="136800"/>
          </a:xfrm>
          <a:prstGeom prst="ellipse">
            <a:avLst/>
          </a:prstGeom>
          <a:solidFill>
            <a:srgbClr val="F55F56"/>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273" name="Oval 6"/>
          <p:cNvSpPr/>
          <p:nvPr/>
        </p:nvSpPr>
        <p:spPr>
          <a:xfrm>
            <a:off x="1280160" y="2226600"/>
            <a:ext cx="136800" cy="136800"/>
          </a:xfrm>
          <a:prstGeom prst="ellipse">
            <a:avLst/>
          </a:prstGeom>
          <a:solidFill>
            <a:srgbClr val="F5BD2E"/>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274" name="Oval 7"/>
          <p:cNvSpPr/>
          <p:nvPr/>
        </p:nvSpPr>
        <p:spPr>
          <a:xfrm>
            <a:off x="1517760" y="2226600"/>
            <a:ext cx="136800" cy="136800"/>
          </a:xfrm>
          <a:prstGeom prst="ellipse">
            <a:avLst/>
          </a:prstGeom>
          <a:solidFill>
            <a:srgbClr val="27C93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275" name="TextBox 8"/>
          <p:cNvSpPr/>
          <p:nvPr/>
        </p:nvSpPr>
        <p:spPr>
          <a:xfrm>
            <a:off x="1984320" y="2176200"/>
            <a:ext cx="9226080" cy="168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spcAft>
                <a:spcPts val="201"/>
              </a:spcAft>
            </a:pPr>
            <a:r>
              <a:rPr lang="en-US" sz="1100" b="0" strike="noStrike" spc="-1">
                <a:solidFill>
                  <a:srgbClr val="7E8C94"/>
                </a:solidFill>
                <a:latin typeface="Consolas"/>
              </a:rPr>
              <a:t>Program.cs</a:t>
            </a:r>
            <a:endParaRPr lang="en-US" sz="1100" b="0" strike="noStrike" spc="-1">
              <a:solidFill>
                <a:srgbClr val="000000"/>
              </a:solidFill>
              <a:latin typeface="Arial"/>
            </a:endParaRPr>
          </a:p>
        </p:txBody>
      </p:sp>
      <p:sp>
        <p:nvSpPr>
          <p:cNvPr id="276" name="TextBox 9"/>
          <p:cNvSpPr/>
          <p:nvPr/>
        </p:nvSpPr>
        <p:spPr>
          <a:xfrm>
            <a:off x="2898720" y="2615040"/>
            <a:ext cx="7219028" cy="2962349"/>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00000"/>
              </a:lnSpc>
              <a:spcAft>
                <a:spcPts val="300"/>
              </a:spcAft>
            </a:pPr>
            <a:r>
              <a:rPr lang="en-US" sz="1250" b="0" strike="noStrike" spc="-1" dirty="0">
                <a:solidFill>
                  <a:srgbClr val="F29E4B"/>
                </a:solidFill>
                <a:latin typeface="Consolas"/>
              </a:rPr>
              <a:t>using</a:t>
            </a:r>
            <a:r>
              <a:rPr lang="en-US" sz="1250" b="0" strike="noStrike" spc="-1" dirty="0">
                <a:solidFill>
                  <a:srgbClr val="E7ECEF"/>
                </a:solidFill>
                <a:latin typeface="Consolas"/>
              </a:rPr>
              <a:t> </a:t>
            </a:r>
            <a:r>
              <a:rPr lang="en-US" sz="1250" b="0" strike="noStrike" spc="-1" dirty="0" err="1">
                <a:solidFill>
                  <a:srgbClr val="E7ECEF"/>
                </a:solidFill>
                <a:latin typeface="Consolas"/>
              </a:rPr>
              <a:t>Ignixa.Extensions.FirelySdk</a:t>
            </a:r>
            <a:r>
              <a:rPr lang="en-US" sz="1250" b="0" strike="noStrike" spc="-1" dirty="0">
                <a:solidFill>
                  <a:srgbClr val="E7ECEF"/>
                </a:solidFill>
                <a:latin typeface="Consolas"/>
              </a:rPr>
              <a:t>;</a:t>
            </a:r>
          </a:p>
          <a:p>
            <a:pPr defTabSz="914400">
              <a:lnSpc>
                <a:spcPct val="100000"/>
              </a:lnSpc>
              <a:spcAft>
                <a:spcPts val="300"/>
              </a:spcAft>
            </a:pPr>
            <a:r>
              <a:rPr lang="en-US" sz="1250" b="0" strike="noStrike" spc="-1" dirty="0">
                <a:solidFill>
                  <a:srgbClr val="E7ECEF"/>
                </a:solidFill>
                <a:latin typeface="Consolas"/>
              </a:rPr>
              <a:t> </a:t>
            </a:r>
          </a:p>
          <a:p>
            <a:pPr defTabSz="914400">
              <a:lnSpc>
                <a:spcPct val="100000"/>
              </a:lnSpc>
              <a:spcAft>
                <a:spcPts val="300"/>
              </a:spcAft>
            </a:pPr>
            <a:r>
              <a:rPr lang="en-US" sz="1250" b="0" strike="noStrike" spc="-1" dirty="0">
                <a:solidFill>
                  <a:srgbClr val="F29E4B"/>
                </a:solidFill>
                <a:latin typeface="Consolas"/>
              </a:rPr>
              <a:t>var</a:t>
            </a:r>
            <a:r>
              <a:rPr lang="en-US" sz="1250" b="0" strike="noStrike" spc="-1" dirty="0">
                <a:solidFill>
                  <a:srgbClr val="E7ECEF"/>
                </a:solidFill>
                <a:latin typeface="Consolas"/>
              </a:rPr>
              <a:t> schema = </a:t>
            </a:r>
            <a:r>
              <a:rPr lang="en-US" sz="1250" b="0" strike="noStrike" spc="-1" dirty="0">
                <a:solidFill>
                  <a:srgbClr val="9FC9E8"/>
                </a:solidFill>
                <a:latin typeface="Consolas"/>
              </a:rPr>
              <a:t>FhirVersion</a:t>
            </a:r>
            <a:r>
              <a:rPr lang="en-US" sz="1250" b="0" strike="noStrike" spc="-1" dirty="0">
                <a:solidFill>
                  <a:srgbClr val="E7ECEF"/>
                </a:solidFill>
                <a:latin typeface="Consolas"/>
              </a:rPr>
              <a:t>.R4.</a:t>
            </a:r>
            <a:r>
              <a:rPr lang="en-US" sz="1250" b="0" strike="noStrike" spc="-1" dirty="0">
                <a:solidFill>
                  <a:srgbClr val="6FD0C8"/>
                </a:solidFill>
                <a:latin typeface="Consolas"/>
              </a:rPr>
              <a:t>GetSchemaProvider</a:t>
            </a:r>
            <a:r>
              <a:rPr lang="en-US" sz="1250" b="0" strike="noStrike" spc="-1" dirty="0">
                <a:solidFill>
                  <a:srgbClr val="E7ECEF"/>
                </a:solidFill>
                <a:latin typeface="Consolas"/>
              </a:rPr>
              <a:t>();</a:t>
            </a:r>
          </a:p>
          <a:p>
            <a:pPr defTabSz="914400">
              <a:lnSpc>
                <a:spcPct val="100000"/>
              </a:lnSpc>
              <a:spcAft>
                <a:spcPts val="300"/>
              </a:spcAft>
            </a:pPr>
            <a:r>
              <a:rPr lang="en-US" sz="1250" b="0" strike="noStrike" spc="-1" dirty="0">
                <a:solidFill>
                  <a:srgbClr val="F29E4B"/>
                </a:solidFill>
                <a:latin typeface="Consolas"/>
              </a:rPr>
              <a:t>var</a:t>
            </a:r>
            <a:r>
              <a:rPr lang="en-US" sz="1250" b="0" strike="noStrike" spc="-1" dirty="0">
                <a:solidFill>
                  <a:srgbClr val="E7ECEF"/>
                </a:solidFill>
                <a:latin typeface="Consolas"/>
              </a:rPr>
              <a:t> </a:t>
            </a:r>
            <a:r>
              <a:rPr lang="en-US" sz="1250" b="0" strike="noStrike" spc="-1" dirty="0" err="1">
                <a:solidFill>
                  <a:srgbClr val="E7ECEF"/>
                </a:solidFill>
                <a:latin typeface="Consolas"/>
              </a:rPr>
              <a:t>viewDef</a:t>
            </a:r>
            <a:r>
              <a:rPr lang="en-US" sz="1250" b="0" strike="noStrike" spc="-1" dirty="0">
                <a:solidFill>
                  <a:srgbClr val="E7ECEF"/>
                </a:solidFill>
                <a:latin typeface="Consolas"/>
              </a:rPr>
              <a:t> = </a:t>
            </a:r>
            <a:r>
              <a:rPr lang="en-US" sz="1250" b="0" strike="noStrike" spc="-1" dirty="0" err="1">
                <a:solidFill>
                  <a:srgbClr val="9FC9E8"/>
                </a:solidFill>
                <a:latin typeface="Consolas"/>
              </a:rPr>
              <a:t>JsonSourceNodeFactory</a:t>
            </a:r>
            <a:r>
              <a:rPr lang="en-US" sz="1250" b="0" strike="noStrike" spc="-1" dirty="0" err="1">
                <a:solidFill>
                  <a:srgbClr val="E7ECEF"/>
                </a:solidFill>
                <a:latin typeface="Consolas"/>
              </a:rPr>
              <a:t>.Parse</a:t>
            </a:r>
            <a:r>
              <a:rPr lang="en-US" sz="1250" b="0" strike="noStrike" spc="-1" dirty="0">
                <a:solidFill>
                  <a:srgbClr val="E7ECEF"/>
                </a:solidFill>
                <a:latin typeface="Consolas"/>
              </a:rPr>
              <a:t>(</a:t>
            </a:r>
          </a:p>
          <a:p>
            <a:pPr defTabSz="914400">
              <a:lnSpc>
                <a:spcPct val="100000"/>
              </a:lnSpc>
              <a:spcAft>
                <a:spcPts val="300"/>
              </a:spcAft>
            </a:pPr>
            <a:r>
              <a:rPr lang="en-US" sz="1250" b="0" strike="noStrike" spc="-1" dirty="0">
                <a:solidFill>
                  <a:srgbClr val="E7ECEF"/>
                </a:solidFill>
                <a:latin typeface="Consolas"/>
              </a:rPr>
              <a:t>        </a:t>
            </a:r>
            <a:r>
              <a:rPr lang="en-US" sz="1250" b="0" strike="noStrike" spc="-1" dirty="0" err="1">
                <a:solidFill>
                  <a:srgbClr val="E7ECEF"/>
                </a:solidFill>
                <a:latin typeface="Consolas"/>
              </a:rPr>
              <a:t>File.ReadAllText</a:t>
            </a:r>
            <a:r>
              <a:rPr lang="en-US" sz="1250" b="0" strike="noStrike" spc="-1" dirty="0">
                <a:solidFill>
                  <a:srgbClr val="E7ECEF"/>
                </a:solidFill>
                <a:latin typeface="Consolas"/>
              </a:rPr>
              <a:t>(</a:t>
            </a:r>
            <a:r>
              <a:rPr lang="en-US" sz="1250" b="0" strike="noStrike" spc="-1" dirty="0">
                <a:solidFill>
                  <a:srgbClr val="6FD0C8"/>
                </a:solidFill>
                <a:latin typeface="Consolas"/>
              </a:rPr>
              <a:t>"patient-</a:t>
            </a:r>
            <a:r>
              <a:rPr lang="en-US" sz="1250" b="0" strike="noStrike" spc="-1" dirty="0" err="1">
                <a:solidFill>
                  <a:srgbClr val="6FD0C8"/>
                </a:solidFill>
                <a:latin typeface="Consolas"/>
              </a:rPr>
              <a:t>view.json</a:t>
            </a:r>
            <a:r>
              <a:rPr lang="en-US" sz="1250" b="0" strike="noStrike" spc="-1" dirty="0">
                <a:solidFill>
                  <a:srgbClr val="6FD0C8"/>
                </a:solidFill>
                <a:latin typeface="Consolas"/>
              </a:rPr>
              <a:t>"</a:t>
            </a:r>
            <a:r>
              <a:rPr lang="en-US" sz="1250" b="0" strike="noStrike" spc="-1" dirty="0">
                <a:solidFill>
                  <a:srgbClr val="E7ECEF"/>
                </a:solidFill>
                <a:latin typeface="Consolas"/>
              </a:rPr>
              <a:t>)).</a:t>
            </a:r>
            <a:r>
              <a:rPr lang="en-US" sz="1250" b="0" strike="noStrike" spc="-1" dirty="0" err="1">
                <a:solidFill>
                  <a:srgbClr val="E7ECEF"/>
                </a:solidFill>
                <a:latin typeface="Consolas"/>
              </a:rPr>
              <a:t>ToSourceNavigator</a:t>
            </a:r>
            <a:r>
              <a:rPr lang="en-US" sz="1250" b="0" strike="noStrike" spc="-1" dirty="0">
                <a:solidFill>
                  <a:srgbClr val="E7ECEF"/>
                </a:solidFill>
                <a:latin typeface="Consolas"/>
              </a:rPr>
              <a:t>();</a:t>
            </a:r>
          </a:p>
          <a:p>
            <a:pPr defTabSz="914400">
              <a:lnSpc>
                <a:spcPct val="100000"/>
              </a:lnSpc>
              <a:spcAft>
                <a:spcPts val="300"/>
              </a:spcAft>
            </a:pPr>
            <a:r>
              <a:rPr lang="en-US" sz="1250" b="0" strike="noStrike" spc="-1" dirty="0">
                <a:solidFill>
                  <a:srgbClr val="E7ECEF"/>
                </a:solidFill>
                <a:latin typeface="Consolas"/>
              </a:rPr>
              <a:t> </a:t>
            </a:r>
          </a:p>
          <a:p>
            <a:pPr defTabSz="914400">
              <a:lnSpc>
                <a:spcPct val="100000"/>
              </a:lnSpc>
              <a:spcAft>
                <a:spcPts val="300"/>
              </a:spcAft>
            </a:pPr>
            <a:r>
              <a:rPr lang="en-US" sz="1250" b="0" strike="noStrike" spc="-1" dirty="0">
                <a:solidFill>
                  <a:srgbClr val="7E8C94"/>
                </a:solidFill>
                <a:latin typeface="Consolas"/>
              </a:rPr>
              <a:t>// Parse with the </a:t>
            </a:r>
            <a:r>
              <a:rPr lang="en-US" sz="1250" b="0" strike="noStrike" spc="-1" dirty="0" err="1">
                <a:solidFill>
                  <a:srgbClr val="7E8C94"/>
                </a:solidFill>
                <a:latin typeface="Consolas"/>
              </a:rPr>
              <a:t>Firely</a:t>
            </a:r>
            <a:r>
              <a:rPr lang="en-US" sz="1250" b="0" strike="noStrike" spc="-1" dirty="0">
                <a:solidFill>
                  <a:srgbClr val="7E8C94"/>
                </a:solidFill>
                <a:latin typeface="Consolas"/>
              </a:rPr>
              <a:t> SDK, then bridge into </a:t>
            </a:r>
            <a:r>
              <a:rPr lang="en-US" sz="1250" b="0" strike="noStrike" spc="-1" dirty="0" err="1">
                <a:solidFill>
                  <a:srgbClr val="7E8C94"/>
                </a:solidFill>
                <a:latin typeface="Consolas"/>
              </a:rPr>
              <a:t>Ignixa</a:t>
            </a:r>
            <a:endParaRPr lang="en-US" sz="1250" b="0" strike="noStrike" spc="-1" dirty="0">
              <a:solidFill>
                <a:srgbClr val="7E8C94"/>
              </a:solidFill>
              <a:latin typeface="Consolas"/>
            </a:endParaRPr>
          </a:p>
          <a:p>
            <a:pPr defTabSz="914400">
              <a:lnSpc>
                <a:spcPct val="100000"/>
              </a:lnSpc>
              <a:spcAft>
                <a:spcPts val="300"/>
              </a:spcAft>
            </a:pPr>
            <a:r>
              <a:rPr lang="en-US" sz="1250" b="0" strike="noStrike" spc="-1" dirty="0" err="1">
                <a:solidFill>
                  <a:srgbClr val="9FC9E8"/>
                </a:solidFill>
                <a:latin typeface="Consolas"/>
              </a:rPr>
              <a:t>ISourceNode</a:t>
            </a:r>
            <a:r>
              <a:rPr lang="en-US" sz="1250" b="0" strike="noStrike" spc="-1" dirty="0">
                <a:solidFill>
                  <a:srgbClr val="E7ECEF"/>
                </a:solidFill>
                <a:latin typeface="Consolas"/>
              </a:rPr>
              <a:t> node = </a:t>
            </a:r>
            <a:r>
              <a:rPr lang="en-US" sz="1250" b="0" strike="noStrike" spc="-1" dirty="0" err="1">
                <a:solidFill>
                  <a:srgbClr val="9FC9E8"/>
                </a:solidFill>
                <a:latin typeface="Consolas"/>
              </a:rPr>
              <a:t>FhirJsonNode</a:t>
            </a:r>
            <a:r>
              <a:rPr lang="en-US" sz="1250" b="0" strike="noStrike" spc="-1" dirty="0" err="1">
                <a:solidFill>
                  <a:srgbClr val="E7ECEF"/>
                </a:solidFill>
                <a:latin typeface="Consolas"/>
              </a:rPr>
              <a:t>.Parse</a:t>
            </a:r>
            <a:r>
              <a:rPr lang="en-US" sz="1250" b="0" strike="noStrike" spc="-1" dirty="0">
                <a:solidFill>
                  <a:srgbClr val="E7ECEF"/>
                </a:solidFill>
                <a:latin typeface="Consolas"/>
              </a:rPr>
              <a:t>(</a:t>
            </a:r>
            <a:r>
              <a:rPr lang="en-US" sz="1250" b="0" strike="noStrike" spc="-1" dirty="0" err="1">
                <a:solidFill>
                  <a:srgbClr val="E7ECEF"/>
                </a:solidFill>
                <a:latin typeface="Consolas"/>
              </a:rPr>
              <a:t>File.ReadAllText</a:t>
            </a:r>
            <a:r>
              <a:rPr lang="en-US" sz="1250" b="0" strike="noStrike" spc="-1" dirty="0">
                <a:solidFill>
                  <a:srgbClr val="E7ECEF"/>
                </a:solidFill>
                <a:latin typeface="Consolas"/>
              </a:rPr>
              <a:t>(</a:t>
            </a:r>
            <a:r>
              <a:rPr lang="en-US" sz="1250" b="0" strike="noStrike" spc="-1" dirty="0">
                <a:solidFill>
                  <a:srgbClr val="6FD0C8"/>
                </a:solidFill>
                <a:latin typeface="Consolas"/>
              </a:rPr>
              <a:t>"</a:t>
            </a:r>
            <a:r>
              <a:rPr lang="en-US" sz="1250" b="0" strike="noStrike" spc="-1" dirty="0" err="1">
                <a:solidFill>
                  <a:srgbClr val="6FD0C8"/>
                </a:solidFill>
                <a:latin typeface="Consolas"/>
              </a:rPr>
              <a:t>patient.json</a:t>
            </a:r>
            <a:r>
              <a:rPr lang="en-US" sz="1250" b="0" strike="noStrike" spc="-1" dirty="0">
                <a:solidFill>
                  <a:srgbClr val="6FD0C8"/>
                </a:solidFill>
                <a:latin typeface="Consolas"/>
              </a:rPr>
              <a:t>"</a:t>
            </a:r>
            <a:r>
              <a:rPr lang="en-US" sz="1250" b="0" strike="noStrike" spc="-1" dirty="0">
                <a:solidFill>
                  <a:srgbClr val="E7ECEF"/>
                </a:solidFill>
                <a:latin typeface="Consolas"/>
              </a:rPr>
              <a:t>));</a:t>
            </a:r>
          </a:p>
          <a:p>
            <a:pPr defTabSz="914400">
              <a:lnSpc>
                <a:spcPct val="100000"/>
              </a:lnSpc>
              <a:spcAft>
                <a:spcPts val="300"/>
              </a:spcAft>
            </a:pPr>
            <a:r>
              <a:rPr lang="en-US" sz="1250" b="0" strike="noStrike" spc="-1" dirty="0">
                <a:solidFill>
                  <a:srgbClr val="F29E4B"/>
                </a:solidFill>
                <a:latin typeface="Consolas"/>
              </a:rPr>
              <a:t>var</a:t>
            </a:r>
            <a:r>
              <a:rPr lang="en-US" sz="1250" b="0" strike="noStrike" spc="-1" dirty="0">
                <a:solidFill>
                  <a:srgbClr val="E7ECEF"/>
                </a:solidFill>
                <a:latin typeface="Consolas"/>
              </a:rPr>
              <a:t> patient = </a:t>
            </a:r>
            <a:r>
              <a:rPr lang="en-US" sz="1250" b="0" strike="noStrike" spc="-1" dirty="0" err="1">
                <a:solidFill>
                  <a:srgbClr val="E7ECEF"/>
                </a:solidFill>
                <a:latin typeface="Consolas"/>
              </a:rPr>
              <a:t>node.ToElement</a:t>
            </a:r>
            <a:r>
              <a:rPr lang="en-US" sz="1250" b="0" strike="noStrike" spc="-1" dirty="0">
                <a:solidFill>
                  <a:srgbClr val="E7ECEF"/>
                </a:solidFill>
                <a:latin typeface="Consolas"/>
              </a:rPr>
              <a:t>(schema);</a:t>
            </a:r>
          </a:p>
          <a:p>
            <a:pPr defTabSz="914400">
              <a:lnSpc>
                <a:spcPct val="100000"/>
              </a:lnSpc>
              <a:spcAft>
                <a:spcPts val="300"/>
              </a:spcAft>
            </a:pPr>
            <a:endParaRPr lang="en-US" sz="1250" b="0" strike="noStrike" spc="-1" dirty="0">
              <a:solidFill>
                <a:srgbClr val="E7ECEF"/>
              </a:solidFill>
              <a:latin typeface="Consolas"/>
            </a:endParaRPr>
          </a:p>
          <a:p>
            <a:pPr defTabSz="914400">
              <a:lnSpc>
                <a:spcPct val="100000"/>
              </a:lnSpc>
              <a:spcAft>
                <a:spcPts val="300"/>
              </a:spcAft>
            </a:pPr>
            <a:r>
              <a:rPr lang="en-US" sz="1250" b="0" strike="noStrike" spc="-1" dirty="0">
                <a:solidFill>
                  <a:srgbClr val="F29E4B"/>
                </a:solidFill>
                <a:latin typeface="Consolas"/>
              </a:rPr>
              <a:t>var</a:t>
            </a:r>
            <a:r>
              <a:rPr lang="en-US" sz="1250" b="0" strike="noStrike" spc="-1" dirty="0">
                <a:solidFill>
                  <a:srgbClr val="E7ECEF"/>
                </a:solidFill>
                <a:latin typeface="Consolas"/>
              </a:rPr>
              <a:t> evaluator = </a:t>
            </a:r>
            <a:r>
              <a:rPr lang="en-US" sz="1250" b="0" strike="noStrike" spc="-1" dirty="0">
                <a:solidFill>
                  <a:srgbClr val="F29E4B"/>
                </a:solidFill>
                <a:latin typeface="Consolas"/>
              </a:rPr>
              <a:t>new</a:t>
            </a:r>
            <a:r>
              <a:rPr lang="en-US" sz="1250" b="0" strike="noStrike" spc="-1" dirty="0">
                <a:solidFill>
                  <a:srgbClr val="E7ECEF"/>
                </a:solidFill>
                <a:latin typeface="Consolas"/>
              </a:rPr>
              <a:t> </a:t>
            </a:r>
            <a:r>
              <a:rPr lang="en-US" sz="1250" b="0" strike="noStrike" spc="-1" dirty="0" err="1">
                <a:solidFill>
                  <a:srgbClr val="9FC9E8"/>
                </a:solidFill>
                <a:latin typeface="Consolas"/>
              </a:rPr>
              <a:t>SqlOnFhirEvaluator</a:t>
            </a:r>
            <a:r>
              <a:rPr lang="en-US" sz="1250" b="0" strike="noStrike" spc="-1" dirty="0">
                <a:solidFill>
                  <a:srgbClr val="E7ECEF"/>
                </a:solidFill>
                <a:latin typeface="Consolas"/>
              </a:rPr>
              <a:t>();</a:t>
            </a:r>
          </a:p>
          <a:p>
            <a:pPr defTabSz="914400">
              <a:lnSpc>
                <a:spcPct val="100000"/>
              </a:lnSpc>
              <a:spcAft>
                <a:spcPts val="300"/>
              </a:spcAft>
            </a:pPr>
            <a:r>
              <a:rPr lang="en-US" sz="1250" b="0" strike="noStrike" spc="-1" dirty="0">
                <a:solidFill>
                  <a:srgbClr val="F29E4B"/>
                </a:solidFill>
                <a:latin typeface="Consolas"/>
              </a:rPr>
              <a:t>foreach</a:t>
            </a:r>
            <a:r>
              <a:rPr lang="en-US" sz="1250" b="0" strike="noStrike" spc="-1" dirty="0">
                <a:solidFill>
                  <a:srgbClr val="E7ECEF"/>
                </a:solidFill>
                <a:latin typeface="Consolas"/>
              </a:rPr>
              <a:t> (</a:t>
            </a:r>
            <a:r>
              <a:rPr lang="en-US" sz="1250" b="0" strike="noStrike" spc="-1" dirty="0">
                <a:solidFill>
                  <a:srgbClr val="F29E4B"/>
                </a:solidFill>
                <a:latin typeface="Consolas"/>
              </a:rPr>
              <a:t>var</a:t>
            </a:r>
            <a:r>
              <a:rPr lang="en-US" sz="1250" b="0" strike="noStrike" spc="-1" dirty="0">
                <a:solidFill>
                  <a:srgbClr val="E7ECEF"/>
                </a:solidFill>
                <a:latin typeface="Consolas"/>
              </a:rPr>
              <a:t> row </a:t>
            </a:r>
            <a:r>
              <a:rPr lang="en-US" sz="1250" b="0" strike="noStrike" spc="-1" dirty="0">
                <a:solidFill>
                  <a:srgbClr val="F29E4B"/>
                </a:solidFill>
                <a:latin typeface="Consolas"/>
              </a:rPr>
              <a:t>in</a:t>
            </a:r>
            <a:r>
              <a:rPr lang="en-US" sz="1250" b="0" strike="noStrike" spc="-1" dirty="0">
                <a:solidFill>
                  <a:srgbClr val="E7ECEF"/>
                </a:solidFill>
                <a:latin typeface="Consolas"/>
              </a:rPr>
              <a:t> </a:t>
            </a:r>
            <a:r>
              <a:rPr lang="en-US" sz="1250" b="0" strike="noStrike" spc="-1" dirty="0" err="1">
                <a:solidFill>
                  <a:srgbClr val="E7ECEF"/>
                </a:solidFill>
                <a:latin typeface="Consolas"/>
              </a:rPr>
              <a:t>evaluator.Evaluate</a:t>
            </a:r>
            <a:r>
              <a:rPr lang="en-US" sz="1250" b="0" strike="noStrike" spc="-1" dirty="0">
                <a:solidFill>
                  <a:srgbClr val="E7ECEF"/>
                </a:solidFill>
                <a:latin typeface="Consolas"/>
              </a:rPr>
              <a:t>(</a:t>
            </a:r>
            <a:r>
              <a:rPr lang="en-US" sz="1250" b="0" strike="noStrike" spc="-1" dirty="0" err="1">
                <a:solidFill>
                  <a:srgbClr val="E7ECEF"/>
                </a:solidFill>
                <a:latin typeface="Consolas"/>
              </a:rPr>
              <a:t>viewDef</a:t>
            </a:r>
            <a:r>
              <a:rPr lang="en-US" sz="1250" b="0" strike="noStrike" spc="-1" dirty="0">
                <a:solidFill>
                  <a:srgbClr val="E7ECEF"/>
                </a:solidFill>
                <a:latin typeface="Consolas"/>
              </a:rPr>
              <a:t>, patient))</a:t>
            </a:r>
          </a:p>
          <a:p>
            <a:pPr defTabSz="914400">
              <a:lnSpc>
                <a:spcPct val="100000"/>
              </a:lnSpc>
              <a:spcAft>
                <a:spcPts val="300"/>
              </a:spcAft>
            </a:pPr>
            <a:r>
              <a:rPr lang="en-US" sz="1250" b="0" strike="noStrike" spc="-1" dirty="0">
                <a:solidFill>
                  <a:srgbClr val="E7ECEF"/>
                </a:solidFill>
                <a:latin typeface="Consolas"/>
              </a:rPr>
              <a:t>    </a:t>
            </a:r>
            <a:r>
              <a:rPr lang="en-US" sz="1250" b="0" strike="noStrike" spc="-1" dirty="0" err="1">
                <a:solidFill>
                  <a:srgbClr val="E7ECEF"/>
                </a:solidFill>
                <a:latin typeface="Consolas"/>
              </a:rPr>
              <a:t>Console.WriteLine</a:t>
            </a:r>
            <a:r>
              <a:rPr lang="en-US" sz="1250" b="0" strike="noStrike" spc="-1" dirty="0">
                <a:solidFill>
                  <a:srgbClr val="E7ECEF"/>
                </a:solidFill>
                <a:latin typeface="Consolas"/>
              </a:rPr>
              <a:t>(</a:t>
            </a:r>
            <a:r>
              <a:rPr lang="en-US" sz="1250" b="0" strike="noStrike" spc="-1" dirty="0">
                <a:solidFill>
                  <a:srgbClr val="6FD0C8"/>
                </a:solidFill>
                <a:latin typeface="Consolas"/>
              </a:rPr>
              <a:t>$"{row["id"]} — {row["</a:t>
            </a:r>
            <a:r>
              <a:rPr lang="en-US" sz="1250" b="0" strike="noStrike" spc="-1" dirty="0" err="1">
                <a:solidFill>
                  <a:srgbClr val="6FD0C8"/>
                </a:solidFill>
                <a:latin typeface="Consolas"/>
              </a:rPr>
              <a:t>family_name</a:t>
            </a:r>
            <a:r>
              <a:rPr lang="en-US" sz="1250" b="0" strike="noStrike" spc="-1" dirty="0">
                <a:solidFill>
                  <a:srgbClr val="6FD0C8"/>
                </a:solidFill>
                <a:latin typeface="Consolas"/>
              </a:rPr>
              <a:t>"]}, {row["</a:t>
            </a:r>
            <a:r>
              <a:rPr lang="en-US" sz="1250" b="0" strike="noStrike" spc="-1" dirty="0" err="1">
                <a:solidFill>
                  <a:srgbClr val="6FD0C8"/>
                </a:solidFill>
                <a:latin typeface="Consolas"/>
              </a:rPr>
              <a:t>birth_date</a:t>
            </a:r>
            <a:r>
              <a:rPr lang="en-US" sz="1250" b="0" strike="noStrike" spc="-1" dirty="0">
                <a:solidFill>
                  <a:srgbClr val="6FD0C8"/>
                </a:solidFill>
                <a:latin typeface="Consolas"/>
              </a:rPr>
              <a:t>"]}"</a:t>
            </a:r>
            <a:r>
              <a:rPr lang="en-US" sz="1250" b="0" strike="noStrike" spc="-1" dirty="0">
                <a:solidFill>
                  <a:srgbClr val="E7ECEF"/>
                </a:solidFill>
                <a:latin typeface="Consolas"/>
              </a:rPr>
              <a:t>);</a:t>
            </a:r>
          </a:p>
        </p:txBody>
      </p:sp>
    </p:spTree>
    <p:extLst>
      <p:ext uri="{BB962C8B-B14F-4D97-AF65-F5344CB8AC3E}">
        <p14:creationId xmlns:p14="http://schemas.microsoft.com/office/powerpoint/2010/main" val="40319850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PlaceHolder 1"/>
          <p:cNvSpPr>
            <a:spLocks noGrp="1"/>
          </p:cNvSpPr>
          <p:nvPr>
            <p:ph type="title"/>
          </p:nvPr>
        </p:nvSpPr>
        <p:spPr>
          <a:xfrm>
            <a:off x="841320" y="1043640"/>
            <a:ext cx="10515240" cy="886320"/>
          </a:xfrm>
          <a:prstGeom prst="rect">
            <a:avLst/>
          </a:prstGeom>
          <a:noFill/>
          <a:ln w="0">
            <a:noFill/>
          </a:ln>
        </p:spPr>
        <p:txBody>
          <a:bodyPr lIns="0" tIns="45000" rIns="90000" bIns="45000" anchor="t">
            <a:noAutofit/>
          </a:bodyPr>
          <a:lstStyle/>
          <a:p>
            <a:pPr indent="0" defTabSz="914400">
              <a:lnSpc>
                <a:spcPct val="90000"/>
              </a:lnSpc>
              <a:buNone/>
            </a:pPr>
            <a:r>
              <a:rPr lang="en-US" sz="3600" b="0" strike="noStrike" spc="-1">
                <a:solidFill>
                  <a:srgbClr val="0091B9"/>
                </a:solidFill>
                <a:latin typeface="Calibri"/>
                <a:ea typeface="Calibri"/>
              </a:rPr>
              <a:t>Let’s run it.</a:t>
            </a:r>
            <a:endParaRPr lang="en-US" sz="3600" b="0" strike="noStrike" spc="-1">
              <a:solidFill>
                <a:schemeClr val="dk1"/>
              </a:solidFill>
              <a:latin typeface="Calibri"/>
            </a:endParaRPr>
          </a:p>
        </p:txBody>
      </p:sp>
      <p:sp>
        <p:nvSpPr>
          <p:cNvPr id="278" name="TextBox 2"/>
          <p:cNvSpPr/>
          <p:nvPr/>
        </p:nvSpPr>
        <p:spPr>
          <a:xfrm>
            <a:off x="841320" y="1554480"/>
            <a:ext cx="10506240" cy="18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spcAft>
                <a:spcPts val="201"/>
              </a:spcAft>
            </a:pPr>
            <a:r>
              <a:rPr lang="en-US" sz="1200" b="1" strike="noStrike" spc="-1" dirty="0">
                <a:solidFill>
                  <a:srgbClr val="F26B21"/>
                </a:solidFill>
                <a:latin typeface="Calibri"/>
              </a:rPr>
              <a:t>DEMO · CLI</a:t>
            </a:r>
            <a:endParaRPr lang="en-US" sz="1200" b="0" strike="noStrike" spc="-1" dirty="0">
              <a:solidFill>
                <a:srgbClr val="000000"/>
              </a:solidFill>
              <a:latin typeface="Arial"/>
            </a:endParaRPr>
          </a:p>
        </p:txBody>
      </p:sp>
      <p:pic>
        <p:nvPicPr>
          <p:cNvPr id="279" name="Picture 3" descr="terminal.png"/>
          <p:cNvPicPr/>
          <p:nvPr/>
        </p:nvPicPr>
        <p:blipFill>
          <a:blip r:embed="rId3"/>
          <a:stretch/>
        </p:blipFill>
        <p:spPr>
          <a:xfrm>
            <a:off x="841320" y="2331720"/>
            <a:ext cx="914040" cy="914040"/>
          </a:xfrm>
          <a:prstGeom prst="rect">
            <a:avLst/>
          </a:prstGeom>
          <a:ln w="0">
            <a:noFill/>
          </a:ln>
        </p:spPr>
      </p:pic>
      <p:sp>
        <p:nvSpPr>
          <p:cNvPr id="280" name="TextBox 4"/>
          <p:cNvSpPr/>
          <p:nvPr/>
        </p:nvSpPr>
        <p:spPr>
          <a:xfrm>
            <a:off x="2075760" y="2605320"/>
            <a:ext cx="8229240" cy="457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914400">
              <a:lnSpc>
                <a:spcPct val="100000"/>
              </a:lnSpc>
              <a:spcAft>
                <a:spcPts val="201"/>
              </a:spcAft>
            </a:pPr>
            <a:r>
              <a:rPr lang="en-US" sz="3000" b="1" strike="noStrike" spc="-1">
                <a:solidFill>
                  <a:srgbClr val="222A2E"/>
                </a:solidFill>
                <a:latin typeface="Calibri"/>
              </a:rPr>
              <a:t>preview  →  validate  →  run  →  batch</a:t>
            </a:r>
            <a:endParaRPr lang="en-US" sz="3000" b="0" strike="noStrike" spc="-1">
              <a:solidFill>
                <a:srgbClr val="000000"/>
              </a:solidFill>
              <a:latin typeface="Arial"/>
            </a:endParaRPr>
          </a:p>
        </p:txBody>
      </p:sp>
      <p:sp>
        <p:nvSpPr>
          <p:cNvPr id="281" name="Rounded Rectangle 5"/>
          <p:cNvSpPr/>
          <p:nvPr/>
        </p:nvSpPr>
        <p:spPr>
          <a:xfrm>
            <a:off x="841320" y="3703320"/>
            <a:ext cx="10506240" cy="2148480"/>
          </a:xfrm>
          <a:prstGeom prst="roundRect">
            <a:avLst>
              <a:gd name="adj" fmla="val 4000"/>
            </a:avLst>
          </a:prstGeom>
          <a:solidFill>
            <a:srgbClr val="1B2A33"/>
          </a:solidFill>
          <a:ln>
            <a:noFill/>
          </a:ln>
          <a:effectLst>
            <a:outerShdw blurRad="90000" dist="38160" dir="5400000" rotWithShape="0">
              <a:srgbClr val="1B2A33">
                <a:alpha val="18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282" name="TextBox 6"/>
          <p:cNvSpPr/>
          <p:nvPr/>
        </p:nvSpPr>
        <p:spPr>
          <a:xfrm>
            <a:off x="1207080" y="3931920"/>
            <a:ext cx="9774720" cy="974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20000"/>
              </a:lnSpc>
              <a:spcAft>
                <a:spcPts val="300"/>
              </a:spcAft>
            </a:pPr>
            <a:r>
              <a:rPr lang="en-US" sz="1300" b="0" strike="noStrike" spc="-1">
                <a:solidFill>
                  <a:srgbClr val="7E8C94"/>
                </a:solidFill>
                <a:latin typeface="Consolas"/>
              </a:rPr>
              <a:t># data pre-staged in demo/data/  (NDJSON patients +</a:t>
            </a:r>
            <a:endParaRPr lang="en-US" sz="1300" b="0" strike="noStrike" spc="-1">
              <a:solidFill>
                <a:srgbClr val="000000"/>
              </a:solidFill>
              <a:latin typeface="Arial"/>
            </a:endParaRPr>
          </a:p>
          <a:p>
            <a:pPr defTabSz="914400">
              <a:lnSpc>
                <a:spcPct val="120000"/>
              </a:lnSpc>
              <a:spcAft>
                <a:spcPts val="300"/>
              </a:spcAft>
            </a:pPr>
            <a:r>
              <a:rPr lang="en-US" sz="1300" b="0" strike="noStrike" spc="-1">
                <a:solidFill>
                  <a:srgbClr val="7E8C94"/>
                </a:solidFill>
                <a:latin typeface="Consolas"/>
              </a:rPr>
              <a:t>#  a patient ViewDefinition, generated by Ignixa.FhirFakes)</a:t>
            </a:r>
            <a:endParaRPr lang="en-US" sz="1300" b="0" strike="noStrike" spc="-1">
              <a:solidFill>
                <a:srgbClr val="000000"/>
              </a:solidFill>
              <a:latin typeface="Arial"/>
            </a:endParaRPr>
          </a:p>
          <a:p>
            <a:pPr defTabSz="914400">
              <a:lnSpc>
                <a:spcPct val="120000"/>
              </a:lnSpc>
              <a:spcAft>
                <a:spcPts val="300"/>
              </a:spcAft>
            </a:pPr>
            <a:r>
              <a:rPr lang="en-US" sz="700" b="0" strike="noStrike" spc="-1">
                <a:solidFill>
                  <a:srgbClr val="E7ECEF"/>
                </a:solidFill>
                <a:latin typeface="Consolas"/>
              </a:rPr>
              <a:t> </a:t>
            </a:r>
            <a:endParaRPr lang="en-US" sz="700" b="0" strike="noStrike" spc="-1">
              <a:solidFill>
                <a:srgbClr val="000000"/>
              </a:solidFill>
              <a:latin typeface="Arial"/>
            </a:endParaRPr>
          </a:p>
          <a:p>
            <a:pPr defTabSz="914400">
              <a:lnSpc>
                <a:spcPct val="120000"/>
              </a:lnSpc>
              <a:spcAft>
                <a:spcPts val="300"/>
              </a:spcAft>
            </a:pPr>
            <a:r>
              <a:rPr lang="en-US" sz="1400" b="1" strike="noStrike" spc="-1">
                <a:solidFill>
                  <a:srgbClr val="F26B21"/>
                </a:solidFill>
                <a:latin typeface="Consolas"/>
              </a:rPr>
              <a:t>$ </a:t>
            </a:r>
            <a:r>
              <a:rPr lang="en-US" sz="1400" b="0" strike="noStrike" spc="-1">
                <a:solidFill>
                  <a:srgbClr val="E7ECEF"/>
                </a:solidFill>
                <a:latin typeface="Consolas"/>
              </a:rPr>
              <a:t>ignixa-sqlonfhir </a:t>
            </a:r>
            <a:r>
              <a:rPr lang="en-US" sz="1400" b="1" strike="noStrike" spc="-1">
                <a:solidFill>
                  <a:srgbClr val="F29E4B"/>
                </a:solidFill>
                <a:latin typeface="Consolas"/>
              </a:rPr>
              <a:t>r4</a:t>
            </a:r>
            <a:r>
              <a:rPr lang="en-US" sz="1400" b="0" strike="noStrike" spc="-1">
                <a:solidFill>
                  <a:srgbClr val="E7ECEF"/>
                </a:solidFill>
                <a:latin typeface="Consolas"/>
              </a:rPr>
              <a:t> preview --views patient-view.json</a:t>
            </a:r>
            <a:endParaRPr lang="en-US" sz="1400" b="0" strike="noStrike" spc="-1">
              <a:solidFill>
                <a:srgbClr val="000000"/>
              </a:solidFill>
              <a:latin typeface="Arial"/>
            </a:endParaRPr>
          </a:p>
        </p:txBody>
      </p:sp>
      <p:sp>
        <p:nvSpPr>
          <p:cNvPr id="180" name="CrossPromo"/>
          <p:cNvSpPr/>
          <p:nvPr/>
        </p:nvSpPr>
        <p:spPr>
          <a:xfrm>
            <a:off x="841320" y="6030000"/>
            <a:ext cx="10506240" cy="280000"/>
          </a:xfrm>
          <a:prstGeom prst="rect">
            <a:avLst/>
          </a:prstGeom>
          <a:noFill/>
          <a:ln w="0">
            <a:noFill/>
          </a:ln>
        </p:spPr>
        <p:txBody>
          <a:bodyPr lIns="0" tIns="0" rIns="0" bIns="0" anchor="t"/>
          <a:lstStyle/>
          <a:p>
            <a:r>
              <a:rPr lang="en-US" sz="1300" b="1" i="1" spc="-1" dirty="0">
                <a:solidFill>
                  <a:srgbClr val="5C6B73"/>
                </a:solidFill>
                <a:latin typeface="Calibri"/>
              </a:rPr>
              <a:t>The test data is generated with </a:t>
            </a:r>
            <a:r>
              <a:rPr lang="en-US" sz="1300" b="1" i="1" spc="-1" dirty="0" err="1">
                <a:solidFill>
                  <a:srgbClr val="5C6B73"/>
                </a:solidFill>
                <a:latin typeface="Calibri"/>
              </a:rPr>
              <a:t>Ignixa.FhirFakes</a:t>
            </a:r>
            <a:r>
              <a:rPr lang="en-US" sz="1300" b="1" i="1" spc="-1" dirty="0">
                <a:solidFill>
                  <a:srgbClr val="5C6B73"/>
                </a:solidFill>
                <a:latin typeface="Calibri"/>
              </a:rPr>
              <a:t> </a:t>
            </a:r>
            <a:r>
              <a:rPr lang="en-US" sz="1300" i="1" spc="-1" dirty="0">
                <a:solidFill>
                  <a:srgbClr val="5C6B73"/>
                </a:solidFill>
                <a:latin typeface="Calibri"/>
              </a:rPr>
              <a:t>— full story in </a:t>
            </a:r>
            <a:r>
              <a:rPr lang="en-US" sz="1300" b="1" i="1" spc="-1" dirty="0">
                <a:solidFill>
                  <a:srgbClr val="006E8C"/>
                </a:solidFill>
                <a:latin typeface="Calibri"/>
              </a:rPr>
              <a:t>“Fluent, Fast, and Fake” — tomorrow (Jun 17), 9:15 AM · Ski-U-Mah</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 name="PlaceHolder 1"/>
          <p:cNvSpPr>
            <a:spLocks noGrp="1"/>
          </p:cNvSpPr>
          <p:nvPr>
            <p:ph type="title"/>
          </p:nvPr>
        </p:nvSpPr>
        <p:spPr>
          <a:xfrm>
            <a:off x="841320" y="1043640"/>
            <a:ext cx="10515240" cy="886320"/>
          </a:xfrm>
          <a:prstGeom prst="rect">
            <a:avLst/>
          </a:prstGeom>
          <a:noFill/>
          <a:ln w="0">
            <a:noFill/>
          </a:ln>
        </p:spPr>
        <p:txBody>
          <a:bodyPr lIns="0" tIns="45000" rIns="90000" bIns="45000" anchor="t">
            <a:noAutofit/>
          </a:bodyPr>
          <a:lstStyle/>
          <a:p>
            <a:pPr indent="0" defTabSz="914400">
              <a:lnSpc>
                <a:spcPct val="90000"/>
              </a:lnSpc>
              <a:buNone/>
            </a:pPr>
            <a:r>
              <a:rPr lang="en-US" sz="3600" b="0" strike="noStrike" spc="-1">
                <a:solidFill>
                  <a:srgbClr val="0091B9"/>
                </a:solidFill>
                <a:latin typeface="Calibri"/>
                <a:ea typeface="Calibri"/>
              </a:rPr>
              <a:t>CLI quick reference</a:t>
            </a:r>
            <a:endParaRPr lang="en-US" sz="3600" b="0" strike="noStrike" spc="-1">
              <a:solidFill>
                <a:schemeClr val="dk1"/>
              </a:solidFill>
              <a:latin typeface="Calibri"/>
            </a:endParaRPr>
          </a:p>
        </p:txBody>
      </p:sp>
      <p:sp>
        <p:nvSpPr>
          <p:cNvPr id="284" name="TextBox 2"/>
          <p:cNvSpPr/>
          <p:nvPr/>
        </p:nvSpPr>
        <p:spPr>
          <a:xfrm>
            <a:off x="841320" y="1554480"/>
            <a:ext cx="10506240" cy="18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spcAft>
                <a:spcPts val="201"/>
              </a:spcAft>
            </a:pPr>
            <a:r>
              <a:rPr lang="en-US" sz="1200" b="1" strike="noStrike" spc="-1">
                <a:solidFill>
                  <a:srgbClr val="F26B21"/>
                </a:solidFill>
                <a:latin typeface="Calibri"/>
              </a:rPr>
              <a:t>KEEP THIS UP DURING THE DEMO</a:t>
            </a:r>
            <a:endParaRPr lang="en-US" sz="1200" b="0" strike="noStrike" spc="-1">
              <a:solidFill>
                <a:srgbClr val="000000"/>
              </a:solidFill>
              <a:latin typeface="Arial"/>
            </a:endParaRPr>
          </a:p>
        </p:txBody>
      </p:sp>
      <p:graphicFrame>
        <p:nvGraphicFramePr>
          <p:cNvPr id="285" name="Table 3"/>
          <p:cNvGraphicFramePr/>
          <p:nvPr>
            <p:extLst>
              <p:ext uri="{D42A27DB-BD31-4B8C-83A1-F6EECF244321}">
                <p14:modId xmlns:p14="http://schemas.microsoft.com/office/powerpoint/2010/main" val="2469928252"/>
              </p:ext>
            </p:extLst>
          </p:nvPr>
        </p:nvGraphicFramePr>
        <p:xfrm>
          <a:off x="841320" y="2121480"/>
          <a:ext cx="10515600" cy="2706480"/>
        </p:xfrm>
        <a:graphic>
          <a:graphicData uri="http://schemas.openxmlformats.org/drawingml/2006/table">
            <a:tbl>
              <a:tblPr/>
              <a:tblGrid>
                <a:gridCol w="612648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tblGrid>
              <a:tr h="420480">
                <a:tc>
                  <a:txBody>
                    <a:bodyPr/>
                    <a:lstStyle/>
                    <a:p>
                      <a:pPr defTabSz="914400">
                        <a:lnSpc>
                          <a:spcPct val="100000"/>
                        </a:lnSpc>
                      </a:pPr>
                      <a:r>
                        <a:rPr lang="en-US" sz="1250" b="1" strike="noStrike" spc="-1">
                          <a:solidFill>
                            <a:srgbClr val="FFFFFF"/>
                          </a:solidFill>
                          <a:latin typeface="Calibri"/>
                        </a:rPr>
                        <a:t>Command</a:t>
                      </a:r>
                      <a:endParaRPr lang="en-US" sz="1250" b="0" strike="noStrike" spc="-1">
                        <a:solidFill>
                          <a:srgbClr val="FFFFFF"/>
                        </a:solidFill>
                        <a:latin typeface="Arial"/>
                      </a:endParaRPr>
                    </a:p>
                  </a:txBody>
                  <a:tcPr marR="730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91B9"/>
                    </a:solidFill>
                  </a:tcPr>
                </a:tc>
                <a:tc>
                  <a:txBody>
                    <a:bodyPr/>
                    <a:lstStyle/>
                    <a:p>
                      <a:pPr defTabSz="914400">
                        <a:lnSpc>
                          <a:spcPct val="100000"/>
                        </a:lnSpc>
                      </a:pPr>
                      <a:r>
                        <a:rPr lang="en-US" sz="1250" b="1" strike="noStrike" spc="-1">
                          <a:solidFill>
                            <a:srgbClr val="FFFFFF"/>
                          </a:solidFill>
                          <a:latin typeface="Calibri"/>
                        </a:rPr>
                        <a:t>What it does</a:t>
                      </a:r>
                      <a:endParaRPr lang="en-US" sz="1250" b="0" strike="noStrike" spc="-1">
                        <a:solidFill>
                          <a:srgbClr val="FFFFFF"/>
                        </a:solidFill>
                        <a:latin typeface="Arial"/>
                      </a:endParaRPr>
                    </a:p>
                  </a:txBody>
                  <a:tcPr marR="730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91B9"/>
                    </a:solidFill>
                  </a:tcPr>
                </a:tc>
                <a:extLst>
                  <a:ext uri="{0D108BD9-81ED-4DB2-BD59-A6C34878D82A}">
                    <a16:rowId xmlns:a16="http://schemas.microsoft.com/office/drawing/2014/main" val="10000"/>
                  </a:ext>
                </a:extLst>
              </a:tr>
              <a:tr h="457200">
                <a:tc>
                  <a:txBody>
                    <a:bodyPr/>
                    <a:lstStyle/>
                    <a:p>
                      <a:pPr defTabSz="914400">
                        <a:lnSpc>
                          <a:spcPct val="100000"/>
                        </a:lnSpc>
                      </a:pPr>
                      <a:r>
                        <a:rPr lang="en-US" sz="1150" b="0" strike="noStrike" spc="-1">
                          <a:solidFill>
                            <a:srgbClr val="444A4D"/>
                          </a:solidFill>
                          <a:latin typeface="Consolas"/>
                        </a:rPr>
                        <a:t>ignixa-sqlonfhir r4 preview --views &lt;file&gt;</a:t>
                      </a:r>
                      <a:endParaRPr lang="en-US" sz="1150" b="0" strike="noStrike" spc="-1">
                        <a:solidFill>
                          <a:srgbClr val="000000"/>
                        </a:solidFill>
                        <a:latin typeface="Arial"/>
                      </a:endParaRPr>
                    </a:p>
                  </a:txBody>
                  <a:tcPr marR="730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pPr>
                      <a:r>
                        <a:rPr lang="en-US" sz="1150" b="0" strike="noStrike" spc="-1">
                          <a:solidFill>
                            <a:srgbClr val="444A4D"/>
                          </a:solidFill>
                          <a:latin typeface="Calibri"/>
                        </a:rPr>
                        <a:t>Show schema without data</a:t>
                      </a:r>
                      <a:endParaRPr lang="en-US" sz="1150" b="0" strike="noStrike" spc="-1">
                        <a:solidFill>
                          <a:srgbClr val="000000"/>
                        </a:solidFill>
                        <a:latin typeface="Arial"/>
                      </a:endParaRPr>
                    </a:p>
                  </a:txBody>
                  <a:tcPr marR="730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extLst>
                  <a:ext uri="{0D108BD9-81ED-4DB2-BD59-A6C34878D82A}">
                    <a16:rowId xmlns:a16="http://schemas.microsoft.com/office/drawing/2014/main" val="10001"/>
                  </a:ext>
                </a:extLst>
              </a:tr>
              <a:tr h="457200">
                <a:tc>
                  <a:txBody>
                    <a:bodyPr/>
                    <a:lstStyle/>
                    <a:p>
                      <a:pPr defTabSz="914400">
                        <a:lnSpc>
                          <a:spcPct val="100000"/>
                        </a:lnSpc>
                      </a:pPr>
                      <a:r>
                        <a:rPr lang="en-US" sz="1150" b="0" strike="noStrike" spc="-1">
                          <a:solidFill>
                            <a:srgbClr val="444A4D"/>
                          </a:solidFill>
                          <a:latin typeface="Consolas"/>
                        </a:rPr>
                        <a:t>… preview --views &lt;f&gt; --input &lt;f&gt; --rows 10</a:t>
                      </a:r>
                      <a:endParaRPr lang="en-US" sz="1150" b="0" strike="noStrike" spc="-1">
                        <a:solidFill>
                          <a:srgbClr val="000000"/>
                        </a:solidFill>
                        <a:latin typeface="Arial"/>
                      </a:endParaRPr>
                    </a:p>
                  </a:txBody>
                  <a:tcPr marR="730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F7F9"/>
                    </a:solidFill>
                  </a:tcPr>
                </a:tc>
                <a:tc>
                  <a:txBody>
                    <a:bodyPr/>
                    <a:lstStyle/>
                    <a:p>
                      <a:pPr defTabSz="914400">
                        <a:lnSpc>
                          <a:spcPct val="100000"/>
                        </a:lnSpc>
                      </a:pPr>
                      <a:r>
                        <a:rPr lang="en-US" sz="1150" b="0" strike="noStrike" spc="-1">
                          <a:solidFill>
                            <a:srgbClr val="444A4D"/>
                          </a:solidFill>
                          <a:latin typeface="Calibri"/>
                        </a:rPr>
                        <a:t>Show sample rows</a:t>
                      </a:r>
                      <a:endParaRPr lang="en-US" sz="1150" b="0" strike="noStrike" spc="-1">
                        <a:solidFill>
                          <a:srgbClr val="000000"/>
                        </a:solidFill>
                        <a:latin typeface="Arial"/>
                      </a:endParaRPr>
                    </a:p>
                  </a:txBody>
                  <a:tcPr marR="730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F7F9"/>
                    </a:solidFill>
                  </a:tcPr>
                </a:tc>
                <a:extLst>
                  <a:ext uri="{0D108BD9-81ED-4DB2-BD59-A6C34878D82A}">
                    <a16:rowId xmlns:a16="http://schemas.microsoft.com/office/drawing/2014/main" val="10002"/>
                  </a:ext>
                </a:extLst>
              </a:tr>
              <a:tr h="457200">
                <a:tc>
                  <a:txBody>
                    <a:bodyPr/>
                    <a:lstStyle/>
                    <a:p>
                      <a:pPr defTabSz="914400">
                        <a:lnSpc>
                          <a:spcPct val="100000"/>
                        </a:lnSpc>
                      </a:pPr>
                      <a:r>
                        <a:rPr lang="en-US" sz="1150" b="0" strike="noStrike" spc="-1">
                          <a:solidFill>
                            <a:srgbClr val="444A4D"/>
                          </a:solidFill>
                          <a:latin typeface="Consolas"/>
                        </a:rPr>
                        <a:t>ignixa-sqlonfhir r4 validate --views &lt;dir&gt;</a:t>
                      </a:r>
                      <a:endParaRPr lang="en-US" sz="1150" b="0" strike="noStrike" spc="-1">
                        <a:solidFill>
                          <a:srgbClr val="000000"/>
                        </a:solidFill>
                        <a:latin typeface="Arial"/>
                      </a:endParaRPr>
                    </a:p>
                  </a:txBody>
                  <a:tcPr marR="730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pPr>
                      <a:r>
                        <a:rPr lang="en-US" sz="1150" b="0" strike="noStrike" spc="-1">
                          <a:solidFill>
                            <a:srgbClr val="444A4D"/>
                          </a:solidFill>
                          <a:latin typeface="Calibri"/>
                        </a:rPr>
                        <a:t>Validate all ViewDefinitions</a:t>
                      </a:r>
                      <a:endParaRPr lang="en-US" sz="1150" b="0" strike="noStrike" spc="-1">
                        <a:solidFill>
                          <a:srgbClr val="000000"/>
                        </a:solidFill>
                        <a:latin typeface="Arial"/>
                      </a:endParaRPr>
                    </a:p>
                  </a:txBody>
                  <a:tcPr marR="730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extLst>
                  <a:ext uri="{0D108BD9-81ED-4DB2-BD59-A6C34878D82A}">
                    <a16:rowId xmlns:a16="http://schemas.microsoft.com/office/drawing/2014/main" val="10003"/>
                  </a:ext>
                </a:extLst>
              </a:tr>
              <a:tr h="457200">
                <a:tc>
                  <a:txBody>
                    <a:bodyPr/>
                    <a:lstStyle/>
                    <a:p>
                      <a:pPr defTabSz="914400">
                        <a:lnSpc>
                          <a:spcPct val="100000"/>
                        </a:lnSpc>
                      </a:pPr>
                      <a:r>
                        <a:rPr lang="en-US" sz="1150" b="0" strike="noStrike" spc="-1" dirty="0">
                          <a:solidFill>
                            <a:srgbClr val="444A4D"/>
                          </a:solidFill>
                          <a:latin typeface="Consolas"/>
                        </a:rPr>
                        <a:t>… run --views &lt;</a:t>
                      </a:r>
                      <a:r>
                        <a:rPr lang="en-US" sz="1150" b="0" strike="noStrike" spc="-1" dirty="0" err="1">
                          <a:solidFill>
                            <a:srgbClr val="444A4D"/>
                          </a:solidFill>
                          <a:latin typeface="Consolas"/>
                        </a:rPr>
                        <a:t>dir</a:t>
                      </a:r>
                      <a:r>
                        <a:rPr lang="en-US" sz="1150" b="0" strike="noStrike" spc="-1" dirty="0">
                          <a:solidFill>
                            <a:srgbClr val="444A4D"/>
                          </a:solidFill>
                          <a:latin typeface="Consolas"/>
                        </a:rPr>
                        <a:t>&gt; --input &lt;</a:t>
                      </a:r>
                      <a:r>
                        <a:rPr lang="en-US" sz="1150" b="0" strike="noStrike" spc="-1" dirty="0" err="1">
                          <a:solidFill>
                            <a:srgbClr val="444A4D"/>
                          </a:solidFill>
                          <a:latin typeface="Consolas"/>
                        </a:rPr>
                        <a:t>dir</a:t>
                      </a:r>
                      <a:r>
                        <a:rPr lang="en-US" sz="1150" b="0" strike="noStrike" spc="-1" dirty="0">
                          <a:solidFill>
                            <a:srgbClr val="444A4D"/>
                          </a:solidFill>
                          <a:latin typeface="Consolas"/>
                        </a:rPr>
                        <a:t>&gt; --out d/ --format csv</a:t>
                      </a:r>
                      <a:endParaRPr lang="en-US" sz="1150" b="0" strike="noStrike" spc="-1" dirty="0">
                        <a:solidFill>
                          <a:srgbClr val="000000"/>
                        </a:solidFill>
                        <a:latin typeface="Arial"/>
                      </a:endParaRPr>
                    </a:p>
                  </a:txBody>
                  <a:tcPr marR="73080" anchor="ctr">
                    <a:lnL w="12240">
                      <a:solidFill>
                        <a:srgbClr val="FFFFFF"/>
                      </a:solidFill>
                      <a:prstDash val="solid"/>
                    </a:lnL>
                    <a:lnR w="12240" cap="flat" cmpd="sng" algn="ctr">
                      <a:solidFill>
                        <a:srgbClr val="FFFFFF"/>
                      </a:solidFill>
                      <a:prstDash val="solid"/>
                      <a:round/>
                      <a:headEnd type="none" w="med" len="med"/>
                      <a:tailEnd type="none" w="med" len="med"/>
                    </a:lnR>
                    <a:lnT w="12240" cap="flat" cmpd="sng" algn="ctr">
                      <a:solidFill>
                        <a:srgbClr val="FFFFFF"/>
                      </a:solidFill>
                      <a:prstDash val="solid"/>
                      <a:round/>
                      <a:headEnd type="none" w="med" len="med"/>
                      <a:tailEnd type="none" w="med" len="med"/>
                    </a:lnT>
                    <a:lnB w="12240">
                      <a:solidFill>
                        <a:srgbClr val="FFFFFF"/>
                      </a:solidFill>
                      <a:prstDash val="solid"/>
                    </a:lnB>
                    <a:solidFill>
                      <a:srgbClr val="FFFFFF"/>
                    </a:solidFill>
                  </a:tcPr>
                </a:tc>
                <a:tc>
                  <a:txBody>
                    <a:bodyPr/>
                    <a:lstStyle/>
                    <a:p>
                      <a:pPr defTabSz="914400">
                        <a:lnSpc>
                          <a:spcPct val="100000"/>
                        </a:lnSpc>
                      </a:pPr>
                      <a:r>
                        <a:rPr lang="en-US" sz="1150" b="0" strike="noStrike" spc="-1" dirty="0">
                          <a:solidFill>
                            <a:srgbClr val="444A4D"/>
                          </a:solidFill>
                          <a:latin typeface="Calibri"/>
                        </a:rPr>
                        <a:t>Batch CSV output</a:t>
                      </a:r>
                      <a:endParaRPr lang="en-US" sz="1150" b="0" strike="noStrike" spc="-1" dirty="0">
                        <a:solidFill>
                          <a:srgbClr val="000000"/>
                        </a:solidFill>
                        <a:latin typeface="Arial"/>
                      </a:endParaRPr>
                    </a:p>
                  </a:txBody>
                  <a:tcPr marR="73080" anchor="ctr">
                    <a:lnL w="12240" cap="flat" cmpd="sng" algn="ctr">
                      <a:solidFill>
                        <a:srgbClr val="FFFFFF"/>
                      </a:solidFill>
                      <a:prstDash val="solid"/>
                      <a:round/>
                      <a:headEnd type="none" w="med" len="med"/>
                      <a:tailEnd type="none" w="med" len="med"/>
                    </a:lnL>
                    <a:lnR w="12240">
                      <a:solidFill>
                        <a:srgbClr val="FFFFFF"/>
                      </a:solidFill>
                      <a:prstDash val="solid"/>
                    </a:lnR>
                    <a:lnT w="12240" cap="flat" cmpd="sng" algn="ctr">
                      <a:solidFill>
                        <a:srgbClr val="FFFFFF"/>
                      </a:solidFill>
                      <a:prstDash val="solid"/>
                      <a:round/>
                      <a:headEnd type="none" w="med" len="med"/>
                      <a:tailEnd type="none" w="med" len="med"/>
                    </a:lnT>
                    <a:lnB w="12240">
                      <a:solidFill>
                        <a:srgbClr val="FFFFFF"/>
                      </a:solidFill>
                      <a:prstDash val="solid"/>
                    </a:lnB>
                    <a:solidFill>
                      <a:srgbClr val="FFFFFF"/>
                    </a:solidFill>
                  </a:tcPr>
                </a:tc>
                <a:extLst>
                  <a:ext uri="{0D108BD9-81ED-4DB2-BD59-A6C34878D82A}">
                    <a16:rowId xmlns:a16="http://schemas.microsoft.com/office/drawing/2014/main" val="10005"/>
                  </a:ext>
                </a:extLst>
              </a:tr>
              <a:tr h="457200">
                <a:tc>
                  <a:txBody>
                    <a:bodyPr/>
                    <a:lstStyle/>
                    <a:p>
                      <a:pPr defTabSz="914400">
                        <a:lnSpc>
                          <a:spcPct val="100000"/>
                        </a:lnSpc>
                      </a:pPr>
                      <a:r>
                        <a:rPr lang="en-US" sz="1150" b="0" strike="noStrike" spc="-1">
                          <a:solidFill>
                            <a:srgbClr val="444A4D"/>
                          </a:solidFill>
                          <a:latin typeface="Consolas"/>
                        </a:rPr>
                        <a:t>--var name=value</a:t>
                      </a:r>
                      <a:endParaRPr lang="en-US" sz="1150" b="0" strike="noStrike" spc="-1">
                        <a:solidFill>
                          <a:srgbClr val="000000"/>
                        </a:solidFill>
                        <a:latin typeface="Arial"/>
                      </a:endParaRPr>
                    </a:p>
                  </a:txBody>
                  <a:tcPr marR="730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F7F9"/>
                    </a:solidFill>
                  </a:tcPr>
                </a:tc>
                <a:tc>
                  <a:txBody>
                    <a:bodyPr/>
                    <a:lstStyle/>
                    <a:p>
                      <a:pPr defTabSz="914400">
                        <a:lnSpc>
                          <a:spcPct val="100000"/>
                        </a:lnSpc>
                      </a:pPr>
                      <a:r>
                        <a:rPr lang="en-US" sz="1150" b="0" strike="noStrike" spc="-1" dirty="0">
                          <a:solidFill>
                            <a:srgbClr val="444A4D"/>
                          </a:solidFill>
                          <a:latin typeface="Calibri"/>
                        </a:rPr>
                        <a:t>Override </a:t>
                      </a:r>
                      <a:r>
                        <a:rPr lang="en-US" sz="1150" b="0" strike="noStrike" spc="-1" dirty="0" err="1">
                          <a:solidFill>
                            <a:srgbClr val="444A4D"/>
                          </a:solidFill>
                          <a:latin typeface="Calibri"/>
                        </a:rPr>
                        <a:t>ViewDefinition</a:t>
                      </a:r>
                      <a:r>
                        <a:rPr lang="en-US" sz="1150" b="0" strike="noStrike" spc="-1" dirty="0">
                          <a:solidFill>
                            <a:srgbClr val="444A4D"/>
                          </a:solidFill>
                          <a:latin typeface="Calibri"/>
                        </a:rPr>
                        <a:t> constants at runtime</a:t>
                      </a:r>
                      <a:endParaRPr lang="en-US" sz="1150" b="0" strike="noStrike" spc="-1" dirty="0">
                        <a:solidFill>
                          <a:srgbClr val="000000"/>
                        </a:solidFill>
                        <a:latin typeface="Arial"/>
                      </a:endParaRPr>
                    </a:p>
                  </a:txBody>
                  <a:tcPr marR="730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F7F9"/>
                    </a:solidFill>
                  </a:tcPr>
                </a:tc>
                <a:extLst>
                  <a:ext uri="{0D108BD9-81ED-4DB2-BD59-A6C34878D82A}">
                    <a16:rowId xmlns:a16="http://schemas.microsoft.com/office/drawing/2014/main" val="10006"/>
                  </a:ext>
                </a:extLst>
              </a:tr>
            </a:tbl>
          </a:graphicData>
        </a:graphic>
      </p:graphicFrame>
      <p:sp>
        <p:nvSpPr>
          <p:cNvPr id="286" name="TextBox 4"/>
          <p:cNvSpPr/>
          <p:nvPr/>
        </p:nvSpPr>
        <p:spPr>
          <a:xfrm>
            <a:off x="841320" y="5760720"/>
            <a:ext cx="10506240" cy="18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spcAft>
                <a:spcPts val="201"/>
              </a:spcAft>
            </a:pPr>
            <a:r>
              <a:rPr lang="en-US" sz="1200" b="0" strike="noStrike" spc="-1">
                <a:solidFill>
                  <a:srgbClr val="444A4D"/>
                </a:solidFill>
                <a:latin typeface="Calibri"/>
              </a:rPr>
              <a:t>Pattern:  </a:t>
            </a:r>
            <a:r>
              <a:rPr lang="en-US" sz="1200" b="1" strike="noStrike" spc="-1">
                <a:solidFill>
                  <a:srgbClr val="222A2E"/>
                </a:solidFill>
                <a:latin typeface="Consolas"/>
              </a:rPr>
              <a:t>&lt;version&gt; &lt;command&gt; [options]</a:t>
            </a:r>
            <a:r>
              <a:rPr lang="en-US" sz="1200" b="0" strike="noStrike" spc="-1">
                <a:solidFill>
                  <a:srgbClr val="444A4D"/>
                </a:solidFill>
                <a:latin typeface="Calibri"/>
              </a:rPr>
              <a:t>     Versions:  </a:t>
            </a:r>
            <a:r>
              <a:rPr lang="en-US" sz="1200" b="1" strike="noStrike" spc="-1">
                <a:solidFill>
                  <a:srgbClr val="006E8C"/>
                </a:solidFill>
                <a:latin typeface="Consolas"/>
              </a:rPr>
              <a:t>stu3  r4  r4b  r5  r6</a:t>
            </a:r>
            <a:endParaRPr lang="en-US" sz="1200" b="0" strike="noStrike" spc="-1">
              <a:solidFill>
                <a:srgbClr val="000000"/>
              </a:solidFill>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 name="PlaceHolder 1"/>
          <p:cNvSpPr>
            <a:spLocks noGrp="1"/>
          </p:cNvSpPr>
          <p:nvPr>
            <p:ph type="title"/>
          </p:nvPr>
        </p:nvSpPr>
        <p:spPr>
          <a:xfrm>
            <a:off x="841320" y="1043640"/>
            <a:ext cx="10515240" cy="886320"/>
          </a:xfrm>
          <a:prstGeom prst="rect">
            <a:avLst/>
          </a:prstGeom>
          <a:noFill/>
          <a:ln w="0">
            <a:noFill/>
          </a:ln>
        </p:spPr>
        <p:txBody>
          <a:bodyPr lIns="0" tIns="45000" rIns="90000" bIns="45000" anchor="t">
            <a:noAutofit/>
          </a:bodyPr>
          <a:lstStyle/>
          <a:p>
            <a:pPr indent="0" defTabSz="914400">
              <a:lnSpc>
                <a:spcPct val="90000"/>
              </a:lnSpc>
              <a:buNone/>
            </a:pPr>
            <a:r>
              <a:rPr lang="en-US" sz="3600" b="0" strike="noStrike" spc="-1" dirty="0">
                <a:solidFill>
                  <a:srgbClr val="0091B9"/>
                </a:solidFill>
                <a:latin typeface="Calibri"/>
                <a:ea typeface="Calibri"/>
              </a:rPr>
              <a:t>What this unlocks for .NET</a:t>
            </a:r>
            <a:endParaRPr lang="en-US" sz="3600" b="0" strike="noStrike" spc="-1" dirty="0">
              <a:solidFill>
                <a:schemeClr val="dk1"/>
              </a:solidFill>
              <a:latin typeface="Calibri"/>
            </a:endParaRPr>
          </a:p>
        </p:txBody>
      </p:sp>
      <p:sp>
        <p:nvSpPr>
          <p:cNvPr id="308" name="TextBox 2"/>
          <p:cNvSpPr/>
          <p:nvPr/>
        </p:nvSpPr>
        <p:spPr>
          <a:xfrm>
            <a:off x="841320" y="1554480"/>
            <a:ext cx="10506240" cy="18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spcAft>
                <a:spcPts val="201"/>
              </a:spcAft>
            </a:pPr>
            <a:r>
              <a:rPr lang="en-US" sz="1200" b="1" strike="noStrike" spc="-1">
                <a:solidFill>
                  <a:srgbClr val="F26B21"/>
                </a:solidFill>
                <a:latin typeface="Calibri"/>
              </a:rPr>
              <a:t>$EXPORT → VIEWDEFINITIONS → PARQUET → DATA LAKE</a:t>
            </a:r>
            <a:endParaRPr lang="en-US" sz="1200" b="0" strike="noStrike" spc="-1">
              <a:solidFill>
                <a:srgbClr val="000000"/>
              </a:solidFill>
              <a:latin typeface="Arial"/>
            </a:endParaRPr>
          </a:p>
        </p:txBody>
      </p:sp>
      <p:sp>
        <p:nvSpPr>
          <p:cNvPr id="309" name="Rounded Rectangle 3"/>
          <p:cNvSpPr/>
          <p:nvPr/>
        </p:nvSpPr>
        <p:spPr>
          <a:xfrm>
            <a:off x="841320" y="2194560"/>
            <a:ext cx="5069880" cy="1188360"/>
          </a:xfrm>
          <a:prstGeom prst="roundRect">
            <a:avLst>
              <a:gd name="adj" fmla="val 6000"/>
            </a:avLst>
          </a:prstGeom>
          <a:solidFill>
            <a:srgbClr val="FFFFFF"/>
          </a:solidFill>
          <a:ln w="9525">
            <a:solidFill>
              <a:srgbClr val="D7DDE1"/>
            </a:solidFill>
          </a:ln>
          <a:effectLst>
            <a:outerShdw blurRad="90000" dist="38160" dir="5400000" rotWithShape="0">
              <a:srgbClr val="1B2A33">
                <a:alpha val="18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310" name="Rectangle 4"/>
          <p:cNvSpPr/>
          <p:nvPr/>
        </p:nvSpPr>
        <p:spPr>
          <a:xfrm>
            <a:off x="841320" y="2249280"/>
            <a:ext cx="63720" cy="1078560"/>
          </a:xfrm>
          <a:prstGeom prst="rect">
            <a:avLst/>
          </a:prstGeom>
          <a:solidFill>
            <a:srgbClr val="0091B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pic>
        <p:nvPicPr>
          <p:cNvPr id="311" name="Picture 5" descr="dashboard.png"/>
          <p:cNvPicPr/>
          <p:nvPr/>
        </p:nvPicPr>
        <p:blipFill>
          <a:blip r:embed="rId3"/>
          <a:stretch/>
        </p:blipFill>
        <p:spPr>
          <a:xfrm>
            <a:off x="1115640" y="2523600"/>
            <a:ext cx="529920" cy="529920"/>
          </a:xfrm>
          <a:prstGeom prst="rect">
            <a:avLst/>
          </a:prstGeom>
          <a:ln w="0">
            <a:noFill/>
          </a:ln>
        </p:spPr>
      </p:pic>
      <p:sp>
        <p:nvSpPr>
          <p:cNvPr id="312" name="TextBox 6"/>
          <p:cNvSpPr/>
          <p:nvPr/>
        </p:nvSpPr>
        <p:spPr>
          <a:xfrm>
            <a:off x="1892880" y="2395800"/>
            <a:ext cx="3881160" cy="244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spcAft>
                <a:spcPts val="201"/>
              </a:spcAft>
            </a:pPr>
            <a:r>
              <a:rPr lang="en-US" sz="1600" b="1" strike="noStrike" spc="-1">
                <a:solidFill>
                  <a:srgbClr val="222A2E"/>
                </a:solidFill>
                <a:latin typeface="Calibri"/>
              </a:rPr>
              <a:t>BI dashboards</a:t>
            </a:r>
            <a:endParaRPr lang="en-US" sz="1600" b="0" strike="noStrike" spc="-1">
              <a:solidFill>
                <a:srgbClr val="000000"/>
              </a:solidFill>
              <a:latin typeface="Arial"/>
            </a:endParaRPr>
          </a:p>
        </p:txBody>
      </p:sp>
      <p:sp>
        <p:nvSpPr>
          <p:cNvPr id="313" name="TextBox 7"/>
          <p:cNvSpPr/>
          <p:nvPr/>
        </p:nvSpPr>
        <p:spPr>
          <a:xfrm>
            <a:off x="1892880" y="2779920"/>
            <a:ext cx="3881160" cy="19178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10000"/>
              </a:lnSpc>
              <a:spcAft>
                <a:spcPts val="201"/>
              </a:spcAft>
            </a:pPr>
            <a:r>
              <a:rPr lang="en-US" sz="1200" b="0" strike="noStrike" spc="-1" dirty="0">
                <a:solidFill>
                  <a:srgbClr val="444A4D"/>
                </a:solidFill>
                <a:latin typeface="Calibri"/>
              </a:rPr>
              <a:t>Power BI </a:t>
            </a:r>
            <a:r>
              <a:rPr lang="en-US" sz="1200" spc="-1" dirty="0">
                <a:solidFill>
                  <a:srgbClr val="444A4D"/>
                </a:solidFill>
                <a:latin typeface="Calibri"/>
              </a:rPr>
              <a:t>/ Fabric </a:t>
            </a:r>
            <a:r>
              <a:rPr lang="en-US" sz="1200" b="0" strike="noStrike" spc="-1" dirty="0">
                <a:solidFill>
                  <a:srgbClr val="444A4D"/>
                </a:solidFill>
                <a:latin typeface="Calibri"/>
              </a:rPr>
              <a:t>on Parquet directly — no ETL middleware</a:t>
            </a:r>
            <a:endParaRPr lang="en-US" sz="1200" b="0" strike="noStrike" spc="-1" dirty="0">
              <a:solidFill>
                <a:srgbClr val="000000"/>
              </a:solidFill>
              <a:latin typeface="Arial"/>
            </a:endParaRPr>
          </a:p>
        </p:txBody>
      </p:sp>
      <p:sp>
        <p:nvSpPr>
          <p:cNvPr id="314" name="Rounded Rectangle 8"/>
          <p:cNvSpPr/>
          <p:nvPr/>
        </p:nvSpPr>
        <p:spPr>
          <a:xfrm>
            <a:off x="841320" y="3547800"/>
            <a:ext cx="5069880" cy="1188360"/>
          </a:xfrm>
          <a:prstGeom prst="roundRect">
            <a:avLst>
              <a:gd name="adj" fmla="val 6000"/>
            </a:avLst>
          </a:prstGeom>
          <a:solidFill>
            <a:srgbClr val="FFFFFF"/>
          </a:solidFill>
          <a:ln w="9525">
            <a:solidFill>
              <a:srgbClr val="D7DDE1"/>
            </a:solidFill>
          </a:ln>
          <a:effectLst>
            <a:outerShdw blurRad="90000" dist="38160" dir="5400000" rotWithShape="0">
              <a:srgbClr val="1B2A33">
                <a:alpha val="18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315" name="Rectangle 9"/>
          <p:cNvSpPr/>
          <p:nvPr/>
        </p:nvSpPr>
        <p:spPr>
          <a:xfrm>
            <a:off x="841320" y="3602880"/>
            <a:ext cx="63720" cy="1078560"/>
          </a:xfrm>
          <a:prstGeom prst="rect">
            <a:avLst/>
          </a:prstGeom>
          <a:solidFill>
            <a:srgbClr val="0091B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pic>
        <p:nvPicPr>
          <p:cNvPr id="316" name="Picture 10" descr="cohort.png"/>
          <p:cNvPicPr/>
          <p:nvPr/>
        </p:nvPicPr>
        <p:blipFill>
          <a:blip r:embed="rId4"/>
          <a:stretch/>
        </p:blipFill>
        <p:spPr>
          <a:xfrm>
            <a:off x="1115640" y="3877200"/>
            <a:ext cx="529920" cy="529920"/>
          </a:xfrm>
          <a:prstGeom prst="rect">
            <a:avLst/>
          </a:prstGeom>
          <a:ln w="0">
            <a:noFill/>
          </a:ln>
        </p:spPr>
      </p:pic>
      <p:sp>
        <p:nvSpPr>
          <p:cNvPr id="317" name="TextBox 11"/>
          <p:cNvSpPr/>
          <p:nvPr/>
        </p:nvSpPr>
        <p:spPr>
          <a:xfrm>
            <a:off x="1892880" y="3749040"/>
            <a:ext cx="3881160" cy="244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spcAft>
                <a:spcPts val="201"/>
              </a:spcAft>
            </a:pPr>
            <a:r>
              <a:rPr lang="en-US" sz="1600" b="1" strike="noStrike" spc="-1">
                <a:solidFill>
                  <a:srgbClr val="222A2E"/>
                </a:solidFill>
                <a:latin typeface="Calibri"/>
              </a:rPr>
              <a:t>Research cohorts</a:t>
            </a:r>
            <a:endParaRPr lang="en-US" sz="1600" b="0" strike="noStrike" spc="-1">
              <a:solidFill>
                <a:srgbClr val="000000"/>
              </a:solidFill>
              <a:latin typeface="Arial"/>
            </a:endParaRPr>
          </a:p>
        </p:txBody>
      </p:sp>
      <p:sp>
        <p:nvSpPr>
          <p:cNvPr id="318" name="TextBox 12"/>
          <p:cNvSpPr/>
          <p:nvPr/>
        </p:nvSpPr>
        <p:spPr>
          <a:xfrm>
            <a:off x="1892880" y="4133160"/>
            <a:ext cx="3881160" cy="20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10000"/>
              </a:lnSpc>
              <a:spcAft>
                <a:spcPts val="201"/>
              </a:spcAft>
            </a:pPr>
            <a:r>
              <a:rPr lang="en-US" sz="1200" b="0" strike="noStrike" spc="-1">
                <a:solidFill>
                  <a:srgbClr val="444A4D"/>
                </a:solidFill>
                <a:latin typeface="Calibri"/>
              </a:rPr>
              <a:t>Reproducible ViewDefinitions as the extraction contract</a:t>
            </a:r>
            <a:endParaRPr lang="en-US" sz="1200" b="0" strike="noStrike" spc="-1">
              <a:solidFill>
                <a:srgbClr val="000000"/>
              </a:solidFill>
              <a:latin typeface="Arial"/>
            </a:endParaRPr>
          </a:p>
        </p:txBody>
      </p:sp>
      <p:sp>
        <p:nvSpPr>
          <p:cNvPr id="319" name="Rounded Rectangle 13"/>
          <p:cNvSpPr/>
          <p:nvPr/>
        </p:nvSpPr>
        <p:spPr>
          <a:xfrm>
            <a:off x="841320" y="4901040"/>
            <a:ext cx="5069880" cy="1188360"/>
          </a:xfrm>
          <a:prstGeom prst="roundRect">
            <a:avLst>
              <a:gd name="adj" fmla="val 6000"/>
            </a:avLst>
          </a:prstGeom>
          <a:solidFill>
            <a:srgbClr val="FFFFFF"/>
          </a:solidFill>
          <a:ln w="9525">
            <a:solidFill>
              <a:srgbClr val="D7DDE1"/>
            </a:solidFill>
          </a:ln>
          <a:effectLst>
            <a:outerShdw blurRad="90000" dist="38160" dir="5400000" rotWithShape="0">
              <a:srgbClr val="1B2A33">
                <a:alpha val="18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320" name="Rectangle 14"/>
          <p:cNvSpPr/>
          <p:nvPr/>
        </p:nvSpPr>
        <p:spPr>
          <a:xfrm>
            <a:off x="841320" y="4956120"/>
            <a:ext cx="63720" cy="1078560"/>
          </a:xfrm>
          <a:prstGeom prst="rect">
            <a:avLst/>
          </a:prstGeom>
          <a:solidFill>
            <a:srgbClr val="0091B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pic>
        <p:nvPicPr>
          <p:cNvPr id="321" name="Picture 15" descr="lake.png"/>
          <p:cNvPicPr/>
          <p:nvPr/>
        </p:nvPicPr>
        <p:blipFill>
          <a:blip r:embed="rId5"/>
          <a:stretch/>
        </p:blipFill>
        <p:spPr>
          <a:xfrm>
            <a:off x="1115640" y="5230440"/>
            <a:ext cx="529920" cy="529920"/>
          </a:xfrm>
          <a:prstGeom prst="rect">
            <a:avLst/>
          </a:prstGeom>
          <a:ln w="0">
            <a:noFill/>
          </a:ln>
        </p:spPr>
      </p:pic>
      <p:sp>
        <p:nvSpPr>
          <p:cNvPr id="322" name="TextBox 16"/>
          <p:cNvSpPr/>
          <p:nvPr/>
        </p:nvSpPr>
        <p:spPr>
          <a:xfrm>
            <a:off x="1892880" y="5102280"/>
            <a:ext cx="3881160" cy="244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spcAft>
                <a:spcPts val="201"/>
              </a:spcAft>
            </a:pPr>
            <a:r>
              <a:rPr lang="en-US" sz="1600" b="1" strike="noStrike" spc="-1" dirty="0">
                <a:solidFill>
                  <a:srgbClr val="222A2E"/>
                </a:solidFill>
                <a:latin typeface="Calibri"/>
              </a:rPr>
              <a:t>Data lake pipelines</a:t>
            </a:r>
            <a:endParaRPr lang="en-US" sz="1600" b="0" strike="noStrike" spc="-1" dirty="0">
              <a:solidFill>
                <a:srgbClr val="000000"/>
              </a:solidFill>
              <a:latin typeface="Arial"/>
            </a:endParaRPr>
          </a:p>
        </p:txBody>
      </p:sp>
      <p:sp>
        <p:nvSpPr>
          <p:cNvPr id="323" name="TextBox 17"/>
          <p:cNvSpPr/>
          <p:nvPr/>
        </p:nvSpPr>
        <p:spPr>
          <a:xfrm>
            <a:off x="1892880" y="5486400"/>
            <a:ext cx="3881160" cy="20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10000"/>
              </a:lnSpc>
              <a:spcAft>
                <a:spcPts val="201"/>
              </a:spcAft>
            </a:pPr>
            <a:r>
              <a:rPr lang="en-US" sz="1200" b="0" strike="noStrike" spc="-1">
                <a:solidFill>
                  <a:srgbClr val="444A4D"/>
                </a:solidFill>
                <a:latin typeface="Calibri"/>
              </a:rPr>
              <a:t>$export NDJSON → ViewDefinitions → Parquet, one command</a:t>
            </a:r>
            <a:endParaRPr lang="en-US" sz="1200" b="0" strike="noStrike" spc="-1">
              <a:solidFill>
                <a:srgbClr val="000000"/>
              </a:solidFill>
              <a:latin typeface="Arial"/>
            </a:endParaRPr>
          </a:p>
        </p:txBody>
      </p:sp>
      <p:sp>
        <p:nvSpPr>
          <p:cNvPr id="324" name="Rounded Rectangle 18"/>
          <p:cNvSpPr/>
          <p:nvPr/>
        </p:nvSpPr>
        <p:spPr>
          <a:xfrm>
            <a:off x="6277320" y="2194560"/>
            <a:ext cx="5069880" cy="1188360"/>
          </a:xfrm>
          <a:prstGeom prst="roundRect">
            <a:avLst>
              <a:gd name="adj" fmla="val 6000"/>
            </a:avLst>
          </a:prstGeom>
          <a:solidFill>
            <a:srgbClr val="FFFFFF"/>
          </a:solidFill>
          <a:ln w="9525">
            <a:solidFill>
              <a:srgbClr val="D7DDE1"/>
            </a:solidFill>
          </a:ln>
          <a:effectLst>
            <a:outerShdw blurRad="90000" dist="38160" dir="5400000" rotWithShape="0">
              <a:srgbClr val="1B2A33">
                <a:alpha val="18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325" name="Rectangle 19"/>
          <p:cNvSpPr/>
          <p:nvPr/>
        </p:nvSpPr>
        <p:spPr>
          <a:xfrm>
            <a:off x="6277320" y="2249280"/>
            <a:ext cx="63720" cy="1078560"/>
          </a:xfrm>
          <a:prstGeom prst="rect">
            <a:avLst/>
          </a:prstGeom>
          <a:solidFill>
            <a:srgbClr val="0091B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pic>
        <p:nvPicPr>
          <p:cNvPr id="326" name="Picture 20" descr="ci.png"/>
          <p:cNvPicPr/>
          <p:nvPr/>
        </p:nvPicPr>
        <p:blipFill>
          <a:blip r:embed="rId6"/>
          <a:stretch/>
        </p:blipFill>
        <p:spPr>
          <a:xfrm>
            <a:off x="6551640" y="2523600"/>
            <a:ext cx="529920" cy="529920"/>
          </a:xfrm>
          <a:prstGeom prst="rect">
            <a:avLst/>
          </a:prstGeom>
          <a:ln w="0">
            <a:noFill/>
          </a:ln>
        </p:spPr>
      </p:pic>
      <p:sp>
        <p:nvSpPr>
          <p:cNvPr id="327" name="TextBox 21"/>
          <p:cNvSpPr/>
          <p:nvPr/>
        </p:nvSpPr>
        <p:spPr>
          <a:xfrm>
            <a:off x="7328880" y="2395800"/>
            <a:ext cx="3881160" cy="244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spcAft>
                <a:spcPts val="201"/>
              </a:spcAft>
            </a:pPr>
            <a:r>
              <a:rPr lang="en-US" sz="1600" b="1" strike="noStrike" spc="-1">
                <a:solidFill>
                  <a:srgbClr val="222A2E"/>
                </a:solidFill>
                <a:latin typeface="Calibri"/>
              </a:rPr>
              <a:t>CI validation</a:t>
            </a:r>
            <a:endParaRPr lang="en-US" sz="1600" b="0" strike="noStrike" spc="-1">
              <a:solidFill>
                <a:srgbClr val="000000"/>
              </a:solidFill>
              <a:latin typeface="Arial"/>
            </a:endParaRPr>
          </a:p>
        </p:txBody>
      </p:sp>
      <p:sp>
        <p:nvSpPr>
          <p:cNvPr id="328" name="TextBox 22"/>
          <p:cNvSpPr/>
          <p:nvPr/>
        </p:nvSpPr>
        <p:spPr>
          <a:xfrm>
            <a:off x="7328880" y="2779920"/>
            <a:ext cx="3881160" cy="20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10000"/>
              </a:lnSpc>
              <a:spcAft>
                <a:spcPts val="201"/>
              </a:spcAft>
            </a:pPr>
            <a:r>
              <a:rPr lang="en-US" sz="1200" b="0" strike="noStrike" spc="-1">
                <a:solidFill>
                  <a:srgbClr val="444A4D"/>
                </a:solidFill>
                <a:latin typeface="Calibri"/>
              </a:rPr>
              <a:t>Validate ViewDefinitions against schema before deployment</a:t>
            </a:r>
            <a:endParaRPr lang="en-US" sz="1200" b="0" strike="noStrike" spc="-1">
              <a:solidFill>
                <a:srgbClr val="000000"/>
              </a:solidFill>
              <a:latin typeface="Arial"/>
            </a:endParaRPr>
          </a:p>
        </p:txBody>
      </p:sp>
      <p:sp>
        <p:nvSpPr>
          <p:cNvPr id="329" name="Rounded Rectangle 23"/>
          <p:cNvSpPr/>
          <p:nvPr/>
        </p:nvSpPr>
        <p:spPr>
          <a:xfrm>
            <a:off x="6277320" y="3547800"/>
            <a:ext cx="5069880" cy="1188360"/>
          </a:xfrm>
          <a:prstGeom prst="roundRect">
            <a:avLst>
              <a:gd name="adj" fmla="val 6000"/>
            </a:avLst>
          </a:prstGeom>
          <a:solidFill>
            <a:srgbClr val="FFFFFF"/>
          </a:solidFill>
          <a:ln w="9525">
            <a:solidFill>
              <a:srgbClr val="D7DDE1"/>
            </a:solidFill>
          </a:ln>
          <a:effectLst>
            <a:outerShdw blurRad="90000" dist="38160" dir="5400000" rotWithShape="0">
              <a:srgbClr val="1B2A33">
                <a:alpha val="18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330" name="Rectangle 24"/>
          <p:cNvSpPr/>
          <p:nvPr/>
        </p:nvSpPr>
        <p:spPr>
          <a:xfrm>
            <a:off x="6277320" y="3602880"/>
            <a:ext cx="63720" cy="1078560"/>
          </a:xfrm>
          <a:prstGeom prst="rect">
            <a:avLst/>
          </a:prstGeom>
          <a:solidFill>
            <a:srgbClr val="0091B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pic>
        <p:nvPicPr>
          <p:cNvPr id="331" name="Picture 25" descr="migrate.png"/>
          <p:cNvPicPr/>
          <p:nvPr/>
        </p:nvPicPr>
        <p:blipFill>
          <a:blip r:embed="rId7"/>
          <a:stretch/>
        </p:blipFill>
        <p:spPr>
          <a:xfrm>
            <a:off x="6551640" y="3877200"/>
            <a:ext cx="529920" cy="529920"/>
          </a:xfrm>
          <a:prstGeom prst="rect">
            <a:avLst/>
          </a:prstGeom>
          <a:ln w="0">
            <a:noFill/>
          </a:ln>
        </p:spPr>
      </p:pic>
      <p:sp>
        <p:nvSpPr>
          <p:cNvPr id="332" name="TextBox 26"/>
          <p:cNvSpPr/>
          <p:nvPr/>
        </p:nvSpPr>
        <p:spPr>
          <a:xfrm>
            <a:off x="7328880" y="3749040"/>
            <a:ext cx="3881160" cy="244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spcAft>
                <a:spcPts val="201"/>
              </a:spcAft>
            </a:pPr>
            <a:r>
              <a:rPr lang="en-US" sz="1600" b="1" strike="noStrike" spc="-1" dirty="0">
                <a:solidFill>
                  <a:srgbClr val="222A2E"/>
                </a:solidFill>
                <a:latin typeface="Calibri"/>
              </a:rPr>
              <a:t>Multi-version</a:t>
            </a:r>
            <a:endParaRPr lang="en-US" sz="1600" b="0" strike="noStrike" spc="-1" dirty="0">
              <a:solidFill>
                <a:srgbClr val="000000"/>
              </a:solidFill>
              <a:latin typeface="Arial"/>
            </a:endParaRPr>
          </a:p>
        </p:txBody>
      </p:sp>
      <p:sp>
        <p:nvSpPr>
          <p:cNvPr id="333" name="TextBox 27"/>
          <p:cNvSpPr/>
          <p:nvPr/>
        </p:nvSpPr>
        <p:spPr>
          <a:xfrm>
            <a:off x="7328880" y="4133160"/>
            <a:ext cx="3881160" cy="20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10000"/>
              </a:lnSpc>
              <a:spcAft>
                <a:spcPts val="201"/>
              </a:spcAft>
            </a:pPr>
            <a:r>
              <a:rPr lang="en-US" sz="1200" b="0" strike="noStrike" spc="-1">
                <a:solidFill>
                  <a:srgbClr val="444A4D"/>
                </a:solidFill>
                <a:latin typeface="Calibri"/>
              </a:rPr>
              <a:t>Same ViewDefinition, different FHIR version flag</a:t>
            </a:r>
            <a:endParaRPr lang="en-US" sz="1200" b="0" strike="noStrike" spc="-1">
              <a:solidFill>
                <a:srgbClr val="000000"/>
              </a:solidFill>
              <a:latin typeface="Arial"/>
            </a:endParaRPr>
          </a:p>
        </p:txBody>
      </p:sp>
      <p:sp>
        <p:nvSpPr>
          <p:cNvPr id="334" name="Rounded Rectangle 28"/>
          <p:cNvSpPr/>
          <p:nvPr/>
        </p:nvSpPr>
        <p:spPr>
          <a:xfrm>
            <a:off x="6277320" y="4901040"/>
            <a:ext cx="5069880" cy="1188360"/>
          </a:xfrm>
          <a:prstGeom prst="roundRect">
            <a:avLst>
              <a:gd name="adj" fmla="val 6000"/>
            </a:avLst>
          </a:prstGeom>
          <a:solidFill>
            <a:srgbClr val="1B2A33"/>
          </a:solidFill>
          <a:ln>
            <a:noFill/>
          </a:ln>
          <a:effectLst>
            <a:outerShdw blurRad="90000" dist="38160" dir="5400000" rotWithShape="0">
              <a:srgbClr val="1B2A33">
                <a:alpha val="18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335" name="TextBox 29"/>
          <p:cNvSpPr/>
          <p:nvPr/>
        </p:nvSpPr>
        <p:spPr>
          <a:xfrm>
            <a:off x="7327900" y="5080000"/>
            <a:ext cx="3810000" cy="59388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chorCtr="0">
            <a:spAutoFit/>
          </a:bodyPr>
          <a:lstStyle/>
          <a:p>
            <a:pPr algn="l">
              <a:lnSpc>
                <a:spcPct val="100000"/>
              </a:lnSpc>
              <a:spcAft>
                <a:spcPts val="200"/>
              </a:spcAft>
            </a:pPr>
            <a:r>
              <a:rPr lang="en-US" sz="1100" b="1" dirty="0">
                <a:solidFill>
                  <a:srgbClr val="F5A800"/>
                </a:solidFill>
                <a:latin typeface="Calibri"/>
              </a:rPr>
              <a:t>RELATED TALK · WED, JUNE 17</a:t>
            </a:r>
          </a:p>
          <a:p>
            <a:pPr algn="l">
              <a:lnSpc>
                <a:spcPct val="100000"/>
              </a:lnSpc>
              <a:spcAft>
                <a:spcPts val="100"/>
              </a:spcAft>
            </a:pPr>
            <a:r>
              <a:rPr lang="en-US" sz="1300" b="1" dirty="0">
                <a:solidFill>
                  <a:srgbClr val="FFFFFF"/>
                </a:solidFill>
                <a:latin typeface="Calibri"/>
              </a:rPr>
              <a:t>Real-Time SQL Views: Subscriptions × SQLonFHIR</a:t>
            </a:r>
          </a:p>
          <a:p>
            <a:pPr algn="l">
              <a:lnSpc>
                <a:spcPct val="100000"/>
              </a:lnSpc>
            </a:pPr>
            <a:r>
              <a:rPr lang="en-US" sz="1100" dirty="0">
                <a:solidFill>
                  <a:srgbClr val="9FB1BA"/>
                </a:solidFill>
                <a:latin typeface="Calibri"/>
              </a:rPr>
              <a:t>Jared Erwin · 3:45 PM · Johnson Great</a:t>
            </a:r>
          </a:p>
        </p:txBody>
      </p:sp>
      <p:pic>
        <p:nvPicPr>
          <p:cNvPr id="336" name="Graphic 336" descr="Related talk presentation"/>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527800" y="5257800"/>
            <a:ext cx="558800" cy="558800"/>
          </a:xfrm>
          <a:prstGeom prst="rect">
            <a:avLst/>
          </a:prstGeom>
        </p:spPr>
      </p:pic>
    </p:spTree>
    <p:extLst>
      <p:ext uri="{BB962C8B-B14F-4D97-AF65-F5344CB8AC3E}">
        <p14:creationId xmlns:p14="http://schemas.microsoft.com/office/powerpoint/2010/main" val="18015491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 name="PlaceHolder 1"/>
          <p:cNvSpPr>
            <a:spLocks noGrp="1"/>
          </p:cNvSpPr>
          <p:nvPr>
            <p:ph type="title"/>
          </p:nvPr>
        </p:nvSpPr>
        <p:spPr>
          <a:xfrm>
            <a:off x="841320" y="1043640"/>
            <a:ext cx="10515240" cy="886320"/>
          </a:xfrm>
          <a:prstGeom prst="rect">
            <a:avLst/>
          </a:prstGeom>
          <a:noFill/>
          <a:ln w="0">
            <a:noFill/>
          </a:ln>
        </p:spPr>
        <p:txBody>
          <a:bodyPr lIns="0" tIns="45000" rIns="90000" bIns="45000" anchor="t">
            <a:noAutofit/>
          </a:bodyPr>
          <a:lstStyle/>
          <a:p>
            <a:pPr indent="0" defTabSz="914400">
              <a:lnSpc>
                <a:spcPct val="90000"/>
              </a:lnSpc>
              <a:buNone/>
            </a:pPr>
            <a:r>
              <a:rPr lang="en-US" sz="3600" b="0" strike="noStrike" spc="-1">
                <a:solidFill>
                  <a:srgbClr val="0091B9"/>
                </a:solidFill>
                <a:latin typeface="Calibri"/>
                <a:ea typeface="Calibri"/>
              </a:rPr>
              <a:t>Try it.</a:t>
            </a:r>
            <a:endParaRPr lang="en-US" sz="3600" b="0" strike="noStrike" spc="-1">
              <a:solidFill>
                <a:schemeClr val="dk1"/>
              </a:solidFill>
              <a:latin typeface="Calibri"/>
            </a:endParaRPr>
          </a:p>
        </p:txBody>
      </p:sp>
      <p:sp>
        <p:nvSpPr>
          <p:cNvPr id="337" name="TextBox 2"/>
          <p:cNvSpPr/>
          <p:nvPr/>
        </p:nvSpPr>
        <p:spPr>
          <a:xfrm>
            <a:off x="841320" y="1554480"/>
            <a:ext cx="10506240" cy="18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spcAft>
                <a:spcPts val="201"/>
              </a:spcAft>
            </a:pPr>
            <a:r>
              <a:rPr lang="en-US" sz="1200" b="1" strike="noStrike" spc="-1">
                <a:solidFill>
                  <a:srgbClr val="F26B21"/>
                </a:solidFill>
                <a:latin typeface="Calibri"/>
              </a:rPr>
              <a:t>THREE COMMANDS TO GET STARTED</a:t>
            </a:r>
            <a:endParaRPr lang="en-US" sz="1200" b="0" strike="noStrike" spc="-1">
              <a:solidFill>
                <a:srgbClr val="000000"/>
              </a:solidFill>
              <a:latin typeface="Arial"/>
            </a:endParaRPr>
          </a:p>
        </p:txBody>
      </p:sp>
      <p:sp>
        <p:nvSpPr>
          <p:cNvPr id="338" name="Rounded Rectangle 3"/>
          <p:cNvSpPr/>
          <p:nvPr/>
        </p:nvSpPr>
        <p:spPr>
          <a:xfrm>
            <a:off x="841320" y="2148840"/>
            <a:ext cx="6491880" cy="3200040"/>
          </a:xfrm>
          <a:prstGeom prst="roundRect">
            <a:avLst>
              <a:gd name="adj" fmla="val 4500"/>
            </a:avLst>
          </a:prstGeom>
          <a:solidFill>
            <a:srgbClr val="1B2A33"/>
          </a:solidFill>
          <a:ln>
            <a:noFill/>
          </a:ln>
          <a:effectLst>
            <a:outerShdw blurRad="90000" dist="38160" dir="5400000" rotWithShape="0">
              <a:srgbClr val="1B2A33">
                <a:alpha val="18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339" name="Rounded Rectangle 4"/>
          <p:cNvSpPr/>
          <p:nvPr/>
        </p:nvSpPr>
        <p:spPr>
          <a:xfrm>
            <a:off x="841320" y="2148840"/>
            <a:ext cx="6491880" cy="383760"/>
          </a:xfrm>
          <a:prstGeom prst="roundRect">
            <a:avLst>
              <a:gd name="adj" fmla="val 10000"/>
            </a:avLst>
          </a:prstGeom>
          <a:solidFill>
            <a:srgbClr val="142027"/>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340" name="Oval 5"/>
          <p:cNvSpPr/>
          <p:nvPr/>
        </p:nvSpPr>
        <p:spPr>
          <a:xfrm>
            <a:off x="1042560" y="2272320"/>
            <a:ext cx="136800" cy="136800"/>
          </a:xfrm>
          <a:prstGeom prst="ellipse">
            <a:avLst/>
          </a:prstGeom>
          <a:solidFill>
            <a:srgbClr val="F55F56"/>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341" name="Oval 6"/>
          <p:cNvSpPr/>
          <p:nvPr/>
        </p:nvSpPr>
        <p:spPr>
          <a:xfrm>
            <a:off x="1280160" y="2272320"/>
            <a:ext cx="136800" cy="136800"/>
          </a:xfrm>
          <a:prstGeom prst="ellipse">
            <a:avLst/>
          </a:prstGeom>
          <a:solidFill>
            <a:srgbClr val="F5BD2E"/>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342" name="Oval 7"/>
          <p:cNvSpPr/>
          <p:nvPr/>
        </p:nvSpPr>
        <p:spPr>
          <a:xfrm>
            <a:off x="1517760" y="2272320"/>
            <a:ext cx="136800" cy="136800"/>
          </a:xfrm>
          <a:prstGeom prst="ellipse">
            <a:avLst/>
          </a:prstGeom>
          <a:solidFill>
            <a:srgbClr val="27C93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343" name="TextBox 8"/>
          <p:cNvSpPr/>
          <p:nvPr/>
        </p:nvSpPr>
        <p:spPr>
          <a:xfrm>
            <a:off x="1984320" y="2221920"/>
            <a:ext cx="5211720" cy="168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spcAft>
                <a:spcPts val="201"/>
              </a:spcAft>
            </a:pPr>
            <a:r>
              <a:rPr lang="en-US" sz="1100" b="0" strike="noStrike" spc="-1">
                <a:solidFill>
                  <a:srgbClr val="7E8C94"/>
                </a:solidFill>
                <a:latin typeface="Consolas"/>
              </a:rPr>
              <a:t>terminal</a:t>
            </a:r>
            <a:endParaRPr lang="en-US" sz="1100" b="0" strike="noStrike" spc="-1">
              <a:solidFill>
                <a:srgbClr val="000000"/>
              </a:solidFill>
              <a:latin typeface="Arial"/>
            </a:endParaRPr>
          </a:p>
        </p:txBody>
      </p:sp>
      <p:sp>
        <p:nvSpPr>
          <p:cNvPr id="344" name="TextBox 9"/>
          <p:cNvSpPr/>
          <p:nvPr/>
        </p:nvSpPr>
        <p:spPr>
          <a:xfrm>
            <a:off x="1956960" y="2660760"/>
            <a:ext cx="4260600" cy="20908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00000"/>
              </a:lnSpc>
              <a:spcAft>
                <a:spcPts val="300"/>
              </a:spcAft>
            </a:pPr>
            <a:r>
              <a:rPr lang="en-US" sz="1300" b="0" strike="noStrike" spc="-1">
                <a:solidFill>
                  <a:srgbClr val="7E8C94"/>
                </a:solidFill>
                <a:latin typeface="Consolas"/>
              </a:rPr>
              <a:t># library</a:t>
            </a:r>
            <a:endParaRPr lang="en-US" sz="1300" b="0" strike="noStrike" spc="-1">
              <a:solidFill>
                <a:srgbClr val="000000"/>
              </a:solidFill>
              <a:latin typeface="Arial"/>
            </a:endParaRPr>
          </a:p>
          <a:p>
            <a:pPr defTabSz="914400">
              <a:lnSpc>
                <a:spcPct val="100000"/>
              </a:lnSpc>
              <a:spcAft>
                <a:spcPts val="300"/>
              </a:spcAft>
            </a:pPr>
            <a:r>
              <a:rPr lang="en-US" sz="1300" b="0" strike="noStrike" spc="-1">
                <a:solidFill>
                  <a:srgbClr val="E7ECEF"/>
                </a:solidFill>
                <a:latin typeface="Consolas"/>
              </a:rPr>
              <a:t>dotnet add package </a:t>
            </a:r>
            <a:r>
              <a:rPr lang="en-US" sz="1300" b="0" strike="noStrike" spc="-1">
                <a:solidFill>
                  <a:srgbClr val="6FD0C8"/>
                </a:solidFill>
                <a:latin typeface="Consolas"/>
              </a:rPr>
              <a:t>Ignixa.SqlOnFhir</a:t>
            </a:r>
            <a:endParaRPr lang="en-US" sz="1300" b="0" strike="noStrike" spc="-1">
              <a:solidFill>
                <a:srgbClr val="000000"/>
              </a:solidFill>
              <a:latin typeface="Arial"/>
            </a:endParaRPr>
          </a:p>
          <a:p>
            <a:pPr defTabSz="914400">
              <a:lnSpc>
                <a:spcPct val="100000"/>
              </a:lnSpc>
              <a:spcAft>
                <a:spcPts val="300"/>
              </a:spcAft>
            </a:pPr>
            <a:r>
              <a:rPr lang="en-US" sz="1300" b="0" strike="noStrike" spc="-1">
                <a:solidFill>
                  <a:srgbClr val="E7ECEF"/>
                </a:solidFill>
                <a:latin typeface="Consolas"/>
              </a:rPr>
              <a:t> </a:t>
            </a:r>
            <a:endParaRPr lang="en-US" sz="1300" b="0" strike="noStrike" spc="-1">
              <a:solidFill>
                <a:srgbClr val="000000"/>
              </a:solidFill>
              <a:latin typeface="Arial"/>
            </a:endParaRPr>
          </a:p>
          <a:p>
            <a:pPr defTabSz="914400">
              <a:lnSpc>
                <a:spcPct val="100000"/>
              </a:lnSpc>
              <a:spcAft>
                <a:spcPts val="300"/>
              </a:spcAft>
            </a:pPr>
            <a:r>
              <a:rPr lang="en-US" sz="1300" b="0" strike="noStrike" spc="-1">
                <a:solidFill>
                  <a:srgbClr val="7E8C94"/>
                </a:solidFill>
                <a:latin typeface="Consolas"/>
              </a:rPr>
              <a:t># cli</a:t>
            </a:r>
            <a:endParaRPr lang="en-US" sz="1300" b="0" strike="noStrike" spc="-1">
              <a:solidFill>
                <a:srgbClr val="000000"/>
              </a:solidFill>
              <a:latin typeface="Arial"/>
            </a:endParaRPr>
          </a:p>
          <a:p>
            <a:pPr defTabSz="914400">
              <a:lnSpc>
                <a:spcPct val="100000"/>
              </a:lnSpc>
              <a:spcAft>
                <a:spcPts val="300"/>
              </a:spcAft>
            </a:pPr>
            <a:r>
              <a:rPr lang="en-US" sz="1300" b="0" strike="noStrike" spc="-1">
                <a:solidFill>
                  <a:srgbClr val="E7ECEF"/>
                </a:solidFill>
                <a:latin typeface="Consolas"/>
              </a:rPr>
              <a:t>dotnet tool install -g </a:t>
            </a:r>
            <a:r>
              <a:rPr lang="en-US" sz="1300" b="0" strike="noStrike" spc="-1">
                <a:solidFill>
                  <a:srgbClr val="6FD0C8"/>
                </a:solidFill>
                <a:latin typeface="Consolas"/>
              </a:rPr>
              <a:t>Ignixa.SqlOnFhir.Cli</a:t>
            </a:r>
            <a:endParaRPr lang="en-US" sz="1300" b="0" strike="noStrike" spc="-1">
              <a:solidFill>
                <a:srgbClr val="000000"/>
              </a:solidFill>
              <a:latin typeface="Arial"/>
            </a:endParaRPr>
          </a:p>
          <a:p>
            <a:pPr defTabSz="914400">
              <a:lnSpc>
                <a:spcPct val="100000"/>
              </a:lnSpc>
              <a:spcAft>
                <a:spcPts val="300"/>
              </a:spcAft>
            </a:pPr>
            <a:r>
              <a:rPr lang="en-US" sz="1300" b="0" strike="noStrike" spc="-1">
                <a:solidFill>
                  <a:srgbClr val="E7ECEF"/>
                </a:solidFill>
                <a:latin typeface="Consolas"/>
              </a:rPr>
              <a:t> </a:t>
            </a:r>
            <a:endParaRPr lang="en-US" sz="1300" b="0" strike="noStrike" spc="-1">
              <a:solidFill>
                <a:srgbClr val="000000"/>
              </a:solidFill>
              <a:latin typeface="Arial"/>
            </a:endParaRPr>
          </a:p>
          <a:p>
            <a:pPr defTabSz="914400">
              <a:lnSpc>
                <a:spcPct val="100000"/>
              </a:lnSpc>
              <a:spcAft>
                <a:spcPts val="300"/>
              </a:spcAft>
            </a:pPr>
            <a:r>
              <a:rPr lang="en-US" sz="1300" b="0" strike="noStrike" spc="-1">
                <a:solidFill>
                  <a:srgbClr val="7E8C94"/>
                </a:solidFill>
                <a:latin typeface="Consolas"/>
              </a:rPr>
              <a:t># run your first ViewDefinition</a:t>
            </a:r>
            <a:endParaRPr lang="en-US" sz="1300" b="0" strike="noStrike" spc="-1">
              <a:solidFill>
                <a:srgbClr val="000000"/>
              </a:solidFill>
              <a:latin typeface="Arial"/>
            </a:endParaRPr>
          </a:p>
          <a:p>
            <a:pPr defTabSz="914400">
              <a:lnSpc>
                <a:spcPct val="100000"/>
              </a:lnSpc>
              <a:spcAft>
                <a:spcPts val="300"/>
              </a:spcAft>
            </a:pPr>
            <a:r>
              <a:rPr lang="en-US" sz="1300" b="0" strike="noStrike" spc="-1">
                <a:solidFill>
                  <a:srgbClr val="E7ECEF"/>
                </a:solidFill>
                <a:latin typeface="Consolas"/>
              </a:rPr>
              <a:t>ignixa-sqlonfhir </a:t>
            </a:r>
            <a:r>
              <a:rPr lang="en-US" sz="1300" b="0" strike="noStrike" spc="-1">
                <a:solidFill>
                  <a:srgbClr val="F29E4B"/>
                </a:solidFill>
                <a:latin typeface="Consolas"/>
              </a:rPr>
              <a:t>r4</a:t>
            </a:r>
            <a:r>
              <a:rPr lang="en-US" sz="1300" b="0" strike="noStrike" spc="-1">
                <a:solidFill>
                  <a:srgbClr val="E7ECEF"/>
                </a:solidFill>
                <a:latin typeface="Consolas"/>
              </a:rPr>
              <a:t> preview \</a:t>
            </a:r>
            <a:endParaRPr lang="en-US" sz="1300" b="0" strike="noStrike" spc="-1">
              <a:solidFill>
                <a:srgbClr val="000000"/>
              </a:solidFill>
              <a:latin typeface="Arial"/>
            </a:endParaRPr>
          </a:p>
          <a:p>
            <a:pPr defTabSz="914400">
              <a:lnSpc>
                <a:spcPct val="100000"/>
              </a:lnSpc>
              <a:spcAft>
                <a:spcPts val="300"/>
              </a:spcAft>
            </a:pPr>
            <a:r>
              <a:rPr lang="en-US" sz="1300" b="0" strike="noStrike" spc="-1">
                <a:solidFill>
                  <a:srgbClr val="E7ECEF"/>
                </a:solidFill>
                <a:latin typeface="Consolas"/>
              </a:rPr>
              <a:t>  --views </a:t>
            </a:r>
            <a:r>
              <a:rPr lang="en-US" sz="1300" b="0" strike="noStrike" spc="-1">
                <a:solidFill>
                  <a:srgbClr val="9FC9E8"/>
                </a:solidFill>
                <a:latin typeface="Consolas"/>
              </a:rPr>
              <a:t>patient-view.json</a:t>
            </a:r>
            <a:endParaRPr lang="en-US" sz="1300" b="0" strike="noStrike" spc="-1">
              <a:solidFill>
                <a:srgbClr val="000000"/>
              </a:solidFill>
              <a:latin typeface="Arial"/>
            </a:endParaRPr>
          </a:p>
        </p:txBody>
      </p:sp>
      <p:sp>
        <p:nvSpPr>
          <p:cNvPr id="345" name="Rounded Rectangle 10"/>
          <p:cNvSpPr/>
          <p:nvPr/>
        </p:nvSpPr>
        <p:spPr>
          <a:xfrm>
            <a:off x="7635240" y="2148840"/>
            <a:ext cx="3711960" cy="959760"/>
          </a:xfrm>
          <a:prstGeom prst="roundRect">
            <a:avLst>
              <a:gd name="adj" fmla="val 6000"/>
            </a:avLst>
          </a:prstGeom>
          <a:solidFill>
            <a:srgbClr val="FFFFFF"/>
          </a:solidFill>
          <a:ln w="9525">
            <a:solidFill>
              <a:srgbClr val="D7DDE1"/>
            </a:solidFill>
          </a:ln>
          <a:effectLst>
            <a:outerShdw blurRad="90000" dist="38160" dir="5400000" rotWithShape="0">
              <a:srgbClr val="1B2A33">
                <a:alpha val="18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346" name="Rectangle 11"/>
          <p:cNvSpPr/>
          <p:nvPr/>
        </p:nvSpPr>
        <p:spPr>
          <a:xfrm>
            <a:off x="7635240" y="2203560"/>
            <a:ext cx="63720" cy="849960"/>
          </a:xfrm>
          <a:prstGeom prst="rect">
            <a:avLst/>
          </a:prstGeom>
          <a:solidFill>
            <a:srgbClr val="0091B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pic>
        <p:nvPicPr>
          <p:cNvPr id="347" name="Picture 12" descr="github.png"/>
          <p:cNvPicPr/>
          <p:nvPr/>
        </p:nvPicPr>
        <p:blipFill>
          <a:blip r:embed="rId3"/>
          <a:stretch/>
        </p:blipFill>
        <p:spPr>
          <a:xfrm>
            <a:off x="7891200" y="2395800"/>
            <a:ext cx="456840" cy="456840"/>
          </a:xfrm>
          <a:prstGeom prst="rect">
            <a:avLst/>
          </a:prstGeom>
          <a:ln w="0">
            <a:noFill/>
          </a:ln>
        </p:spPr>
      </p:pic>
      <p:sp>
        <p:nvSpPr>
          <p:cNvPr id="348" name="TextBox 13"/>
          <p:cNvSpPr/>
          <p:nvPr/>
        </p:nvSpPr>
        <p:spPr>
          <a:xfrm>
            <a:off x="8549640" y="2313360"/>
            <a:ext cx="2660400" cy="22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spcAft>
                <a:spcPts val="201"/>
              </a:spcAft>
            </a:pPr>
            <a:r>
              <a:rPr lang="en-US" sz="1500" b="1" strike="noStrike" spc="-1">
                <a:solidFill>
                  <a:srgbClr val="222A2E"/>
                </a:solidFill>
                <a:latin typeface="Calibri"/>
              </a:rPr>
              <a:t>GitHub</a:t>
            </a:r>
            <a:endParaRPr lang="en-US" sz="1500" b="0" strike="noStrike" spc="-1">
              <a:solidFill>
                <a:srgbClr val="000000"/>
              </a:solidFill>
              <a:latin typeface="Arial"/>
            </a:endParaRPr>
          </a:p>
        </p:txBody>
      </p:sp>
      <p:sp>
        <p:nvSpPr>
          <p:cNvPr id="349" name="TextBox 14"/>
          <p:cNvSpPr/>
          <p:nvPr/>
        </p:nvSpPr>
        <p:spPr>
          <a:xfrm>
            <a:off x="8549640" y="2660760"/>
            <a:ext cx="2660400" cy="175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spcAft>
                <a:spcPts val="201"/>
              </a:spcAft>
            </a:pPr>
            <a:r>
              <a:rPr lang="en-US" sz="1150" b="0" strike="noStrike" spc="-1">
                <a:solidFill>
                  <a:srgbClr val="006E8C"/>
                </a:solidFill>
                <a:latin typeface="Calibri"/>
              </a:rPr>
              <a:t>github.com/brendankowitz/ignixa-fhir</a:t>
            </a:r>
            <a:endParaRPr lang="en-US" sz="1150" b="0" strike="noStrike" spc="-1">
              <a:solidFill>
                <a:srgbClr val="000000"/>
              </a:solidFill>
              <a:latin typeface="Arial"/>
            </a:endParaRPr>
          </a:p>
        </p:txBody>
      </p:sp>
      <p:sp>
        <p:nvSpPr>
          <p:cNvPr id="350" name="Rounded Rectangle 15"/>
          <p:cNvSpPr/>
          <p:nvPr/>
        </p:nvSpPr>
        <p:spPr>
          <a:xfrm>
            <a:off x="7635240" y="3273480"/>
            <a:ext cx="3711960" cy="959760"/>
          </a:xfrm>
          <a:prstGeom prst="roundRect">
            <a:avLst>
              <a:gd name="adj" fmla="val 6000"/>
            </a:avLst>
          </a:prstGeom>
          <a:solidFill>
            <a:srgbClr val="FFFFFF"/>
          </a:solidFill>
          <a:ln w="9525">
            <a:solidFill>
              <a:srgbClr val="D7DDE1"/>
            </a:solidFill>
          </a:ln>
          <a:effectLst>
            <a:outerShdw blurRad="90000" dist="38160" dir="5400000" rotWithShape="0">
              <a:srgbClr val="1B2A33">
                <a:alpha val="18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351" name="Rectangle 16"/>
          <p:cNvSpPr/>
          <p:nvPr/>
        </p:nvSpPr>
        <p:spPr>
          <a:xfrm>
            <a:off x="7635240" y="3328560"/>
            <a:ext cx="63720" cy="849960"/>
          </a:xfrm>
          <a:prstGeom prst="rect">
            <a:avLst/>
          </a:prstGeom>
          <a:solidFill>
            <a:srgbClr val="0091B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pic>
        <p:nvPicPr>
          <p:cNvPr id="352" name="Picture 17" descr="book.png"/>
          <p:cNvPicPr/>
          <p:nvPr/>
        </p:nvPicPr>
        <p:blipFill>
          <a:blip r:embed="rId4"/>
          <a:stretch/>
        </p:blipFill>
        <p:spPr>
          <a:xfrm>
            <a:off x="7891200" y="3520440"/>
            <a:ext cx="456840" cy="456840"/>
          </a:xfrm>
          <a:prstGeom prst="rect">
            <a:avLst/>
          </a:prstGeom>
          <a:ln w="0">
            <a:noFill/>
          </a:ln>
        </p:spPr>
      </p:pic>
      <p:sp>
        <p:nvSpPr>
          <p:cNvPr id="353" name="TextBox 18"/>
          <p:cNvSpPr/>
          <p:nvPr/>
        </p:nvSpPr>
        <p:spPr>
          <a:xfrm>
            <a:off x="8549640" y="3438000"/>
            <a:ext cx="2660400" cy="22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spcAft>
                <a:spcPts val="201"/>
              </a:spcAft>
            </a:pPr>
            <a:r>
              <a:rPr lang="en-US" sz="1500" b="1" strike="noStrike" spc="-1">
                <a:solidFill>
                  <a:srgbClr val="222A2E"/>
                </a:solidFill>
                <a:latin typeface="Calibri"/>
              </a:rPr>
              <a:t>Docs</a:t>
            </a:r>
            <a:endParaRPr lang="en-US" sz="1500" b="0" strike="noStrike" spc="-1">
              <a:solidFill>
                <a:srgbClr val="000000"/>
              </a:solidFill>
              <a:latin typeface="Arial"/>
            </a:endParaRPr>
          </a:p>
        </p:txBody>
      </p:sp>
      <p:sp>
        <p:nvSpPr>
          <p:cNvPr id="354" name="TextBox 19"/>
          <p:cNvSpPr/>
          <p:nvPr/>
        </p:nvSpPr>
        <p:spPr>
          <a:xfrm>
            <a:off x="8549640" y="3785760"/>
            <a:ext cx="2660400" cy="175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spcAft>
                <a:spcPts val="201"/>
              </a:spcAft>
            </a:pPr>
            <a:r>
              <a:rPr lang="en-US" sz="1150" b="0" strike="noStrike" spc="-1">
                <a:solidFill>
                  <a:srgbClr val="006E8C"/>
                </a:solidFill>
                <a:latin typeface="Calibri"/>
              </a:rPr>
              <a:t>brendankowitz.github.io/ignixa-fhir</a:t>
            </a:r>
            <a:endParaRPr lang="en-US" sz="1150" b="0" strike="noStrike" spc="-1">
              <a:solidFill>
                <a:srgbClr val="000000"/>
              </a:solidFill>
              <a:latin typeface="Arial"/>
            </a:endParaRPr>
          </a:p>
        </p:txBody>
      </p:sp>
      <p:sp>
        <p:nvSpPr>
          <p:cNvPr id="355" name="Rounded Rectangle 20"/>
          <p:cNvSpPr/>
          <p:nvPr/>
        </p:nvSpPr>
        <p:spPr>
          <a:xfrm>
            <a:off x="7635240" y="4398120"/>
            <a:ext cx="3711960" cy="959760"/>
          </a:xfrm>
          <a:prstGeom prst="roundRect">
            <a:avLst>
              <a:gd name="adj" fmla="val 6000"/>
            </a:avLst>
          </a:prstGeom>
          <a:solidFill>
            <a:srgbClr val="FFFFFF"/>
          </a:solidFill>
          <a:ln w="9525">
            <a:solidFill>
              <a:srgbClr val="D7DDE1"/>
            </a:solidFill>
          </a:ln>
          <a:effectLst>
            <a:outerShdw blurRad="90000" dist="38160" dir="5400000" rotWithShape="0">
              <a:srgbClr val="1B2A33">
                <a:alpha val="18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356" name="Rectangle 21"/>
          <p:cNvSpPr/>
          <p:nvPr/>
        </p:nvSpPr>
        <p:spPr>
          <a:xfrm>
            <a:off x="7635240" y="4453200"/>
            <a:ext cx="63720" cy="849960"/>
          </a:xfrm>
          <a:prstGeom prst="rect">
            <a:avLst/>
          </a:prstGeom>
          <a:solidFill>
            <a:srgbClr val="0091B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pic>
        <p:nvPicPr>
          <p:cNvPr id="357" name="Picture 22" descr="check.png"/>
          <p:cNvPicPr/>
          <p:nvPr/>
        </p:nvPicPr>
        <p:blipFill>
          <a:blip r:embed="rId5"/>
          <a:stretch/>
        </p:blipFill>
        <p:spPr>
          <a:xfrm>
            <a:off x="7891200" y="4645080"/>
            <a:ext cx="456840" cy="456840"/>
          </a:xfrm>
          <a:prstGeom prst="rect">
            <a:avLst/>
          </a:prstGeom>
          <a:ln w="0">
            <a:noFill/>
          </a:ln>
        </p:spPr>
      </p:pic>
      <p:sp>
        <p:nvSpPr>
          <p:cNvPr id="358" name="TextBox 23"/>
          <p:cNvSpPr/>
          <p:nvPr/>
        </p:nvSpPr>
        <p:spPr>
          <a:xfrm>
            <a:off x="8549640" y="4726007"/>
            <a:ext cx="2660400" cy="22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spcAft>
                <a:spcPts val="201"/>
              </a:spcAft>
            </a:pPr>
            <a:r>
              <a:rPr lang="en-US" sz="1500" b="1" strike="noStrike" spc="-1" dirty="0">
                <a:solidFill>
                  <a:srgbClr val="222A2E"/>
                </a:solidFill>
                <a:latin typeface="Calibri"/>
              </a:rPr>
              <a:t>MIT licensed</a:t>
            </a:r>
            <a:endParaRPr lang="en-US" sz="1500" b="0" strike="noStrike" spc="-1" dirty="0">
              <a:solidFill>
                <a:srgbClr val="000000"/>
              </a:solidFill>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 name="PlaceHolder 1"/>
          <p:cNvSpPr>
            <a:spLocks noGrp="1"/>
          </p:cNvSpPr>
          <p:nvPr>
            <p:ph type="title"/>
          </p:nvPr>
        </p:nvSpPr>
        <p:spPr>
          <a:xfrm>
            <a:off x="841320" y="1043640"/>
            <a:ext cx="10515240" cy="886320"/>
          </a:xfrm>
          <a:prstGeom prst="rect">
            <a:avLst/>
          </a:prstGeom>
          <a:noFill/>
          <a:ln w="0">
            <a:noFill/>
          </a:ln>
        </p:spPr>
        <p:txBody>
          <a:bodyPr lIns="0" tIns="45000" rIns="90000" bIns="45000" anchor="t">
            <a:noAutofit/>
          </a:bodyPr>
          <a:lstStyle/>
          <a:p>
            <a:pPr indent="0" defTabSz="914400">
              <a:lnSpc>
                <a:spcPct val="90000"/>
              </a:lnSpc>
              <a:buNone/>
            </a:pPr>
            <a:r>
              <a:rPr lang="en-US" sz="3600" b="0" strike="noStrike" spc="-1">
                <a:solidFill>
                  <a:srgbClr val="0091B9"/>
                </a:solidFill>
                <a:latin typeface="Calibri"/>
                <a:ea typeface="Calibri"/>
              </a:rPr>
              <a:t>Contact</a:t>
            </a:r>
            <a:endParaRPr lang="en-US" sz="3600" b="0" strike="noStrike" spc="-1">
              <a:solidFill>
                <a:schemeClr val="dk1"/>
              </a:solidFill>
              <a:latin typeface="Calibri"/>
            </a:endParaRPr>
          </a:p>
        </p:txBody>
      </p:sp>
      <p:sp>
        <p:nvSpPr>
          <p:cNvPr id="361" name="TextBox 2"/>
          <p:cNvSpPr/>
          <p:nvPr/>
        </p:nvSpPr>
        <p:spPr>
          <a:xfrm>
            <a:off x="841320" y="2194560"/>
            <a:ext cx="7314840" cy="244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spcAft>
                <a:spcPts val="201"/>
              </a:spcAft>
            </a:pPr>
            <a:r>
              <a:rPr lang="en-US" sz="1600" b="0" strike="noStrike" spc="-1">
                <a:solidFill>
                  <a:srgbClr val="444A4D"/>
                </a:solidFill>
                <a:latin typeface="Calibri"/>
              </a:rPr>
              <a:t>You can find / reach me here:</a:t>
            </a:r>
            <a:endParaRPr lang="en-US" sz="1600" b="0" strike="noStrike" spc="-1">
              <a:solidFill>
                <a:srgbClr val="000000"/>
              </a:solidFill>
              <a:latin typeface="Arial"/>
            </a:endParaRPr>
          </a:p>
        </p:txBody>
      </p:sp>
      <p:sp>
        <p:nvSpPr>
          <p:cNvPr id="362" name="Rounded Rectangle 3"/>
          <p:cNvSpPr/>
          <p:nvPr/>
        </p:nvSpPr>
        <p:spPr>
          <a:xfrm>
            <a:off x="841320" y="5473700"/>
            <a:ext cx="7680600" cy="868320"/>
          </a:xfrm>
          <a:prstGeom prst="roundRect">
            <a:avLst>
              <a:gd name="adj" fmla="val 6000"/>
            </a:avLst>
          </a:prstGeom>
          <a:solidFill>
            <a:srgbClr val="FFFFFF"/>
          </a:solidFill>
          <a:ln w="9525">
            <a:solidFill>
              <a:srgbClr val="D7DDE1"/>
            </a:solidFill>
          </a:ln>
          <a:effectLst>
            <a:outerShdw blurRad="90000" dist="38160" dir="5400000" rotWithShape="0">
              <a:srgbClr val="1B2A33">
                <a:alpha val="18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363" name="Rectangle 4"/>
          <p:cNvSpPr/>
          <p:nvPr/>
        </p:nvSpPr>
        <p:spPr>
          <a:xfrm>
            <a:off x="841320" y="5537200"/>
            <a:ext cx="63720" cy="758520"/>
          </a:xfrm>
          <a:prstGeom prst="rect">
            <a:avLst/>
          </a:prstGeom>
          <a:solidFill>
            <a:srgbClr val="0091B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pic>
        <p:nvPicPr>
          <p:cNvPr id="364" name="Picture 5" descr="github.png"/>
          <p:cNvPicPr/>
          <p:nvPr/>
        </p:nvPicPr>
        <p:blipFill>
          <a:blip r:embed="rId3"/>
          <a:stretch/>
        </p:blipFill>
        <p:spPr>
          <a:xfrm>
            <a:off x="1115640" y="5676900"/>
            <a:ext cx="456840" cy="456840"/>
          </a:xfrm>
          <a:prstGeom prst="rect">
            <a:avLst/>
          </a:prstGeom>
          <a:ln w="0">
            <a:noFill/>
          </a:ln>
        </p:spPr>
      </p:pic>
      <p:sp>
        <p:nvSpPr>
          <p:cNvPr id="365" name="TextBox 6"/>
          <p:cNvSpPr/>
          <p:nvPr/>
        </p:nvSpPr>
        <p:spPr>
          <a:xfrm>
            <a:off x="1801440" y="5626100"/>
            <a:ext cx="6400440" cy="22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spcAft>
                <a:spcPts val="201"/>
              </a:spcAft>
            </a:pPr>
            <a:r>
              <a:rPr lang="en-US" sz="1500" b="1" strike="noStrike" spc="-1">
                <a:solidFill>
                  <a:srgbClr val="222A2E"/>
                </a:solidFill>
                <a:latin typeface="Calibri"/>
              </a:rPr>
              <a:t>GitHub</a:t>
            </a:r>
            <a:endParaRPr lang="en-US" sz="1500" b="0" strike="noStrike" spc="-1">
              <a:solidFill>
                <a:srgbClr val="000000"/>
              </a:solidFill>
              <a:latin typeface="Arial"/>
            </a:endParaRPr>
          </a:p>
        </p:txBody>
      </p:sp>
      <p:sp>
        <p:nvSpPr>
          <p:cNvPr id="366" name="TextBox 7"/>
          <p:cNvSpPr/>
          <p:nvPr/>
        </p:nvSpPr>
        <p:spPr>
          <a:xfrm>
            <a:off x="1801440" y="5956300"/>
            <a:ext cx="6400440" cy="190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spcAft>
                <a:spcPts val="201"/>
              </a:spcAft>
            </a:pPr>
            <a:r>
              <a:rPr lang="en-US" sz="1250" spc="-1" dirty="0">
                <a:solidFill>
                  <a:srgbClr val="006E8C"/>
                </a:solidFill>
                <a:latin typeface="Consolas"/>
              </a:rPr>
              <a:t>github.com/</a:t>
            </a:r>
            <a:r>
              <a:rPr lang="en-US" sz="1250" spc="-1" dirty="0" err="1">
                <a:solidFill>
                  <a:srgbClr val="006E8C"/>
                </a:solidFill>
                <a:latin typeface="Consolas"/>
              </a:rPr>
              <a:t>brendankowitz</a:t>
            </a:r>
            <a:r>
              <a:rPr lang="en-US" sz="1250" spc="-1" dirty="0">
                <a:solidFill>
                  <a:srgbClr val="006E8C"/>
                </a:solidFill>
                <a:latin typeface="Consolas"/>
              </a:rPr>
              <a:t>/FHIRDevDays2026</a:t>
            </a:r>
            <a:endParaRPr lang="en-US" sz="1250" b="0" strike="noStrike" spc="-1" dirty="0">
              <a:solidFill>
                <a:srgbClr val="000000"/>
              </a:solidFill>
              <a:latin typeface="Arial"/>
            </a:endParaRPr>
          </a:p>
        </p:txBody>
      </p:sp>
      <p:sp>
        <p:nvSpPr>
          <p:cNvPr id="367" name="Rounded Rectangle 8"/>
          <p:cNvSpPr/>
          <p:nvPr/>
        </p:nvSpPr>
        <p:spPr>
          <a:xfrm>
            <a:off x="841320" y="2540000"/>
            <a:ext cx="7680600" cy="868320"/>
          </a:xfrm>
          <a:prstGeom prst="roundRect">
            <a:avLst>
              <a:gd name="adj" fmla="val 6000"/>
            </a:avLst>
          </a:prstGeom>
          <a:solidFill>
            <a:srgbClr val="FFFFFF"/>
          </a:solidFill>
          <a:ln w="9525">
            <a:solidFill>
              <a:srgbClr val="D7DDE1"/>
            </a:solidFill>
          </a:ln>
          <a:effectLst>
            <a:outerShdw blurRad="90000" dist="38160" dir="5400000" rotWithShape="0">
              <a:srgbClr val="1B2A33">
                <a:alpha val="18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368" name="Rectangle 9"/>
          <p:cNvSpPr/>
          <p:nvPr/>
        </p:nvSpPr>
        <p:spPr>
          <a:xfrm>
            <a:off x="841320" y="2590800"/>
            <a:ext cx="63720" cy="758520"/>
          </a:xfrm>
          <a:prstGeom prst="rect">
            <a:avLst/>
          </a:prstGeom>
          <a:solidFill>
            <a:srgbClr val="0091B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370" name="TextBox 11"/>
          <p:cNvSpPr/>
          <p:nvPr/>
        </p:nvSpPr>
        <p:spPr>
          <a:xfrm>
            <a:off x="1801440" y="2679700"/>
            <a:ext cx="6400440" cy="22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spcAft>
                <a:spcPts val="201"/>
              </a:spcAft>
            </a:pPr>
            <a:r>
              <a:rPr lang="en-US" sz="1500" b="1" strike="noStrike" spc="-1">
                <a:solidFill>
                  <a:srgbClr val="222A2E"/>
                </a:solidFill>
                <a:latin typeface="Calibri"/>
                <a:ea typeface="Calibri"/>
                <a:cs typeface="Calibri"/>
              </a:rPr>
              <a:t>Speaker's Gallery</a:t>
            </a:r>
          </a:p>
        </p:txBody>
      </p:sp>
      <p:sp>
        <p:nvSpPr>
          <p:cNvPr id="371" name="TextBox 12"/>
          <p:cNvSpPr/>
          <p:nvPr/>
        </p:nvSpPr>
        <p:spPr>
          <a:xfrm>
            <a:off x="1801440" y="3009900"/>
            <a:ext cx="6400440" cy="190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spcAft>
                <a:spcPts val="201"/>
              </a:spcAft>
            </a:pPr>
            <a:r>
              <a:rPr lang="en-US" sz="1250" strike="noStrike" spc="-1">
                <a:solidFill>
                  <a:srgbClr val="006E8C"/>
                </a:solidFill>
                <a:latin typeface="Calibri"/>
                <a:ea typeface="Calibri"/>
                <a:cs typeface="Calibri"/>
              </a:rPr>
              <a:t>Via the DevDays app</a:t>
            </a:r>
          </a:p>
        </p:txBody>
      </p:sp>
      <p:sp>
        <p:nvSpPr>
          <p:cNvPr id="372" name="Rounded Rectangle 13"/>
          <p:cNvSpPr/>
          <p:nvPr/>
        </p:nvSpPr>
        <p:spPr>
          <a:xfrm>
            <a:off x="841320" y="3517900"/>
            <a:ext cx="7680600" cy="868320"/>
          </a:xfrm>
          <a:prstGeom prst="roundRect">
            <a:avLst>
              <a:gd name="adj" fmla="val 6000"/>
            </a:avLst>
          </a:prstGeom>
          <a:solidFill>
            <a:srgbClr val="FFFFFF"/>
          </a:solidFill>
          <a:ln w="9525">
            <a:solidFill>
              <a:srgbClr val="D7DDE1"/>
            </a:solidFill>
          </a:ln>
          <a:effectLst>
            <a:outerShdw blurRad="90000" dist="38160" dir="5400000" rotWithShape="0">
              <a:srgbClr val="1B2A33">
                <a:alpha val="18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373" name="Rectangle 14"/>
          <p:cNvSpPr/>
          <p:nvPr/>
        </p:nvSpPr>
        <p:spPr>
          <a:xfrm>
            <a:off x="841320" y="3568700"/>
            <a:ext cx="63720" cy="758520"/>
          </a:xfrm>
          <a:prstGeom prst="rect">
            <a:avLst/>
          </a:prstGeom>
          <a:solidFill>
            <a:srgbClr val="0091B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375" name="TextBox 16"/>
          <p:cNvSpPr/>
          <p:nvPr/>
        </p:nvSpPr>
        <p:spPr>
          <a:xfrm>
            <a:off x="1801440" y="3657600"/>
            <a:ext cx="6400440" cy="22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spcAft>
                <a:spcPts val="201"/>
              </a:spcAft>
            </a:pPr>
            <a:r>
              <a:rPr lang="en-US" sz="1500" b="1" strike="noStrike" spc="-1">
                <a:solidFill>
                  <a:srgbClr val="222A2E"/>
                </a:solidFill>
                <a:latin typeface="Calibri"/>
                <a:ea typeface="Calibri"/>
                <a:cs typeface="Calibri"/>
              </a:rPr>
              <a:t>Email</a:t>
            </a:r>
          </a:p>
        </p:txBody>
      </p:sp>
      <p:sp>
        <p:nvSpPr>
          <p:cNvPr id="376" name="TextBox 17"/>
          <p:cNvSpPr/>
          <p:nvPr/>
        </p:nvSpPr>
        <p:spPr>
          <a:xfrm>
            <a:off x="1801440" y="3987800"/>
            <a:ext cx="6400440" cy="190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spcAft>
                <a:spcPts val="201"/>
              </a:spcAft>
            </a:pPr>
            <a:r>
              <a:rPr lang="en-US" sz="1250" strike="noStrike" spc="-1" dirty="0">
                <a:solidFill>
                  <a:srgbClr val="006E8C"/>
                </a:solidFill>
                <a:latin typeface="Consolas"/>
              </a:rPr>
              <a:t>bkowitz@microsoft.com</a:t>
            </a:r>
          </a:p>
        </p:txBody>
      </p:sp>
      <p:sp>
        <p:nvSpPr>
          <p:cNvPr id="2" name="BskyCard">
            <a:extLst>
              <a:ext uri="{FF2B5EF4-FFF2-40B4-BE49-F238E27FC236}">
                <a16:creationId xmlns:a16="http://schemas.microsoft.com/office/drawing/2014/main" id="{22E56561-D19E-41F2-85F2-57FD3E5AB692}"/>
              </a:ext>
            </a:extLst>
          </p:cNvPr>
          <p:cNvSpPr/>
          <p:nvPr/>
        </p:nvSpPr>
        <p:spPr>
          <a:xfrm>
            <a:off x="838200" y="4495800"/>
            <a:ext cx="7683500" cy="863600"/>
          </a:xfrm>
          <a:prstGeom prst="round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BskyBar">
            <a:extLst>
              <a:ext uri="{FF2B5EF4-FFF2-40B4-BE49-F238E27FC236}">
                <a16:creationId xmlns:a16="http://schemas.microsoft.com/office/drawing/2014/main" id="{CB7A5CE6-4F88-4D22-8C1C-E50EE4066356}"/>
              </a:ext>
            </a:extLst>
          </p:cNvPr>
          <p:cNvSpPr/>
          <p:nvPr/>
        </p:nvSpPr>
        <p:spPr>
          <a:xfrm>
            <a:off x="838200" y="4559300"/>
            <a:ext cx="63500" cy="762000"/>
          </a:xfrm>
          <a:prstGeom prst="rect">
            <a:avLst/>
          </a:prstGeom>
          <a:solidFill>
            <a:srgbClr val="0091B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BskyTitle">
            <a:extLst>
              <a:ext uri="{FF2B5EF4-FFF2-40B4-BE49-F238E27FC236}">
                <a16:creationId xmlns:a16="http://schemas.microsoft.com/office/drawing/2014/main" id="{55AFFABA-9B2A-4A85-B447-032AC349B4D2}"/>
              </a:ext>
            </a:extLst>
          </p:cNvPr>
          <p:cNvSpPr txBox="1"/>
          <p:nvPr/>
        </p:nvSpPr>
        <p:spPr>
          <a:xfrm>
            <a:off x="1803400" y="4648200"/>
            <a:ext cx="6400800" cy="228600"/>
          </a:xfrm>
          <a:prstGeom prst="rect">
            <a:avLst/>
          </a:prstGeom>
          <a:noFill/>
        </p:spPr>
        <p:txBody>
          <a:bodyPr vertOverflow="overflow" vert="horz" wrap="square" rtlCol="0" anchor="t">
            <a:spAutoFit/>
          </a:bodyPr>
          <a:lstStyle/>
          <a:p>
            <a:r>
              <a:rPr lang="en-US" sz="1500" b="1">
                <a:solidFill>
                  <a:srgbClr val="222A2E"/>
                </a:solidFill>
                <a:latin typeface="Calibri"/>
                <a:ea typeface="Calibri"/>
                <a:cs typeface="Calibri"/>
              </a:rPr>
              <a:t>Bluesky</a:t>
            </a:r>
          </a:p>
        </p:txBody>
      </p:sp>
      <p:sp>
        <p:nvSpPr>
          <p:cNvPr id="5" name="BskySub">
            <a:extLst>
              <a:ext uri="{FF2B5EF4-FFF2-40B4-BE49-F238E27FC236}">
                <a16:creationId xmlns:a16="http://schemas.microsoft.com/office/drawing/2014/main" id="{833894D4-8644-4FCE-A73C-29DF4C2127DD}"/>
              </a:ext>
            </a:extLst>
          </p:cNvPr>
          <p:cNvSpPr txBox="1"/>
          <p:nvPr/>
        </p:nvSpPr>
        <p:spPr>
          <a:xfrm>
            <a:off x="1803400" y="4978400"/>
            <a:ext cx="6400800" cy="190500"/>
          </a:xfrm>
          <a:prstGeom prst="rect">
            <a:avLst/>
          </a:prstGeom>
          <a:noFill/>
        </p:spPr>
        <p:txBody>
          <a:bodyPr vertOverflow="overflow" vert="horz" wrap="square" rtlCol="0" anchor="t">
            <a:spAutoFit/>
          </a:bodyPr>
          <a:lstStyle/>
          <a:p>
            <a:r>
              <a:rPr lang="en-US" sz="1250">
                <a:solidFill>
                  <a:srgbClr val="006E8C"/>
                </a:solidFill>
                <a:latin typeface="Consolas"/>
              </a:rPr>
              <a:t>@brendankowitz.bsky.social</a:t>
            </a:r>
          </a:p>
        </p:txBody>
      </p:sp>
      <p:pic>
        <p:nvPicPr>
          <p:cNvPr id="378" name="Graphic 378" descr="Email icon"/>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7600" y="3721100"/>
            <a:ext cx="457200" cy="457200"/>
          </a:xfrm>
          <a:prstGeom prst="rect">
            <a:avLst/>
          </a:prstGeom>
        </p:spPr>
      </p:pic>
      <p:pic>
        <p:nvPicPr>
          <p:cNvPr id="501" name="BlueskyLogo"/>
          <p:cNvPicPr>
            <a:picLocks noChangeAspect="1"/>
          </p:cNvPicPr>
          <p:nvPr/>
        </p:nvPicPr>
        <p:blipFill>
          <a:blip r:embed="rId5"/>
          <a:stretch>
            <a:fillRect/>
          </a:stretch>
        </p:blipFill>
        <p:spPr>
          <a:xfrm>
            <a:off x="1104900" y="4724400"/>
            <a:ext cx="482600" cy="419100"/>
          </a:xfrm>
          <a:prstGeom prst="rect">
            <a:avLst/>
          </a:prstGeom>
        </p:spPr>
      </p:pic>
      <p:sp>
        <p:nvSpPr>
          <p:cNvPr id="6" name="HeadCircle">
            <a:extLst>
              <a:ext uri="{FF2B5EF4-FFF2-40B4-BE49-F238E27FC236}">
                <a16:creationId xmlns:a16="http://schemas.microsoft.com/office/drawing/2014/main" id="{0D27B32F-5D64-412F-B92D-6F780AF3D5C4}"/>
              </a:ext>
            </a:extLst>
          </p:cNvPr>
          <p:cNvSpPr/>
          <p:nvPr/>
        </p:nvSpPr>
        <p:spPr>
          <a:xfrm>
            <a:off x="1257300" y="2743200"/>
            <a:ext cx="190500" cy="190500"/>
          </a:xfrm>
          <a:prstGeom prst="ellipse">
            <a:avLst/>
          </a:prstGeom>
          <a:solidFill>
            <a:srgbClr val="0091B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HeadBody">
            <a:extLst>
              <a:ext uri="{FF2B5EF4-FFF2-40B4-BE49-F238E27FC236}">
                <a16:creationId xmlns:a16="http://schemas.microsoft.com/office/drawing/2014/main" id="{CC661975-E8D7-475F-8BA9-9EDFCB409A5A}"/>
              </a:ext>
            </a:extLst>
          </p:cNvPr>
          <p:cNvSpPr/>
          <p:nvPr/>
        </p:nvSpPr>
        <p:spPr>
          <a:xfrm>
            <a:off x="1155700" y="2933700"/>
            <a:ext cx="393700" cy="228600"/>
          </a:xfrm>
          <a:prstGeom prst="trapezoid">
            <a:avLst/>
          </a:prstGeom>
          <a:solidFill>
            <a:srgbClr val="0091B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8784130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 name="PlaceHolder 1"/>
          <p:cNvSpPr>
            <a:spLocks noGrp="1"/>
          </p:cNvSpPr>
          <p:nvPr>
            <p:ph type="title"/>
          </p:nvPr>
        </p:nvSpPr>
        <p:spPr>
          <a:xfrm>
            <a:off x="838200" y="1043640"/>
            <a:ext cx="10515240" cy="886320"/>
          </a:xfrm>
          <a:prstGeom prst="rect">
            <a:avLst/>
          </a:prstGeom>
          <a:noFill/>
          <a:ln w="0">
            <a:noFill/>
          </a:ln>
        </p:spPr>
        <p:txBody>
          <a:bodyPr tIns="45000" rIns="90000" bIns="45000" anchor="t">
            <a:noAutofit/>
          </a:bodyPr>
          <a:lstStyle/>
          <a:p>
            <a:pPr indent="0" defTabSz="914400">
              <a:lnSpc>
                <a:spcPct val="90000"/>
              </a:lnSpc>
              <a:buNone/>
            </a:pPr>
            <a:r>
              <a:rPr lang="en-US" sz="3600" b="0" strike="noStrike" spc="-1">
                <a:solidFill>
                  <a:srgbClr val="0091B9"/>
                </a:solidFill>
                <a:latin typeface="Calibri"/>
                <a:ea typeface="Calibri"/>
              </a:rPr>
              <a:t>Q&amp;A</a:t>
            </a:r>
            <a:endParaRPr lang="en-US" sz="3600" b="0" strike="noStrike" spc="-1">
              <a:solidFill>
                <a:schemeClr val="dk1"/>
              </a:solidFill>
              <a:latin typeface="Calibri"/>
            </a:endParaRPr>
          </a:p>
        </p:txBody>
      </p:sp>
      <p:sp>
        <p:nvSpPr>
          <p:cNvPr id="378" name="PlaceHolder 2"/>
          <p:cNvSpPr>
            <a:spLocks noGrp="1"/>
          </p:cNvSpPr>
          <p:nvPr>
            <p:ph/>
          </p:nvPr>
        </p:nvSpPr>
        <p:spPr>
          <a:xfrm>
            <a:off x="838080" y="1997280"/>
            <a:ext cx="11019960" cy="4224960"/>
          </a:xfrm>
          <a:prstGeom prst="rect">
            <a:avLst/>
          </a:prstGeom>
          <a:noFill/>
          <a:ln w="0">
            <a:noFill/>
          </a:ln>
        </p:spPr>
        <p:txBody>
          <a:bodyPr lIns="90000" tIns="45000" rIns="90000" bIns="45000" anchor="t">
            <a:noAutofit/>
          </a:bodyPr>
          <a:lstStyle/>
          <a:p>
            <a:pPr indent="0">
              <a:lnSpc>
                <a:spcPct val="90000"/>
              </a:lnSpc>
              <a:spcBef>
                <a:spcPts val="1417"/>
              </a:spcBef>
              <a:buNone/>
            </a:pPr>
            <a:endParaRPr lang="en-US" sz="2800" b="0" strike="noStrike" spc="-1">
              <a:solidFill>
                <a:schemeClr val="dk1">
                  <a:lumMod val="65000"/>
                  <a:lumOff val="35000"/>
                </a:schemeClr>
              </a:solidFill>
              <a:latin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 name="PlaceHolder 1"/>
          <p:cNvSpPr>
            <a:spLocks noGrp="1"/>
          </p:cNvSpPr>
          <p:nvPr>
            <p:ph type="title"/>
          </p:nvPr>
        </p:nvSpPr>
        <p:spPr>
          <a:xfrm>
            <a:off x="838200" y="1043640"/>
            <a:ext cx="10515240" cy="886320"/>
          </a:xfrm>
          <a:prstGeom prst="rect">
            <a:avLst/>
          </a:prstGeom>
          <a:noFill/>
          <a:ln w="0">
            <a:noFill/>
          </a:ln>
        </p:spPr>
        <p:txBody>
          <a:bodyPr tIns="45000" rIns="90000" bIns="45000" anchor="t">
            <a:noAutofit/>
          </a:bodyPr>
          <a:lstStyle/>
          <a:p>
            <a:pPr indent="0" defTabSz="914400">
              <a:lnSpc>
                <a:spcPct val="90000"/>
              </a:lnSpc>
              <a:buNone/>
            </a:pPr>
            <a:r>
              <a:rPr lang="en-US" sz="3600" b="0" strike="noStrike" spc="-1">
                <a:solidFill>
                  <a:srgbClr val="0091B9"/>
                </a:solidFill>
                <a:latin typeface="Calibri"/>
                <a:ea typeface="Calibri"/>
              </a:rPr>
              <a:t>Feedback</a:t>
            </a:r>
            <a:endParaRPr lang="en-US" sz="3600" b="0" strike="noStrike" spc="-1">
              <a:solidFill>
                <a:schemeClr val="dk1"/>
              </a:solidFill>
              <a:latin typeface="Calibri"/>
            </a:endParaRPr>
          </a:p>
        </p:txBody>
      </p:sp>
      <p:sp>
        <p:nvSpPr>
          <p:cNvPr id="380" name="PlaceHolder 2"/>
          <p:cNvSpPr>
            <a:spLocks noGrp="1"/>
          </p:cNvSpPr>
          <p:nvPr>
            <p:ph/>
          </p:nvPr>
        </p:nvSpPr>
        <p:spPr>
          <a:xfrm>
            <a:off x="838080" y="1997280"/>
            <a:ext cx="6514920" cy="4224960"/>
          </a:xfrm>
          <a:prstGeom prst="rect">
            <a:avLst/>
          </a:prstGeom>
          <a:noFill/>
          <a:ln w="0">
            <a:noFill/>
          </a:ln>
        </p:spPr>
        <p:txBody>
          <a:bodyPr lIns="90000" tIns="45000" rIns="90000" bIns="45000" anchor="t">
            <a:noAutofit/>
          </a:bodyPr>
          <a:lstStyle/>
          <a:p>
            <a:pPr marL="228600" indent="-228600" defTabSz="914400">
              <a:lnSpc>
                <a:spcPct val="90000"/>
              </a:lnSpc>
              <a:spcBef>
                <a:spcPts val="1001"/>
              </a:spcBef>
              <a:buClr>
                <a:srgbClr val="444A4D"/>
              </a:buClr>
              <a:buFont typeface="Arial"/>
              <a:buChar char="•"/>
            </a:pPr>
            <a:r>
              <a:rPr lang="en-US" sz="1600" b="0" strike="noStrike" spc="-1">
                <a:solidFill>
                  <a:srgbClr val="444A4D"/>
                </a:solidFill>
                <a:latin typeface="Calibri"/>
              </a:rPr>
              <a:t>Enjoyed this talk? I’d love your feedback — it genuinely helps.</a:t>
            </a:r>
            <a:endParaRPr lang="en-US" sz="1600" b="0" strike="noStrike" spc="-1">
              <a:solidFill>
                <a:schemeClr val="dk1"/>
              </a:solidFill>
              <a:latin typeface="Calibri"/>
            </a:endParaRPr>
          </a:p>
          <a:p>
            <a:pPr marL="228600" indent="-228600" defTabSz="914400">
              <a:lnSpc>
                <a:spcPct val="90000"/>
              </a:lnSpc>
              <a:spcBef>
                <a:spcPts val="1001"/>
              </a:spcBef>
              <a:buClr>
                <a:srgbClr val="444A4D"/>
              </a:buClr>
              <a:buFont typeface="Arial"/>
              <a:buChar char="•"/>
            </a:pPr>
            <a:r>
              <a:rPr lang="en-US" sz="1600" b="0" strike="noStrike" spc="-1">
                <a:solidFill>
                  <a:srgbClr val="444A4D"/>
                </a:solidFill>
                <a:latin typeface="Calibri"/>
              </a:rPr>
              <a:t>Scan the QR code, or visit:</a:t>
            </a:r>
            <a:endParaRPr lang="en-US" sz="1600" b="0" strike="noStrike" spc="-1">
              <a:solidFill>
                <a:schemeClr val="dk1"/>
              </a:solidFill>
              <a:latin typeface="Calibri"/>
            </a:endParaRPr>
          </a:p>
          <a:p>
            <a:pPr marL="228600" indent="-228600" defTabSz="914400">
              <a:lnSpc>
                <a:spcPct val="90000"/>
              </a:lnSpc>
              <a:spcBef>
                <a:spcPts val="1001"/>
              </a:spcBef>
              <a:buClr>
                <a:srgbClr val="0091B9"/>
              </a:buClr>
              <a:buFont typeface="Arial"/>
              <a:buChar char="•"/>
            </a:pPr>
            <a:r>
              <a:rPr lang="en-US" sz="1600" b="1" strike="noStrike" spc="-1">
                <a:solidFill>
                  <a:srgbClr val="0091B9"/>
                </a:solidFill>
                <a:latin typeface="Calibri"/>
              </a:rPr>
              <a:t>www.devdays.com/feedback</a:t>
            </a:r>
            <a:endParaRPr lang="en-US" sz="1600" b="0" strike="noStrike" spc="-1">
              <a:solidFill>
                <a:schemeClr val="dk1"/>
              </a:solidFill>
              <a:latin typeface="Calibri"/>
            </a:endParaRPr>
          </a:p>
        </p:txBody>
      </p:sp>
      <p:pic>
        <p:nvPicPr>
          <p:cNvPr id="381" name="Afbeelding 8"/>
          <p:cNvPicPr/>
          <p:nvPr/>
        </p:nvPicPr>
        <p:blipFill>
          <a:blip r:embed="rId3"/>
          <a:stretch/>
        </p:blipFill>
        <p:spPr>
          <a:xfrm>
            <a:off x="7049520" y="1022040"/>
            <a:ext cx="4303800" cy="5199840"/>
          </a:xfrm>
          <a:prstGeom prst="rect">
            <a:avLst/>
          </a:prstGeom>
          <a:ln w="0">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a:defRPr sz="3000" b="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72"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872C57F-28C3-418C-BD91-05F212B058FC}">
  <we:reference id="wa200010001" version="1.0.0.1" store="en-US" storeType="OMEX"/>
  <we:alternateReferences>
    <we:reference id="WA200010001" version="1.0.0.1" store="" storeType="OMEX"/>
  </we:alternateReferences>
  <we:properties>
    <we:property name="claude.fileId" value="&quot;649b2a58-8479-49f4-b83e-53cbac42ae96&quot;"/>
  </we:properties>
  <we:bindings/>
  <we:snapshot xmlns:r="http://schemas.openxmlformats.org/officeDocument/2006/relationships"/>
</we:webextension>
</file>

<file path=docMetadata/LabelInfo.xml><?xml version="1.0" encoding="utf-8"?>
<clbl:labelList xmlns:clbl="http://schemas.microsoft.com/office/2020/mipLabelMetadata">
  <clbl:label id="{87867195-f2b8-4ac2-b0b6-6bb73cb33af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
  <TotalTime>17554</TotalTime>
  <Words>2531</Words>
  <Application>Microsoft Office PowerPoint</Application>
  <PresentationFormat>Widescreen</PresentationFormat>
  <Paragraphs>291</Paragraphs>
  <Slides>22</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vt:lpstr>
      <vt:lpstr>Calibri</vt:lpstr>
      <vt:lpstr>Consolas</vt:lpstr>
      <vt:lpstr>Open Sans</vt:lpstr>
      <vt:lpstr>Open Sans Semibold</vt:lpstr>
      <vt:lpstr>Roboto</vt:lpstr>
      <vt:lpstr>Times New Roman</vt:lpstr>
      <vt:lpstr>Office Theme</vt:lpstr>
      <vt:lpstr>Brendan Kowitz, Microsoft</vt:lpstr>
      <vt:lpstr>Who am I?</vt:lpstr>
      <vt:lpstr>SQL on FHIR libraries exist. Just not in .NET.</vt:lpstr>
      <vt:lpstr>You're on .NET and want SQL on FHIR.</vt:lpstr>
      <vt:lpstr>PowerPoint Presentation</vt:lpstr>
      <vt:lpstr>Ignixa.SqlOnFhir</vt:lpstr>
      <vt:lpstr>What is “Ignixa”</vt:lpstr>
      <vt:lpstr>Modular. Pick what you need.</vt:lpstr>
      <vt:lpstr>Fast enough for $export pipelines</vt:lpstr>
      <vt:lpstr>Parse → Evaluate → Write</vt:lpstr>
      <vt:lpstr>A ViewDefinition example</vt:lpstr>
      <vt:lpstr>One resource. Many rows.</vt:lpstr>
      <vt:lpstr>No subprocess. No tables. &lt;10 lines.</vt:lpstr>
      <vt:lpstr>Works with Firely SDK too.</vt:lpstr>
      <vt:lpstr>Let’s run it.</vt:lpstr>
      <vt:lpstr>CLI quick reference</vt:lpstr>
      <vt:lpstr>What this unlocks for .NET</vt:lpstr>
      <vt:lpstr>Try it.</vt:lpstr>
      <vt:lpstr>Contact</vt:lpstr>
      <vt:lpstr>Q&amp;A</vt:lpstr>
      <vt:lpstr>Feedback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Brendan Kowitz</cp:lastModifiedBy>
  <cp:revision>7</cp:revision>
  <dcterms:modified xsi:type="dcterms:W3CDTF">2026-06-16T13:39:05Z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2017-07-13T07:33:22Z</dcterms:created>
  <dc:creator>Marita</dc:creator>
  <dc:description/>
  <dc:language>en-US</dc:language>
  <cp:lastModifiedBy>Marita Mantle-Kloosterboer</cp:lastModifiedBy>
  <dcterms:modified xsi:type="dcterms:W3CDTF">2026-04-21T09:54:32Z</dcterms:modified>
  <cp:revision>274</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Breedbeeld</vt:lpwstr>
  </property>
  <property fmtid="{D5CDD505-2E9C-101B-9397-08002B2CF9AE}" pid="3" name="Slides">
    <vt:r8>7</vt:r8>
  </property>
</Properties>
</file>